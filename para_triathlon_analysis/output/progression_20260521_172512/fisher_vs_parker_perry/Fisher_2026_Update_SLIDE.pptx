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2026 Season Update — Skyler Fisher</a:t>
            </a:r>
          </a:p>
          <a:p>
            <a:r>
              <a:rPr sz="1400">
                <a:solidFill>
                  <a:srgbClr val="555555"/>
                </a:solidFill>
              </a:rPr>
              <a:t>Yokohama WPS · May 16, 2026 · finished 6th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6th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Yokohama WPS finish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in field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+384s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Gap to Parker (gold)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Prior best was +564s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+279s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Gap to Perry (silver)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Closest gap in a depth 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71600"/>
            <a:ext cx="2697480" cy="1737360"/>
          </a:xfrm>
          <a:prstGeom prst="round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417320"/>
            <a:ext cx="2697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</a:rPr>
              <a:t>H2 vs H1</a:t>
            </a:r>
          </a:p>
          <a:p>
            <a:pPr algn="ctr"/>
            <a:r>
              <a:rPr sz="1300" b="1">
                <a:solidFill>
                  <a:srgbClr val="002868"/>
                </a:solidFill>
              </a:rPr>
              <a:t>Sub-class context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Factor-adjusted official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Yokohama 2026 — three-way splits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794760"/>
          <a:ext cx="7132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426464"/>
                <a:gridCol w="1426464"/>
                <a:gridCol w="1426464"/>
                <a:gridCol w="1426464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Parker (1st)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Perry (2nd)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Fisher (6th)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Fisher Δ vs Parker</a:t>
                      </a:r>
                    </a:p>
                  </a:txBody>
                  <a:tcPr>
                    <a:solidFill>
                      <a:srgbClr val="00286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Swim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12:15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14:00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11:53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-22s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Bike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30:28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31:08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34:31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+243s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Run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13:24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12:50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13:36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+12s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59:39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1:01:24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1:06:03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+384s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863840" y="3383280"/>
            <a:ext cx="4023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2868"/>
                </a:solidFill>
              </a:rPr>
              <a:t>What this race confirms</a:t>
            </a:r>
          </a:p>
          <a:p>
            <a:r>
              <a:rPr sz="1200">
                <a:solidFill>
                  <a:srgbClr val="555555"/>
                </a:solidFill>
              </a:rPr>
              <a:t>• Closest gap to Parker of Fisher's career in any head-to-head: 384s (prior best was +564s).</a:t>
            </a:r>
          </a:p>
          <a:p>
            <a:r>
              <a:rPr sz="1200">
                <a:solidFill>
                  <a:srgbClr val="555555"/>
                </a:solidFill>
              </a:rPr>
              <a:t>• Also her tightest deep-field gap to Perry (279s).</a:t>
            </a:r>
          </a:p>
          <a:p>
            <a:r>
              <a:rPr sz="1200">
                <a:solidFill>
                  <a:srgbClr val="555555"/>
                </a:solidFill>
              </a:rPr>
              <a:t>• 6th place in a 7-deep field that included all the world leaders — depth gap is closing.</a:t>
            </a:r>
          </a:p>
          <a:p>
            <a:r>
              <a:rPr sz="1200">
                <a:solidFill>
                  <a:srgbClr val="555555"/>
                </a:solidFill>
              </a:rPr>
              <a:t>• Open question: bike split is the largest single contributor to the gap. Next training block focus.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