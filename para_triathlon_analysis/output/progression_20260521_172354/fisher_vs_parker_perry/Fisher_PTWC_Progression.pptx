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002868"/>
                </a:solidFill>
              </a:rPr>
              <a:t>Skyler Fisher</a:t>
            </a:r>
          </a:p>
          <a:p>
            <a:r>
              <a:rPr sz="2400">
                <a:solidFill>
                  <a:srgbClr val="C8102E"/>
                </a:solidFill>
              </a:rPr>
              <a:t>PTWC Progression vs Parker (H1, reigning Paralympic gold) &amp; Perry (H1, USA teammate)</a:t>
            </a:r>
          </a:p>
          <a:p>
            <a:r>
              <a:rPr sz="1400">
                <a:solidFill>
                  <a:srgbClr val="555555"/>
                </a:solidFill>
              </a:rPr>
              <a:t>14 career races · 3 vs Parker · 9 vs Perry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Story</a:t>
            </a:r>
          </a:p>
          <a:p>
            <a:r>
              <a:rPr sz="1400">
                <a:solidFill>
                  <a:srgbClr val="555555"/>
                </a:solidFill>
              </a:rPr>
              <a:t>Cup-podium regular with a 2026 Yokohama breakthrough at depth.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C8102E"/>
                </a:solidFill>
              </a:rPr>
              <a:t>14</a:t>
            </a:r>
          </a:p>
          <a:p>
            <a:pPr algn="ctr"/>
            <a:r>
              <a:rPr sz="1400">
                <a:solidFill>
                  <a:srgbClr val="002868"/>
                </a:solidFill>
              </a:rPr>
              <a:t>PTWC career</a:t>
            </a:r>
            <a:br/>
            <a:r>
              <a:t>race finishes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18288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C8102E"/>
                </a:solidFill>
              </a:rPr>
              <a:t>5</a:t>
            </a:r>
          </a:p>
          <a:p>
            <a:pPr algn="ctr"/>
            <a:r>
              <a:rPr sz="1400">
                <a:solidFill>
                  <a:srgbClr val="002868"/>
                </a:solidFill>
              </a:rPr>
              <a:t>Para Cup</a:t>
            </a:r>
            <a:br/>
            <a:r>
              <a:t>podium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8288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C8102E"/>
                </a:solidFill>
              </a:rPr>
              <a:t>384s</a:t>
            </a:r>
          </a:p>
          <a:p>
            <a:pPr algn="ctr"/>
            <a:r>
              <a:rPr sz="1400">
                <a:solidFill>
                  <a:srgbClr val="002868"/>
                </a:solidFill>
              </a:rPr>
              <a:t>Closest gap to Parker</a:t>
            </a:r>
            <a:br/>
            <a:r>
              <a:t>(May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182880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C8102E"/>
                </a:solidFill>
              </a:rPr>
              <a:t>45s</a:t>
            </a:r>
          </a:p>
          <a:p>
            <a:pPr algn="ctr"/>
            <a:r>
              <a:rPr sz="1400">
                <a:solidFill>
                  <a:srgbClr val="002868"/>
                </a:solidFill>
              </a:rPr>
              <a:t>Closest 2026 gap to Perry</a:t>
            </a:r>
            <a:br/>
            <a:r>
              <a:t>(Mar 2023)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Pace Trend — All PTWC Races</a:t>
            </a:r>
          </a:p>
        </p:txBody>
      </p:sp>
      <p:pic>
        <p:nvPicPr>
          <p:cNvPr id="3" name="Picture 2" descr="fig1_pa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9856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Red = Fisher. Grey = podium avg excl. Fisher. Navy diamonds = Parker H1. Gold triangles = Perry H1.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Yearly Avg Pace Deficit vs Podium — All Races</a:t>
            </a:r>
          </a:p>
        </p:txBody>
      </p:sp>
      <p:pic>
        <p:nvPicPr>
          <p:cNvPr id="3" name="Picture 2" descr="fig2_yearly_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41407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Red = Fisher slower than podium. Navy = Fisher faster. Yearly avg is field-depth sensitive — see Worlds-only view next.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Worlds Only — Apples-to-Apples Trajectory</a:t>
            </a:r>
          </a:p>
        </p:txBody>
      </p:sp>
      <p:pic>
        <p:nvPicPr>
          <p:cNvPr id="3" name="Picture 2" descr="fig3_worlds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44066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One race per year at the World Championships level. Removes small-field bias.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Head-to-Head vs Lauren Parker (H1) — 3 overlap races</a:t>
            </a:r>
          </a:p>
        </p:txBody>
      </p:sp>
      <p:pic>
        <p:nvPicPr>
          <p:cNvPr id="3" name="Picture 2" descr="fig4_parker_dir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46092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Red = Fisher behind. Navy = Fisher ahead. Parker is in the H1 sub-class.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Head-to-Head vs Emelia Perry (H1) — 9 overlap races</a:t>
            </a:r>
          </a:p>
        </p:txBody>
      </p:sp>
      <p:pic>
        <p:nvPicPr>
          <p:cNvPr id="3" name="Picture 2" descr="fig5_perry_dir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45781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555555"/>
                </a:solidFill>
              </a:rPr>
              <a:t>Red = Fisher behind. Navy = Fisher ahead. Both USA, but Perry is H1, Fisher is H2.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286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</a:rPr>
              <a:t>•  Direct overlap data: 3 races vs Parker, 9 vs Perry. Parker overlap is concentrated at Worlds + WPS Series; the per-race chart is the honest view.</a:t>
            </a:r>
          </a:p>
          <a:p>
            <a:r>
              <a:rPr sz="1400">
                <a:solidFill>
                  <a:srgbClr val="333333"/>
                </a:solidFill>
              </a:rPr>
              <a:t>•  Fisher is H2; Parker and Perry are H1. PTWC results are factor-adjusted to equalize across sub-classes — deficits shown are the gap on the official classification (the gap that actually determined finishing order).</a:t>
            </a:r>
          </a:p>
          <a:p>
            <a:r>
              <a:rPr sz="1400">
                <a:solidFill>
                  <a:srgbClr val="333333"/>
                </a:solidFill>
              </a:rPr>
              <a:t>•  Some Para Cup races had very small fields (2–4 finishers). When Fisher was on the podium in those, the 'podium avg excl. self' reduces to just 1–2 other athletes — interpret 2025 yearly numbers with this in mind.</a:t>
            </a:r>
          </a:p>
          <a:p>
            <a:r>
              <a:rPr sz="1400">
                <a:solidFill>
                  <a:srgbClr val="333333"/>
                </a:solidFill>
              </a:rPr>
              <a:t>•  Source: World Triathlon official results — race_results and events tables.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