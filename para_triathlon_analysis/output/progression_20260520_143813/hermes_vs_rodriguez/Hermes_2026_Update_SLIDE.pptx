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2868"/>
                </a:solidFill>
              </a:rPr>
              <a:t>2026 Season Update — McClain Hermes</a:t>
            </a:r>
          </a:p>
          <a:p>
            <a:r>
              <a:rPr sz="1400">
                <a:solidFill>
                  <a:srgbClr val="555555"/>
                </a:solidFill>
              </a:rPr>
              <a:t>2 starts · 2 wins · first WPS Series victory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697480" cy="1737360"/>
          </a:xfrm>
          <a:prstGeom prst="round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26974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C8102E"/>
                </a:solidFill>
              </a:rPr>
              <a:t>2 / 2</a:t>
            </a:r>
          </a:p>
          <a:p>
            <a:pPr algn="ctr"/>
            <a:r>
              <a:rPr sz="1300" b="1">
                <a:solidFill>
                  <a:srgbClr val="002868"/>
                </a:solidFill>
              </a:rPr>
              <a:t>Wins / Starts</a:t>
            </a:r>
          </a:p>
          <a:p>
            <a:pPr algn="ctr"/>
            <a:r>
              <a:rPr sz="1100">
                <a:solidFill>
                  <a:srgbClr val="555555"/>
                </a:solidFill>
              </a:rPr>
              <a:t>Undefeated through May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7560" y="1371600"/>
            <a:ext cx="2697480" cy="1737360"/>
          </a:xfrm>
          <a:prstGeom prst="round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37560" y="1417320"/>
            <a:ext cx="26974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C8102E"/>
                </a:solidFill>
              </a:rPr>
              <a:t>1st</a:t>
            </a:r>
          </a:p>
          <a:p>
            <a:pPr algn="ctr"/>
            <a:r>
              <a:rPr sz="1300" b="1">
                <a:solidFill>
                  <a:srgbClr val="002868"/>
                </a:solidFill>
              </a:rPr>
              <a:t>Samarkand Para Cup</a:t>
            </a:r>
          </a:p>
          <a:p>
            <a:pPr algn="ctr"/>
            <a:r>
              <a:rPr sz="1100">
                <a:solidFill>
                  <a:srgbClr val="555555"/>
                </a:solidFill>
              </a:rPr>
              <a:t>Apr 26 · 4 finishers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2697480" cy="1737360"/>
          </a:xfrm>
          <a:prstGeom prst="round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417320"/>
            <a:ext cx="26974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C8102E"/>
                </a:solidFill>
              </a:rPr>
              <a:t>1st</a:t>
            </a:r>
          </a:p>
          <a:p>
            <a:pPr algn="ctr"/>
            <a:r>
              <a:rPr sz="1300" b="1">
                <a:solidFill>
                  <a:srgbClr val="002868"/>
                </a:solidFill>
              </a:rPr>
              <a:t>Yokohama WPS</a:t>
            </a:r>
          </a:p>
          <a:p>
            <a:pPr algn="ctr"/>
            <a:r>
              <a:rPr sz="1100">
                <a:solidFill>
                  <a:srgbClr val="555555"/>
                </a:solidFill>
              </a:rPr>
              <a:t>May 16 · 8 finishers · first WPS win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98280" y="1371600"/>
            <a:ext cx="2697480" cy="1737360"/>
          </a:xfrm>
          <a:prstGeom prst="round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98280" y="1417320"/>
            <a:ext cx="26974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C8102E"/>
                </a:solidFill>
              </a:rPr>
              <a:t>1:03:56</a:t>
            </a:r>
          </a:p>
          <a:p>
            <a:pPr algn="ctr"/>
            <a:r>
              <a:rPr sz="1300" b="1">
                <a:solidFill>
                  <a:srgbClr val="002868"/>
                </a:solidFill>
              </a:rPr>
              <a:t>Yokohama total time</a:t>
            </a:r>
          </a:p>
          <a:p>
            <a:pPr algn="ctr"/>
            <a:r>
              <a:rPr sz="1100">
                <a:solidFill>
                  <a:srgbClr val="555555"/>
                </a:solidFill>
              </a:rPr>
              <a:t>Career-best sprint result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832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2868"/>
                </a:solidFill>
              </a:rPr>
              <a:t>Yokohama WPS — winning margin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3794760"/>
          <a:ext cx="6858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Pos</a:t>
                      </a:r>
                    </a:p>
                  </a:txBody>
                  <a:tcPr>
                    <a:solidFill>
                      <a:srgbClr val="0028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Athlete</a:t>
                      </a:r>
                    </a:p>
                  </a:txBody>
                  <a:tcPr>
                    <a:solidFill>
                      <a:srgbClr val="0028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Swim</a:t>
                      </a:r>
                    </a:p>
                  </a:txBody>
                  <a:tcPr>
                    <a:solidFill>
                      <a:srgbClr val="0028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Bike</a:t>
                      </a:r>
                    </a:p>
                  </a:txBody>
                  <a:tcPr>
                    <a:solidFill>
                      <a:srgbClr val="0028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Run</a:t>
                      </a:r>
                    </a:p>
                  </a:txBody>
                  <a:tcPr>
                    <a:solidFill>
                      <a:srgbClr val="0028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00286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/>
                        <a:t>1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/>
                        <a:t>McClain Hermes B1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/>
                        <a:t>12:21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/>
                        <a:t>27:18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/>
                        <a:t>21:49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/>
                        <a:t>1:03:56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/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Maggie Sandles B3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12:13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27:34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21:46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1:06:51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/>
                        <a:t>3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Taylor Talbot B2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12:50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28:31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20:59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1:08:15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680960" y="3383280"/>
            <a:ext cx="42062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2868"/>
                </a:solidFill>
              </a:rPr>
              <a:t>What this start confirms</a:t>
            </a:r>
          </a:p>
          <a:p>
            <a:r>
              <a:rPr sz="1200">
                <a:solidFill>
                  <a:srgbClr val="555555"/>
                </a:solidFill>
              </a:rPr>
              <a:t>• 2 wins from 2 starts — first WPS Series victory of her career.</a:t>
            </a:r>
          </a:p>
          <a:p>
            <a:r>
              <a:rPr sz="1200">
                <a:solidFill>
                  <a:srgbClr val="555555"/>
                </a:solidFill>
              </a:rPr>
              <a:t>• Won Yokohama by 2:55 over 2nd place in an 8-deep field — biggest margin she has put on a deep PTVI field.</a:t>
            </a:r>
          </a:p>
          <a:p>
            <a:r>
              <a:rPr sz="1200">
                <a:solidFill>
                  <a:srgbClr val="555555"/>
                </a:solidFill>
              </a:rPr>
              <a:t>• Bike was the race-fastest split.</a:t>
            </a:r>
          </a:p>
          <a:p>
            <a:r>
              <a:rPr sz="1200">
                <a:solidFill>
                  <a:srgbClr val="555555"/>
                </a:solidFill>
              </a:rPr>
              <a:t>• Open question: neither Rodriguez (B1, defending Paralympic champ) nor Tarantello (B3, recent Worlds medallist) raced. True championship-field gap is still TBD until they meet at Worlds.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