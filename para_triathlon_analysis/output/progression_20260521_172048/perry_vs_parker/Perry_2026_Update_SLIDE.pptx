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2026 Season Update — Emelia Perry vs Lauren Parker</a:t>
            </a:r>
          </a:p>
          <a:p>
            <a:r>
              <a:rPr sz="1400">
                <a:solidFill>
                  <a:srgbClr val="555555"/>
                </a:solidFill>
              </a:rPr>
              <a:t>2026 World Triathlon Para Series Yokohama · May 16, 2026 · finished 2nd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697480" cy="1737360"/>
          </a:xfrm>
          <a:prstGeom prst="round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26974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C8102E"/>
                </a:solidFill>
              </a:rPr>
              <a:t>2nd</a:t>
            </a:r>
          </a:p>
          <a:p>
            <a:pPr algn="ctr"/>
            <a:r>
              <a:rPr sz="1400" b="1">
                <a:solidFill>
                  <a:srgbClr val="002868"/>
                </a:solidFill>
              </a:rPr>
              <a:t>Yokohama WPS finish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vs Parker (gold)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371600"/>
            <a:ext cx="2697480" cy="1737360"/>
          </a:xfrm>
          <a:prstGeom prst="round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37560" y="1417320"/>
            <a:ext cx="26974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C8102E"/>
                </a:solidFill>
              </a:rPr>
              <a:t>+105s</a:t>
            </a:r>
          </a:p>
          <a:p>
            <a:pPr algn="ctr"/>
            <a:r>
              <a:rPr sz="1400" b="1">
                <a:solidFill>
                  <a:srgbClr val="002868"/>
                </a:solidFill>
              </a:rPr>
              <a:t>Total deficit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2025 avg was +133s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2697480" cy="1737360"/>
          </a:xfrm>
          <a:prstGeom prst="round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417320"/>
            <a:ext cx="26974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C8102E"/>
                </a:solidFill>
              </a:rPr>
              <a:t>+40s</a:t>
            </a:r>
          </a:p>
          <a:p>
            <a:pPr algn="ctr"/>
            <a:r>
              <a:rPr sz="1400" b="1">
                <a:solidFill>
                  <a:srgbClr val="002868"/>
                </a:solidFill>
              </a:rPr>
              <a:t>Bike deficit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2025 avg was +99s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371600"/>
            <a:ext cx="2697480" cy="1737360"/>
          </a:xfrm>
          <a:prstGeom prst="round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98280" y="1417320"/>
            <a:ext cx="26974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C8102E"/>
                </a:solidFill>
              </a:rPr>
              <a:t>-34s</a:t>
            </a:r>
          </a:p>
          <a:p>
            <a:pPr algn="ctr"/>
            <a:r>
              <a:rPr sz="1400" b="1">
                <a:solidFill>
                  <a:srgbClr val="002868"/>
                </a:solidFill>
              </a:rPr>
              <a:t>Run deficit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Perry faster on run again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832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2868"/>
                </a:solidFill>
              </a:rPr>
              <a:t>Race splits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794760"/>
          <a:ext cx="685800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72291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Segment</a:t>
                      </a:r>
                    </a:p>
                  </a:txBody>
                  <a:tcPr>
                    <a:solidFill>
                      <a:srgbClr val="0028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Perry</a:t>
                      </a:r>
                    </a:p>
                  </a:txBody>
                  <a:tcPr>
                    <a:solidFill>
                      <a:srgbClr val="0028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Parker</a:t>
                      </a:r>
                    </a:p>
                  </a:txBody>
                  <a:tcPr>
                    <a:solidFill>
                      <a:srgbClr val="0028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Δ</a:t>
                      </a:r>
                    </a:p>
                  </a:txBody>
                  <a:tcPr>
                    <a:solidFill>
                      <a:srgbClr val="002868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300"/>
                        <a:t>Swim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14:00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12:15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8102E"/>
                          </a:solidFill>
                        </a:rPr>
                        <a:t>+105s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300"/>
                        <a:t>T1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2:26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2:24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8102E"/>
                          </a:solidFill>
                        </a:rPr>
                        <a:t>+2s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300"/>
                        <a:t>Bike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31:08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30:28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8102E"/>
                          </a:solidFill>
                        </a:rPr>
                        <a:t>+40s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300"/>
                        <a:t>T2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1:00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1:08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2868"/>
                          </a:solidFill>
                        </a:rPr>
                        <a:t>-8s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300"/>
                        <a:t>Run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12:50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13:24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2868"/>
                          </a:solidFill>
                        </a:rPr>
                        <a:t>-34s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372294">
                <a:tc>
                  <a:txBody>
                    <a:bodyPr/>
                    <a:lstStyle/>
                    <a:p>
                      <a:r>
                        <a:rPr sz="1300"/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1:01:24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59:39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8102E"/>
                          </a:solidFill>
                        </a:rPr>
                        <a:t>+105s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680960" y="3383280"/>
            <a:ext cx="4206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2868"/>
                </a:solidFill>
              </a:rPr>
              <a:t>What this race confirms</a:t>
            </a:r>
          </a:p>
          <a:p>
            <a:r>
              <a:rPr sz="1200">
                <a:solidFill>
                  <a:srgbClr val="555555"/>
                </a:solidFill>
              </a:rPr>
              <a:t>• Bike gap fell to 40s — the smallest single-race bike deficit in her career vs Parker.</a:t>
            </a:r>
          </a:p>
          <a:p>
            <a:r>
              <a:rPr sz="1200">
                <a:solidFill>
                  <a:srgbClr val="555555"/>
                </a:solidFill>
              </a:rPr>
              <a:t>• Perry beat Parker on the run by 34s, her 4th consecutive race ahead.</a:t>
            </a:r>
          </a:p>
          <a:p>
            <a:r>
              <a:rPr sz="1200">
                <a:solidFill>
                  <a:srgbClr val="555555"/>
                </a:solidFill>
              </a:rPr>
              <a:t>• Total of 105s is consistent with the 2025 trajectory — the gains held into 2026.</a:t>
            </a:r>
          </a:p>
          <a:p>
            <a:r>
              <a:rPr sz="1200">
                <a:solidFill>
                  <a:srgbClr val="555555"/>
                </a:solidFill>
              </a:rPr>
              <a:t>• Open question: swim deficit (+1:45) is the remaining headline gap. Coaching focus for the next block.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