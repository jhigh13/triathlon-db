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McClain Hermes</a:t>
            </a:r>
          </a:p>
          <a:p>
            <a:r>
              <a:rPr sz="2800">
                <a:solidFill>
                  <a:srgbClr val="C8102E"/>
                </a:solidFill>
              </a:rPr>
              <a:t>PTVI Progression vs Rodriguez (B1) &amp; Tarantello (B3)</a:t>
            </a:r>
          </a:p>
          <a:p>
            <a:r>
              <a:rPr sz="1400">
                <a:solidFill>
                  <a:srgbClr val="555555"/>
                </a:solidFill>
              </a:rPr>
              <a:t>17 career races · 5 vs Rodriguez · 3 vs Tarantello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Fast swimmer, narrowing the bike gap, and a step-change in run pace in 2025.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-14.8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swim vs podium</a:t>
            </a:r>
            <a:br/>
            <a:r>
              <a:t>(sec / 100m)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+3.1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bike vs podium</a:t>
            </a:r>
            <a:br/>
            <a:r>
              <a:t>(sec / 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-5.8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run vs podium</a:t>
            </a:r>
            <a:br/>
            <a:r>
              <a:t>(sec / 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3.5→2.2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Avg finish position</a:t>
            </a:r>
            <a:br/>
            <a:r>
              <a:t>2023 →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Pace Trend — All PTVI Races</a:t>
            </a:r>
          </a:p>
        </p:txBody>
      </p:sp>
      <p:pic>
        <p:nvPicPr>
          <p:cNvPr id="3" name="Picture 2" descr="fig1_pa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9856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Hermes. Grey = podium avg excl. Hermes. Navy diamonds = Rodriguez B1. Gold triangles = Tarantello B3.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Yearly Avg Pace Deficit vs Podium</a:t>
            </a:r>
          </a:p>
        </p:txBody>
      </p:sp>
      <p:pic>
        <p:nvPicPr>
          <p:cNvPr id="3" name="Picture 2" descr="fig2_yearly_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42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 slower than podium. Navy = Hermes faster.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Susana Rodriguez (B1) — 5 overlap races</a:t>
            </a:r>
          </a:p>
        </p:txBody>
      </p:sp>
      <p:pic>
        <p:nvPicPr>
          <p:cNvPr id="3" name="Picture 2" descr="fig3_rodriguez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594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 behind. Navy = Hermes ahead.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Francesca Tarantello (B3) — 3 overlap races</a:t>
            </a:r>
          </a:p>
        </p:txBody>
      </p:sp>
      <p:pic>
        <p:nvPicPr>
          <p:cNvPr id="3" name="Picture 2" descr="fig4_tarantello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602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Tarantello is in the B3 sub-class — comparison uses official factor-adjusted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•  Direct overlap data is thin: 5 races vs Rodriguez, 3 vs Tarantello. Per-race charts are more honest than year-over-year averaging.</a:t>
            </a:r>
          </a:p>
          <a:p>
            <a:r>
              <a:rPr sz="1400">
                <a:solidFill>
                  <a:srgbClr val="333333"/>
                </a:solidFill>
              </a:rPr>
              <a:t>•  Two 2025 races (Calima Cont. Champs, Tata WC) had only 3 finishers; Hermes was on the podium in both. The 2025 'vs podium avg' yearly number is favorably skewed by those tiny fields.</a:t>
            </a:r>
          </a:p>
          <a:p>
            <a:r>
              <a:rPr sz="1400">
                <a:solidFill>
                  <a:srgbClr val="333333"/>
                </a:solidFill>
              </a:rPr>
              <a:t>•  Hermes and Rodriguez are both B1; Tarantello is B3. PTVI results are factor-adjusted to equalize across sub-classes — the deficits shown are the gap on official classification.</a:t>
            </a:r>
          </a:p>
          <a:p>
            <a:r>
              <a:rPr sz="14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