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002868"/>
                </a:solidFill>
              </a:rPr>
              <a:t>Emelia Perry</a:t>
            </a:r>
          </a:p>
          <a:p>
            <a:r>
              <a:rPr sz="2800">
                <a:solidFill>
                  <a:srgbClr val="C8102E"/>
                </a:solidFill>
              </a:rPr>
              <a:t>PTWC Progression vs Lauren Parker, 2023–2025</a:t>
            </a:r>
          </a:p>
          <a:p>
            <a:r>
              <a:rPr sz="1400">
                <a:solidFill>
                  <a:srgbClr val="555555"/>
                </a:solidFill>
              </a:rPr>
              <a:t>9 head-to-head races · World Triathlon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Story</a:t>
            </a:r>
          </a:p>
          <a:p>
            <a:r>
              <a:rPr sz="1400">
                <a:solidFill>
                  <a:srgbClr val="555555"/>
                </a:solidFill>
              </a:rPr>
              <a:t>Closing the gap on the Paralympic gold medalist — every segment, every year.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C8102E"/>
                </a:solidFill>
              </a:rPr>
              <a:t>76%</a:t>
            </a:r>
          </a:p>
          <a:p>
            <a:pPr algn="ctr"/>
            <a:r>
              <a:rPr sz="1400">
                <a:solidFill>
                  <a:srgbClr val="002868"/>
                </a:solidFill>
              </a:rPr>
              <a:t>Total deficit reduction</a:t>
            </a:r>
            <a:br/>
            <a:r>
              <a:t>(2023 → 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0" y="18288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C8102E"/>
                </a:solidFill>
              </a:rPr>
              <a:t>74%</a:t>
            </a:r>
          </a:p>
          <a:p>
            <a:pPr algn="ctr"/>
            <a:r>
              <a:rPr sz="1400">
                <a:solidFill>
                  <a:srgbClr val="002868"/>
                </a:solidFill>
              </a:rPr>
              <a:t>Bike deficit reduction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8288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C8102E"/>
                </a:solidFill>
              </a:rPr>
              <a:t>-47s</a:t>
            </a:r>
          </a:p>
          <a:p>
            <a:pPr algn="ctr"/>
            <a:r>
              <a:rPr sz="1400">
                <a:solidFill>
                  <a:srgbClr val="002868"/>
                </a:solidFill>
              </a:rPr>
              <a:t>2025 run advantage</a:t>
            </a:r>
            <a:br/>
            <a:r>
              <a:t>(Perry ahead)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18288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C8102E"/>
                </a:solidFill>
              </a:rPr>
              <a:t>7th → 2.3</a:t>
            </a:r>
          </a:p>
          <a:p>
            <a:pPr algn="ctr"/>
            <a:r>
              <a:rPr sz="1400">
                <a:solidFill>
                  <a:srgbClr val="002868"/>
                </a:solidFill>
              </a:rPr>
              <a:t>Avg finish position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Sprint Yearly Deficit vs Lauren Parker</a:t>
            </a:r>
          </a:p>
        </p:txBody>
      </p:sp>
      <p:pic>
        <p:nvPicPr>
          <p:cNvPr id="3" name="Picture 2" descr="fig1_yearly_defic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38428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Red = Perry behind. Navy = Perry ahead. n = sprint races per year.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Average Finish Position by Year</a:t>
            </a:r>
          </a:p>
        </p:txBody>
      </p:sp>
      <p:pic>
        <p:nvPicPr>
          <p:cNvPr id="3" name="Picture 2" descr="fig2_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67917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Lower bar = better finish. Perry has gone from avg 7th to avg 2.5 in PTWC sprint racing.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Every Overlap Race — Per-Segment Deficit</a:t>
            </a:r>
          </a:p>
        </p:txBody>
      </p:sp>
      <p:pic>
        <p:nvPicPr>
          <p:cNvPr id="3" name="Picture 2" descr="fig3_per_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4308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Gold marker = standard-distance race (2025 Worlds, Wollongong).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2025 World Championships, Wollongong — Worlds Silver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C8102E"/>
                </a:solidFill>
              </a:rPr>
              <a:t>Silver — +70s on total time</a:t>
            </a:r>
          </a:p>
          <a:p>
            <a:r>
              <a:rPr sz="2200">
                <a:solidFill>
                  <a:srgbClr val="002868"/>
                </a:solidFill>
              </a:rPr>
              <a:t>Perry beat Parker on the run by 76s at PTWC Worlds.</a:t>
            </a:r>
          </a:p>
          <a:p>
            <a:r>
              <a:t> </a:t>
            </a:r>
          </a:p>
          <a:p>
            <a:r>
              <a:rPr sz="1600">
                <a:solidFill>
                  <a:srgbClr val="555555"/>
                </a:solidFill>
              </a:rPr>
              <a:t>Best individual head-to-head result of Perry's career — confirms the 2025 fitness step.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</a:rPr>
              <a:t>•  Both athletes race in the H1 wheelchair sub-class — within-class comparison is exact (no time-factor effects).</a:t>
            </a:r>
          </a:p>
          <a:p>
            <a:r>
              <a:rPr sz="1600">
                <a:solidFill>
                  <a:srgbClr val="333333"/>
                </a:solidFill>
              </a:rPr>
              <a:t>•  2025 sprint sample is 2 races (Magog, Montreal); 2025 standard sample is 1 race (Wollongong). Further 2026 races will tighten the yearly averages.</a:t>
            </a:r>
          </a:p>
          <a:p>
            <a:r>
              <a:rPr sz="1600">
                <a:solidFill>
                  <a:srgbClr val="333333"/>
                </a:solidFill>
              </a:rPr>
              <a:t>•  Source: World Triathlon official results — race_results and events tables.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