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642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>
                <a:solidFill>
                  <a:srgbClr val="002868"/>
                </a:solidFill>
              </a:rPr>
              <a:t>Para Performance Funnels</a:t>
            </a:r>
          </a:p>
          <a:p>
            <a:r>
              <a:rPr sz="2200">
                <a:solidFill>
                  <a:srgbClr val="C8102E"/>
                </a:solidFill>
              </a:rPr>
              <a:t>USA athletes vs the medalist standard — Elo rating by years of experience</a:t>
            </a:r>
          </a:p>
          <a:p>
            <a:r>
              <a:rPr sz="1300">
                <a:solidFill>
                  <a:srgbClr val="555555"/>
                </a:solidFill>
              </a:rPr>
              <a:t>Benchmark = Paralympic (Tokyo 2020 + Paris 2024) + World Championship medalists. PTVI · PTWC · PTS3.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2868"/>
                </a:solidFill>
              </a:rPr>
              <a:t>Women's PTVI — Performance Funnel</a:t>
            </a:r>
          </a:p>
        </p:txBody>
      </p:sp>
      <p:pic>
        <p:nvPicPr>
          <p:cNvPr id="3" name="Picture 2" descr="funnel_PTVI_Wo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60159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Gray = 5 benchmark athletes (Tokyo 2020 + Paris 2024 + Wollongong 2025 medalists). Blue = top USA by event count: Amy Dixon, McClain Hermes, Elizabeth Baker. Open marker (≥) = athlete's career predates our 2017 data floor.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2868"/>
                </a:solidFill>
              </a:rPr>
              <a:t>Men's PTVI — Performance Funnel</a:t>
            </a:r>
          </a:p>
        </p:txBody>
      </p:sp>
      <p:pic>
        <p:nvPicPr>
          <p:cNvPr id="3" name="Picture 2" descr="funnel_PTVI_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60159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Gray = 7 benchmark athletes (Tokyo 2020 + Paris 2024 + Wollongong 2025 medalists). Blue = top USA by event count: Owen Cravens, Kyle Coon, Aaron Scheidies. Open marker (≥) = athlete's career predates our 2017 data floor.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2868"/>
                </a:solidFill>
              </a:rPr>
              <a:t>Women's PTS3 — Performance Funnel</a:t>
            </a:r>
          </a:p>
        </p:txBody>
      </p:sp>
      <p:pic>
        <p:nvPicPr>
          <p:cNvPr id="3" name="Picture 2" descr="funnel_PTS3_Wo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60159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Gray = 7 benchmark athletes (World Championship medalists since 2021). Blue = top USA by event count: Rachel Watts, Hannah Longmire. Open marker (≥) = athlete's career predates our 2017 data floor.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2868"/>
                </a:solidFill>
              </a:rPr>
              <a:t>Women's PTWC — Performance Funnel</a:t>
            </a:r>
          </a:p>
        </p:txBody>
      </p:sp>
      <p:pic>
        <p:nvPicPr>
          <p:cNvPr id="3" name="Picture 2" descr="funnel_PTWC_Wo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1560"/>
            <a:ext cx="11247120" cy="601590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555555"/>
                </a:solidFill>
              </a:rPr>
              <a:t>Gray = 6 benchmark athletes (Tokyo 2020 + Paris 2024 + Wollongong 2025 medalists). Blue = top USA by event count: Kendall Gretsch, Emelia Perry, Skyler Fisher. Open marker (≥) = athlete's career predates our 2017 data floor.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02868"/>
                </a:solidFill>
              </a:rPr>
              <a:t>How to Read These Funnels — Notes &amp; Caveats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X-axis is YEARS OF EXPERIENCE, not age — para athletes enter the sport at very different ages, so experience (time since first para race) is the fairer development clock.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Y-axis is Elo rating computed WITHIN each category pool (PTVI, PTWC, PTS3 are separate competition pools). Ratings are not comparable across categories. All athletes start at 1500.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The gray band is the 25th–75th percentile of medalist trajectories; the dashed line is the median — this is the 'medal-capable' development corridor. Blue USA lines below the band are developing toward it.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DATA FLOOR: our para history begins 2017-03-11. Athletes who competed before then are left-censored (open '≥' marker) — their true experience is higher than plotted, so their curve should be read as shifted right.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AGE: a true age overlay was not feasible — only ~19% of benchmark medalists have a birth year on file. Qualitatively, PTVI/PTWC medalists tend to peak (highest Elo) around 6–10 years of experience, with several still climbing past year 10; the band's downturn at the far right reflects late-career medalists rather than a hard experience ceiling.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A USA athlete who is also a medalist (e.g. Kendall Gretsch) appears BOTH as a blue line and inside the gray band — they are part of the standard they are measured against.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55555"/>
                </a:solidFill>
              </a:rPr>
              <a:t>•  Source: World Triathlon official results (race_results, events). Elo: pairwise, field-size-scaled K, tier-weighted (Worlds/Paralympics weighted highest).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