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2"/>
  </p:notesMasterIdLst>
  <p:sldIdLst>
    <p:sldId id="260" r:id="rId2"/>
    <p:sldId id="332" r:id="rId3"/>
    <p:sldId id="334" r:id="rId4"/>
    <p:sldId id="336" r:id="rId5"/>
    <p:sldId id="342" r:id="rId6"/>
    <p:sldId id="344" r:id="rId7"/>
    <p:sldId id="339" r:id="rId8"/>
    <p:sldId id="340" r:id="rId9"/>
    <p:sldId id="341" r:id="rId10"/>
    <p:sldId id="338" r:id="rId11"/>
  </p:sldIdLst>
  <p:sldSz cx="9144000" cy="6858000" type="letter"/>
  <p:notesSz cx="6858000" cy="9144000"/>
  <p:custDataLst>
    <p:tags r:id="rId1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CC8452-AFC5-4125-8303-A8C1986B1E40}" v="29" dt="2026-02-02T22:37:14.7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54" autoAdjust="0"/>
    <p:restoredTop sz="94660"/>
  </p:normalViewPr>
  <p:slideViewPr>
    <p:cSldViewPr snapToGrid="0">
      <p:cViewPr varScale="1">
        <p:scale>
          <a:sx n="151" d="100"/>
          <a:sy n="151" d="100"/>
        </p:scale>
        <p:origin x="1992"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High" userId="b5ddfa0b2f145b97" providerId="LiveId" clId="{D9F295B5-DBEC-4A4C-BCB9-D40FDF9AC9EE}"/>
    <pc:docChg chg="undo custSel addSld delSld modSld sldOrd">
      <pc:chgData name="John High" userId="b5ddfa0b2f145b97" providerId="LiveId" clId="{D9F295B5-DBEC-4A4C-BCB9-D40FDF9AC9EE}" dt="2026-02-02T23:00:09.911" v="2756" actId="1076"/>
      <pc:docMkLst>
        <pc:docMk/>
      </pc:docMkLst>
      <pc:sldChg chg="modSp mod">
        <pc:chgData name="John High" userId="b5ddfa0b2f145b97" providerId="LiveId" clId="{D9F295B5-DBEC-4A4C-BCB9-D40FDF9AC9EE}" dt="2026-01-12T21:59:28.809" v="239" actId="20577"/>
        <pc:sldMkLst>
          <pc:docMk/>
          <pc:sldMk cId="577070973" sldId="260"/>
        </pc:sldMkLst>
        <pc:spChg chg="mod">
          <ac:chgData name="John High" userId="b5ddfa0b2f145b97" providerId="LiveId" clId="{D9F295B5-DBEC-4A4C-BCB9-D40FDF9AC9EE}" dt="2026-01-12T21:59:28.809" v="239" actId="20577"/>
          <ac:spMkLst>
            <pc:docMk/>
            <pc:sldMk cId="577070973" sldId="260"/>
            <ac:spMk id="2" creationId="{84238A49-7EDD-4219-8A92-0D31288F49C0}"/>
          </ac:spMkLst>
        </pc:spChg>
      </pc:sldChg>
      <pc:sldChg chg="addSp delSp modSp mod">
        <pc:chgData name="John High" userId="b5ddfa0b2f145b97" providerId="LiveId" clId="{D9F295B5-DBEC-4A4C-BCB9-D40FDF9AC9EE}" dt="2026-02-02T22:23:17.775" v="2423" actId="164"/>
        <pc:sldMkLst>
          <pc:docMk/>
          <pc:sldMk cId="1744436007" sldId="334"/>
        </pc:sldMkLst>
        <pc:spChg chg="add del mod">
          <ac:chgData name="John High" userId="b5ddfa0b2f145b97" providerId="LiveId" clId="{D9F295B5-DBEC-4A4C-BCB9-D40FDF9AC9EE}" dt="2026-02-02T22:18:17.752" v="2312" actId="478"/>
          <ac:spMkLst>
            <pc:docMk/>
            <pc:sldMk cId="1744436007" sldId="334"/>
            <ac:spMk id="3" creationId="{767046A8-975A-F8D7-307D-C54300F277CE}"/>
          </ac:spMkLst>
        </pc:spChg>
        <pc:spChg chg="add mod">
          <ac:chgData name="John High" userId="b5ddfa0b2f145b97" providerId="LiveId" clId="{D9F295B5-DBEC-4A4C-BCB9-D40FDF9AC9EE}" dt="2026-02-02T22:23:17.775" v="2423" actId="164"/>
          <ac:spMkLst>
            <pc:docMk/>
            <pc:sldMk cId="1744436007" sldId="334"/>
            <ac:spMk id="6" creationId="{44560C47-10F3-F3E2-8186-9C5327D246EC}"/>
          </ac:spMkLst>
        </pc:spChg>
        <pc:spChg chg="del mod">
          <ac:chgData name="John High" userId="b5ddfa0b2f145b97" providerId="LiveId" clId="{D9F295B5-DBEC-4A4C-BCB9-D40FDF9AC9EE}" dt="2026-02-02T22:18:39.740" v="2318" actId="478"/>
          <ac:spMkLst>
            <pc:docMk/>
            <pc:sldMk cId="1744436007" sldId="334"/>
            <ac:spMk id="7" creationId="{A0CFEB88-277D-7FC6-D122-D141A30DBD51}"/>
          </ac:spMkLst>
        </pc:spChg>
        <pc:spChg chg="add mod">
          <ac:chgData name="John High" userId="b5ddfa0b2f145b97" providerId="LiveId" clId="{D9F295B5-DBEC-4A4C-BCB9-D40FDF9AC9EE}" dt="2026-02-02T22:23:17.775" v="2423" actId="164"/>
          <ac:spMkLst>
            <pc:docMk/>
            <pc:sldMk cId="1744436007" sldId="334"/>
            <ac:spMk id="8" creationId="{E9B8C790-95EA-468A-A6C6-9D8468941687}"/>
          </ac:spMkLst>
        </pc:spChg>
        <pc:spChg chg="mod">
          <ac:chgData name="John High" userId="b5ddfa0b2f145b97" providerId="LiveId" clId="{D9F295B5-DBEC-4A4C-BCB9-D40FDF9AC9EE}" dt="2026-02-02T22:23:17.775" v="2423" actId="164"/>
          <ac:spMkLst>
            <pc:docMk/>
            <pc:sldMk cId="1744436007" sldId="334"/>
            <ac:spMk id="9" creationId="{464003D7-698A-9815-FF60-DA1511CF6946}"/>
          </ac:spMkLst>
        </pc:spChg>
        <pc:spChg chg="add mod">
          <ac:chgData name="John High" userId="b5ddfa0b2f145b97" providerId="LiveId" clId="{D9F295B5-DBEC-4A4C-BCB9-D40FDF9AC9EE}" dt="2026-02-02T22:23:17.775" v="2423" actId="164"/>
          <ac:spMkLst>
            <pc:docMk/>
            <pc:sldMk cId="1744436007" sldId="334"/>
            <ac:spMk id="10" creationId="{56D84FFD-1DAB-55AA-B347-11761257AD9B}"/>
          </ac:spMkLst>
        </pc:spChg>
        <pc:spChg chg="mod">
          <ac:chgData name="John High" userId="b5ddfa0b2f145b97" providerId="LiveId" clId="{D9F295B5-DBEC-4A4C-BCB9-D40FDF9AC9EE}" dt="2026-01-12T21:58:29.626" v="78" actId="20577"/>
          <ac:spMkLst>
            <pc:docMk/>
            <pc:sldMk cId="1744436007" sldId="334"/>
            <ac:spMk id="13" creationId="{A5852601-1931-68FC-E6D4-8B9ADA8D6169}"/>
          </ac:spMkLst>
        </pc:spChg>
        <pc:spChg chg="mod">
          <ac:chgData name="John High" userId="b5ddfa0b2f145b97" providerId="LiveId" clId="{D9F295B5-DBEC-4A4C-BCB9-D40FDF9AC9EE}" dt="2026-02-02T22:23:17.775" v="2423" actId="164"/>
          <ac:spMkLst>
            <pc:docMk/>
            <pc:sldMk cId="1744436007" sldId="334"/>
            <ac:spMk id="14" creationId="{2862DDBF-6917-6F61-D501-ECE7ABAD2134}"/>
          </ac:spMkLst>
        </pc:spChg>
        <pc:grpChg chg="add mod">
          <ac:chgData name="John High" userId="b5ddfa0b2f145b97" providerId="LiveId" clId="{D9F295B5-DBEC-4A4C-BCB9-D40FDF9AC9EE}" dt="2026-02-02T22:23:17.775" v="2423" actId="164"/>
          <ac:grpSpMkLst>
            <pc:docMk/>
            <pc:sldMk cId="1744436007" sldId="334"/>
            <ac:grpSpMk id="11" creationId="{683B89D9-652F-F3FB-4346-975AB4D9313C}"/>
          </ac:grpSpMkLst>
        </pc:grpChg>
      </pc:sldChg>
      <pc:sldChg chg="addSp delSp modSp mod modShow">
        <pc:chgData name="John High" userId="b5ddfa0b2f145b97" providerId="LiveId" clId="{D9F295B5-DBEC-4A4C-BCB9-D40FDF9AC9EE}" dt="2026-01-26T15:19:14.110" v="930"/>
        <pc:sldMkLst>
          <pc:docMk/>
          <pc:sldMk cId="1196106289" sldId="336"/>
        </pc:sldMkLst>
        <pc:spChg chg="add mod">
          <ac:chgData name="John High" userId="b5ddfa0b2f145b97" providerId="LiveId" clId="{D9F295B5-DBEC-4A4C-BCB9-D40FDF9AC9EE}" dt="2026-01-26T15:19:14.110" v="930"/>
          <ac:spMkLst>
            <pc:docMk/>
            <pc:sldMk cId="1196106289" sldId="336"/>
            <ac:spMk id="3" creationId="{3478163B-9A4B-3106-50D0-74F59E8F11DD}"/>
          </ac:spMkLst>
        </pc:spChg>
        <pc:spChg chg="mod">
          <ac:chgData name="John High" userId="b5ddfa0b2f145b97" providerId="LiveId" clId="{D9F295B5-DBEC-4A4C-BCB9-D40FDF9AC9EE}" dt="2026-01-26T15:12:07.711" v="799" actId="20577"/>
          <ac:spMkLst>
            <pc:docMk/>
            <pc:sldMk cId="1196106289" sldId="336"/>
            <ac:spMk id="7" creationId="{96C0878B-BD51-351D-3061-074C31A13923}"/>
          </ac:spMkLst>
        </pc:spChg>
        <pc:spChg chg="add mod">
          <ac:chgData name="John High" userId="b5ddfa0b2f145b97" providerId="LiveId" clId="{D9F295B5-DBEC-4A4C-BCB9-D40FDF9AC9EE}" dt="2026-01-26T15:18:26.033" v="926" actId="14100"/>
          <ac:spMkLst>
            <pc:docMk/>
            <pc:sldMk cId="1196106289" sldId="336"/>
            <ac:spMk id="11" creationId="{4764890F-FBF8-4161-5091-EB9FA07AEA1E}"/>
          </ac:spMkLst>
        </pc:spChg>
        <pc:spChg chg="mod">
          <ac:chgData name="John High" userId="b5ddfa0b2f145b97" providerId="LiveId" clId="{D9F295B5-DBEC-4A4C-BCB9-D40FDF9AC9EE}" dt="2026-01-12T21:59:17.461" v="231" actId="20577"/>
          <ac:spMkLst>
            <pc:docMk/>
            <pc:sldMk cId="1196106289" sldId="336"/>
            <ac:spMk id="13" creationId="{3E9756C1-4FFE-505A-E2FF-63E46643F6DF}"/>
          </ac:spMkLst>
        </pc:spChg>
        <pc:spChg chg="mod">
          <ac:chgData name="John High" userId="b5ddfa0b2f145b97" providerId="LiveId" clId="{D9F295B5-DBEC-4A4C-BCB9-D40FDF9AC9EE}" dt="2026-01-26T15:11:59.090" v="786" actId="20577"/>
          <ac:spMkLst>
            <pc:docMk/>
            <pc:sldMk cId="1196106289" sldId="336"/>
            <ac:spMk id="14" creationId="{1418D66B-0BE8-6288-8069-01939D7467B1}"/>
          </ac:spMkLst>
        </pc:spChg>
        <pc:graphicFrameChg chg="mod modGraphic">
          <ac:chgData name="John High" userId="b5ddfa0b2f145b97" providerId="LiveId" clId="{D9F295B5-DBEC-4A4C-BCB9-D40FDF9AC9EE}" dt="2026-01-26T15:17:14.430" v="900" actId="20577"/>
          <ac:graphicFrameMkLst>
            <pc:docMk/>
            <pc:sldMk cId="1196106289" sldId="336"/>
            <ac:graphicFrameMk id="16" creationId="{2A1A572C-C21A-119A-0B1C-2E544612E47C}"/>
          </ac:graphicFrameMkLst>
        </pc:graphicFrameChg>
        <pc:picChg chg="add mod">
          <ac:chgData name="John High" userId="b5ddfa0b2f145b97" providerId="LiveId" clId="{D9F295B5-DBEC-4A4C-BCB9-D40FDF9AC9EE}" dt="2026-01-26T15:16:54.796" v="878" actId="14100"/>
          <ac:picMkLst>
            <pc:docMk/>
            <pc:sldMk cId="1196106289" sldId="336"/>
            <ac:picMk id="10" creationId="{8C902BEC-5859-CCEC-B221-5D0AECB03266}"/>
          </ac:picMkLst>
        </pc:picChg>
      </pc:sldChg>
      <pc:sldChg chg="addSp delSp modSp mod">
        <pc:chgData name="John High" userId="b5ddfa0b2f145b97" providerId="LiveId" clId="{D9F295B5-DBEC-4A4C-BCB9-D40FDF9AC9EE}" dt="2026-01-12T22:00:46.832" v="410" actId="14100"/>
        <pc:sldMkLst>
          <pc:docMk/>
          <pc:sldMk cId="1728416381" sldId="338"/>
        </pc:sldMkLst>
        <pc:spChg chg="add mod">
          <ac:chgData name="John High" userId="b5ddfa0b2f145b97" providerId="LiveId" clId="{D9F295B5-DBEC-4A4C-BCB9-D40FDF9AC9EE}" dt="2026-01-12T21:56:01.298" v="2"/>
          <ac:spMkLst>
            <pc:docMk/>
            <pc:sldMk cId="1728416381" sldId="338"/>
            <ac:spMk id="5" creationId="{20E14CED-DB45-F230-9E55-4C90E4BDE9CB}"/>
          </ac:spMkLst>
        </pc:spChg>
        <pc:spChg chg="mod">
          <ac:chgData name="John High" userId="b5ddfa0b2f145b97" providerId="LiveId" clId="{D9F295B5-DBEC-4A4C-BCB9-D40FDF9AC9EE}" dt="2026-01-12T22:00:46.832" v="410" actId="14100"/>
          <ac:spMkLst>
            <pc:docMk/>
            <pc:sldMk cId="1728416381" sldId="338"/>
            <ac:spMk id="6" creationId="{4B0F400E-61B8-52DC-26DB-478D1313AAA1}"/>
          </ac:spMkLst>
        </pc:spChg>
        <pc:spChg chg="mod">
          <ac:chgData name="John High" userId="b5ddfa0b2f145b97" providerId="LiveId" clId="{D9F295B5-DBEC-4A4C-BCB9-D40FDF9AC9EE}" dt="2026-01-12T22:00:41.164" v="408" actId="14100"/>
          <ac:spMkLst>
            <pc:docMk/>
            <pc:sldMk cId="1728416381" sldId="338"/>
            <ac:spMk id="7" creationId="{5C52A7EC-9C50-2053-FB5C-8B53E23EA7CB}"/>
          </ac:spMkLst>
        </pc:spChg>
        <pc:spChg chg="mod">
          <ac:chgData name="John High" userId="b5ddfa0b2f145b97" providerId="LiveId" clId="{D9F295B5-DBEC-4A4C-BCB9-D40FDF9AC9EE}" dt="2026-01-12T22:00:44.066" v="409" actId="14100"/>
          <ac:spMkLst>
            <pc:docMk/>
            <pc:sldMk cId="1728416381" sldId="338"/>
            <ac:spMk id="9" creationId="{15433F18-44FF-391E-4B4C-99CFC07B8971}"/>
          </ac:spMkLst>
        </pc:spChg>
        <pc:spChg chg="mod">
          <ac:chgData name="John High" userId="b5ddfa0b2f145b97" providerId="LiveId" clId="{D9F295B5-DBEC-4A4C-BCB9-D40FDF9AC9EE}" dt="2026-01-12T22:00:29.441" v="406" actId="14100"/>
          <ac:spMkLst>
            <pc:docMk/>
            <pc:sldMk cId="1728416381" sldId="338"/>
            <ac:spMk id="13" creationId="{E98875B3-9888-8031-F29B-61EBC59E19EB}"/>
          </ac:spMkLst>
        </pc:spChg>
        <pc:graphicFrameChg chg="mod">
          <ac:chgData name="John High" userId="b5ddfa0b2f145b97" providerId="LiveId" clId="{D9F295B5-DBEC-4A4C-BCB9-D40FDF9AC9EE}" dt="2026-01-12T21:56:11.066" v="4"/>
          <ac:graphicFrameMkLst>
            <pc:docMk/>
            <pc:sldMk cId="1728416381" sldId="338"/>
            <ac:graphicFrameMk id="2" creationId="{94237839-A61E-173C-903A-390BA931049F}"/>
          </ac:graphicFrameMkLst>
        </pc:graphicFrameChg>
        <pc:picChg chg="mod">
          <ac:chgData name="John High" userId="b5ddfa0b2f145b97" providerId="LiveId" clId="{D9F295B5-DBEC-4A4C-BCB9-D40FDF9AC9EE}" dt="2026-01-12T22:00:36.123" v="407" actId="14100"/>
          <ac:picMkLst>
            <pc:docMk/>
            <pc:sldMk cId="1728416381" sldId="338"/>
            <ac:picMk id="3" creationId="{FC27F319-0AC9-0BCB-483B-1272EA6B91FE}"/>
          </ac:picMkLst>
        </pc:picChg>
      </pc:sldChg>
      <pc:sldChg chg="add ord">
        <pc:chgData name="John High" userId="b5ddfa0b2f145b97" providerId="LiveId" clId="{D9F295B5-DBEC-4A4C-BCB9-D40FDF9AC9EE}" dt="2026-01-26T15:10:30.103" v="721"/>
        <pc:sldMkLst>
          <pc:docMk/>
          <pc:sldMk cId="2256904567" sldId="339"/>
        </pc:sldMkLst>
      </pc:sldChg>
      <pc:sldChg chg="addSp delSp modSp add mod ord">
        <pc:chgData name="John High" userId="b5ddfa0b2f145b97" providerId="LiveId" clId="{D9F295B5-DBEC-4A4C-BCB9-D40FDF9AC9EE}" dt="2026-02-02T22:25:48.781" v="2489" actId="164"/>
        <pc:sldMkLst>
          <pc:docMk/>
          <pc:sldMk cId="3819206697" sldId="340"/>
        </pc:sldMkLst>
        <pc:spChg chg="add mod">
          <ac:chgData name="John High" userId="b5ddfa0b2f145b97" providerId="LiveId" clId="{D9F295B5-DBEC-4A4C-BCB9-D40FDF9AC9EE}" dt="2026-02-02T22:23:15.434" v="2420" actId="20577"/>
          <ac:spMkLst>
            <pc:docMk/>
            <pc:sldMk cId="3819206697" sldId="340"/>
            <ac:spMk id="3" creationId="{50E08CA2-E41E-B41B-FAB7-E366117C450E}"/>
          </ac:spMkLst>
        </pc:spChg>
        <pc:spChg chg="add mod">
          <ac:chgData name="John High" userId="b5ddfa0b2f145b97" providerId="LiveId" clId="{D9F295B5-DBEC-4A4C-BCB9-D40FDF9AC9EE}" dt="2026-02-02T22:22:30.170" v="2369"/>
          <ac:spMkLst>
            <pc:docMk/>
            <pc:sldMk cId="3819206697" sldId="340"/>
            <ac:spMk id="5" creationId="{CA3D07AE-AD34-CEE1-FF3F-E26888AAFC27}"/>
          </ac:spMkLst>
        </pc:spChg>
        <pc:spChg chg="add mod">
          <ac:chgData name="John High" userId="b5ddfa0b2f145b97" providerId="LiveId" clId="{D9F295B5-DBEC-4A4C-BCB9-D40FDF9AC9EE}" dt="2026-02-02T22:22:30.170" v="2369"/>
          <ac:spMkLst>
            <pc:docMk/>
            <pc:sldMk cId="3819206697" sldId="340"/>
            <ac:spMk id="6" creationId="{3C3B0272-F360-0A6A-FAB7-00D05443B063}"/>
          </ac:spMkLst>
        </pc:spChg>
        <pc:spChg chg="del mod">
          <ac:chgData name="John High" userId="b5ddfa0b2f145b97" providerId="LiveId" clId="{D9F295B5-DBEC-4A4C-BCB9-D40FDF9AC9EE}" dt="2026-02-02T22:24:22.583" v="2460" actId="478"/>
          <ac:spMkLst>
            <pc:docMk/>
            <pc:sldMk cId="3819206697" sldId="340"/>
            <ac:spMk id="7" creationId="{8F1AF2C1-601D-1830-DB61-A4A923C2FC66}"/>
          </ac:spMkLst>
        </pc:spChg>
        <pc:spChg chg="add mod">
          <ac:chgData name="John High" userId="b5ddfa0b2f145b97" providerId="LiveId" clId="{D9F295B5-DBEC-4A4C-BCB9-D40FDF9AC9EE}" dt="2026-02-02T22:22:30.170" v="2369"/>
          <ac:spMkLst>
            <pc:docMk/>
            <pc:sldMk cId="3819206697" sldId="340"/>
            <ac:spMk id="8" creationId="{BC73841B-F73B-1ED3-E265-7307FDDDABBD}"/>
          </ac:spMkLst>
        </pc:spChg>
        <pc:spChg chg="mod">
          <ac:chgData name="John High" userId="b5ddfa0b2f145b97" providerId="LiveId" clId="{D9F295B5-DBEC-4A4C-BCB9-D40FDF9AC9EE}" dt="2026-02-02T22:25:48.781" v="2489" actId="164"/>
          <ac:spMkLst>
            <pc:docMk/>
            <pc:sldMk cId="3819206697" sldId="340"/>
            <ac:spMk id="9" creationId="{86CA82D4-27C7-B965-0E8E-B4F3DF317640}"/>
          </ac:spMkLst>
        </pc:spChg>
        <pc:spChg chg="add mod">
          <ac:chgData name="John High" userId="b5ddfa0b2f145b97" providerId="LiveId" clId="{D9F295B5-DBEC-4A4C-BCB9-D40FDF9AC9EE}" dt="2026-02-02T22:22:30.170" v="2369"/>
          <ac:spMkLst>
            <pc:docMk/>
            <pc:sldMk cId="3819206697" sldId="340"/>
            <ac:spMk id="11" creationId="{75BD8223-F4D3-8FA7-D87B-6B023ED377DF}"/>
          </ac:spMkLst>
        </pc:spChg>
        <pc:spChg chg="mod">
          <ac:chgData name="John High" userId="b5ddfa0b2f145b97" providerId="LiveId" clId="{D9F295B5-DBEC-4A4C-BCB9-D40FDF9AC9EE}" dt="2026-01-26T15:04:54.728" v="666" actId="20577"/>
          <ac:spMkLst>
            <pc:docMk/>
            <pc:sldMk cId="3819206697" sldId="340"/>
            <ac:spMk id="13" creationId="{FAFD0FA2-FBED-A830-BF20-2A60732D681F}"/>
          </ac:spMkLst>
        </pc:spChg>
        <pc:spChg chg="add del mod">
          <ac:chgData name="John High" userId="b5ddfa0b2f145b97" providerId="LiveId" clId="{D9F295B5-DBEC-4A4C-BCB9-D40FDF9AC9EE}" dt="2026-02-02T22:25:48.781" v="2489" actId="164"/>
          <ac:spMkLst>
            <pc:docMk/>
            <pc:sldMk cId="3819206697" sldId="340"/>
            <ac:spMk id="14" creationId="{C0BBE38E-DDBE-1392-5C77-49E79CB529D7}"/>
          </ac:spMkLst>
        </pc:spChg>
        <pc:spChg chg="add del mod">
          <ac:chgData name="John High" userId="b5ddfa0b2f145b97" providerId="LiveId" clId="{D9F295B5-DBEC-4A4C-BCB9-D40FDF9AC9EE}" dt="2026-02-02T22:24:09.328" v="2454" actId="478"/>
          <ac:spMkLst>
            <pc:docMk/>
            <pc:sldMk cId="3819206697" sldId="340"/>
            <ac:spMk id="15" creationId="{266A22B8-C207-E15E-D6A2-4F933CAA87F6}"/>
          </ac:spMkLst>
        </pc:spChg>
        <pc:spChg chg="add del mod">
          <ac:chgData name="John High" userId="b5ddfa0b2f145b97" providerId="LiveId" clId="{D9F295B5-DBEC-4A4C-BCB9-D40FDF9AC9EE}" dt="2026-02-02T22:24:29.525" v="2463" actId="478"/>
          <ac:spMkLst>
            <pc:docMk/>
            <pc:sldMk cId="3819206697" sldId="340"/>
            <ac:spMk id="17" creationId="{9B0D81A6-865B-D118-47CC-7CDDE4A92CA2}"/>
          </ac:spMkLst>
        </pc:spChg>
        <pc:spChg chg="add del mod">
          <ac:chgData name="John High" userId="b5ddfa0b2f145b97" providerId="LiveId" clId="{D9F295B5-DBEC-4A4C-BCB9-D40FDF9AC9EE}" dt="2026-02-02T22:24:37.832" v="2467" actId="478"/>
          <ac:spMkLst>
            <pc:docMk/>
            <pc:sldMk cId="3819206697" sldId="340"/>
            <ac:spMk id="18" creationId="{7180ABA2-9ADB-B295-E25B-F97EFDE73C21}"/>
          </ac:spMkLst>
        </pc:spChg>
        <pc:spChg chg="add del mod">
          <ac:chgData name="John High" userId="b5ddfa0b2f145b97" providerId="LiveId" clId="{D9F295B5-DBEC-4A4C-BCB9-D40FDF9AC9EE}" dt="2026-02-02T22:24:44.587" v="2470" actId="478"/>
          <ac:spMkLst>
            <pc:docMk/>
            <pc:sldMk cId="3819206697" sldId="340"/>
            <ac:spMk id="20" creationId="{08442658-B375-54E5-B1B6-1E4C5973C6C4}"/>
          </ac:spMkLst>
        </pc:spChg>
        <pc:spChg chg="add mod">
          <ac:chgData name="John High" userId="b5ddfa0b2f145b97" providerId="LiveId" clId="{D9F295B5-DBEC-4A4C-BCB9-D40FDF9AC9EE}" dt="2026-02-02T22:25:48.781" v="2489" actId="164"/>
          <ac:spMkLst>
            <pc:docMk/>
            <pc:sldMk cId="3819206697" sldId="340"/>
            <ac:spMk id="21" creationId="{98705DE3-0C6E-4C03-805E-D1C1B9695A7D}"/>
          </ac:spMkLst>
        </pc:spChg>
        <pc:spChg chg="add mod">
          <ac:chgData name="John High" userId="b5ddfa0b2f145b97" providerId="LiveId" clId="{D9F295B5-DBEC-4A4C-BCB9-D40FDF9AC9EE}" dt="2026-02-02T22:25:48.781" v="2489" actId="164"/>
          <ac:spMkLst>
            <pc:docMk/>
            <pc:sldMk cId="3819206697" sldId="340"/>
            <ac:spMk id="22" creationId="{D5C736FB-B146-1D60-496C-4739323AA70B}"/>
          </ac:spMkLst>
        </pc:spChg>
        <pc:grpChg chg="add mod">
          <ac:chgData name="John High" userId="b5ddfa0b2f145b97" providerId="LiveId" clId="{D9F295B5-DBEC-4A4C-BCB9-D40FDF9AC9EE}" dt="2026-02-02T22:25:48.781" v="2489" actId="164"/>
          <ac:grpSpMkLst>
            <pc:docMk/>
            <pc:sldMk cId="3819206697" sldId="340"/>
            <ac:grpSpMk id="23" creationId="{867011F0-3DF1-7B3D-60E1-6C27677C1F98}"/>
          </ac:grpSpMkLst>
        </pc:grpChg>
        <pc:graphicFrameChg chg="modGraphic">
          <ac:chgData name="John High" userId="b5ddfa0b2f145b97" providerId="LiveId" clId="{D9F295B5-DBEC-4A4C-BCB9-D40FDF9AC9EE}" dt="2026-01-26T14:44:37.429" v="455" actId="20577"/>
          <ac:graphicFrameMkLst>
            <pc:docMk/>
            <pc:sldMk cId="3819206697" sldId="340"/>
            <ac:graphicFrameMk id="2" creationId="{888742CE-7B42-20E8-C7A1-1B8976BF9C13}"/>
          </ac:graphicFrameMkLst>
        </pc:graphicFrameChg>
        <pc:graphicFrameChg chg="modGraphic">
          <ac:chgData name="John High" userId="b5ddfa0b2f145b97" providerId="LiveId" clId="{D9F295B5-DBEC-4A4C-BCB9-D40FDF9AC9EE}" dt="2026-01-26T15:02:19.654" v="514" actId="20577"/>
          <ac:graphicFrameMkLst>
            <pc:docMk/>
            <pc:sldMk cId="3819206697" sldId="340"/>
            <ac:graphicFrameMk id="16" creationId="{198A2327-8404-5ABD-F37B-001320BC9474}"/>
          </ac:graphicFrameMkLst>
        </pc:graphicFrameChg>
        <pc:picChg chg="add mod">
          <ac:chgData name="John High" userId="b5ddfa0b2f145b97" providerId="LiveId" clId="{D9F295B5-DBEC-4A4C-BCB9-D40FDF9AC9EE}" dt="2026-01-26T15:03:22.494" v="532" actId="14100"/>
          <ac:picMkLst>
            <pc:docMk/>
            <pc:sldMk cId="3819206697" sldId="340"/>
            <ac:picMk id="10" creationId="{A8D5FD2C-A351-2AA5-686C-82EC68FE3465}"/>
          </ac:picMkLst>
        </pc:picChg>
      </pc:sldChg>
      <pc:sldChg chg="addSp delSp modSp add mod">
        <pc:chgData name="John High" userId="b5ddfa0b2f145b97" providerId="LiveId" clId="{D9F295B5-DBEC-4A4C-BCB9-D40FDF9AC9EE}" dt="2026-02-02T22:26:56.954" v="2512" actId="20577"/>
        <pc:sldMkLst>
          <pc:docMk/>
          <pc:sldMk cId="3467326851" sldId="341"/>
        </pc:sldMkLst>
        <pc:spChg chg="add mod">
          <ac:chgData name="John High" userId="b5ddfa0b2f145b97" providerId="LiveId" clId="{D9F295B5-DBEC-4A4C-BCB9-D40FDF9AC9EE}" dt="2026-02-02T22:25:55.259" v="2491"/>
          <ac:spMkLst>
            <pc:docMk/>
            <pc:sldMk cId="3467326851" sldId="341"/>
            <ac:spMk id="3" creationId="{5E3497E0-F9D7-8ACB-4681-F51CA1BC5431}"/>
          </ac:spMkLst>
        </pc:spChg>
        <pc:spChg chg="add mod">
          <ac:chgData name="John High" userId="b5ddfa0b2f145b97" providerId="LiveId" clId="{D9F295B5-DBEC-4A4C-BCB9-D40FDF9AC9EE}" dt="2026-02-02T22:25:55.259" v="2491"/>
          <ac:spMkLst>
            <pc:docMk/>
            <pc:sldMk cId="3467326851" sldId="341"/>
            <ac:spMk id="6" creationId="{19B044D1-E0EB-B638-EDC2-007DB89242D2}"/>
          </ac:spMkLst>
        </pc:spChg>
        <pc:spChg chg="del mod">
          <ac:chgData name="John High" userId="b5ddfa0b2f145b97" providerId="LiveId" clId="{D9F295B5-DBEC-4A4C-BCB9-D40FDF9AC9EE}" dt="2026-02-02T22:25:59.448" v="2492" actId="478"/>
          <ac:spMkLst>
            <pc:docMk/>
            <pc:sldMk cId="3467326851" sldId="341"/>
            <ac:spMk id="7" creationId="{5807AF49-06D2-CDD9-5E8C-5B61BC23A1C3}"/>
          </ac:spMkLst>
        </pc:spChg>
        <pc:spChg chg="add mod">
          <ac:chgData name="John High" userId="b5ddfa0b2f145b97" providerId="LiveId" clId="{D9F295B5-DBEC-4A4C-BCB9-D40FDF9AC9EE}" dt="2026-02-02T22:25:55.259" v="2491"/>
          <ac:spMkLst>
            <pc:docMk/>
            <pc:sldMk cId="3467326851" sldId="341"/>
            <ac:spMk id="8" creationId="{6D8E1CDB-6E4F-004A-517C-8C83C6B9267B}"/>
          </ac:spMkLst>
        </pc:spChg>
        <pc:spChg chg="del mod">
          <ac:chgData name="John High" userId="b5ddfa0b2f145b97" providerId="LiveId" clId="{D9F295B5-DBEC-4A4C-BCB9-D40FDF9AC9EE}" dt="2026-02-02T22:25:59.448" v="2492" actId="478"/>
          <ac:spMkLst>
            <pc:docMk/>
            <pc:sldMk cId="3467326851" sldId="341"/>
            <ac:spMk id="9" creationId="{B4544035-BAAC-CCC3-309B-8454D287879F}"/>
          </ac:spMkLst>
        </pc:spChg>
        <pc:spChg chg="add mod">
          <ac:chgData name="John High" userId="b5ddfa0b2f145b97" providerId="LiveId" clId="{D9F295B5-DBEC-4A4C-BCB9-D40FDF9AC9EE}" dt="2026-02-02T22:25:55.259" v="2491"/>
          <ac:spMkLst>
            <pc:docMk/>
            <pc:sldMk cId="3467326851" sldId="341"/>
            <ac:spMk id="10" creationId="{3569FCCF-FE0E-99FD-B359-5CA5C5155F84}"/>
          </ac:spMkLst>
        </pc:spChg>
        <pc:spChg chg="add mod">
          <ac:chgData name="John High" userId="b5ddfa0b2f145b97" providerId="LiveId" clId="{D9F295B5-DBEC-4A4C-BCB9-D40FDF9AC9EE}" dt="2026-02-02T22:26:08.252" v="2499" actId="20577"/>
          <ac:spMkLst>
            <pc:docMk/>
            <pc:sldMk cId="3467326851" sldId="341"/>
            <ac:spMk id="11" creationId="{50E83A9B-5ABE-0440-24E0-77236C8FB64A}"/>
          </ac:spMkLst>
        </pc:spChg>
        <pc:spChg chg="mod">
          <ac:chgData name="John High" userId="b5ddfa0b2f145b97" providerId="LiveId" clId="{D9F295B5-DBEC-4A4C-BCB9-D40FDF9AC9EE}" dt="2026-01-26T15:05:59.467" v="719" actId="20577"/>
          <ac:spMkLst>
            <pc:docMk/>
            <pc:sldMk cId="3467326851" sldId="341"/>
            <ac:spMk id="13" creationId="{FF0B31CE-BEC5-7797-3366-429045667B68}"/>
          </ac:spMkLst>
        </pc:spChg>
        <pc:spChg chg="del">
          <ac:chgData name="John High" userId="b5ddfa0b2f145b97" providerId="LiveId" clId="{D9F295B5-DBEC-4A4C-BCB9-D40FDF9AC9EE}" dt="2026-02-02T22:25:54.858" v="2490" actId="478"/>
          <ac:spMkLst>
            <pc:docMk/>
            <pc:sldMk cId="3467326851" sldId="341"/>
            <ac:spMk id="14" creationId="{18C72931-FDA2-8887-D0C7-A2B5F38E1579}"/>
          </ac:spMkLst>
        </pc:spChg>
        <pc:spChg chg="add mod">
          <ac:chgData name="John High" userId="b5ddfa0b2f145b97" providerId="LiveId" clId="{D9F295B5-DBEC-4A4C-BCB9-D40FDF9AC9EE}" dt="2026-02-02T22:26:49.022" v="2508" actId="20577"/>
          <ac:spMkLst>
            <pc:docMk/>
            <pc:sldMk cId="3467326851" sldId="341"/>
            <ac:spMk id="15" creationId="{2D8C8CE9-8087-16DE-A022-E53208B1FDA8}"/>
          </ac:spMkLst>
        </pc:spChg>
        <pc:spChg chg="add mod">
          <ac:chgData name="John High" userId="b5ddfa0b2f145b97" providerId="LiveId" clId="{D9F295B5-DBEC-4A4C-BCB9-D40FDF9AC9EE}" dt="2026-02-02T22:26:44.603" v="2504" actId="20577"/>
          <ac:spMkLst>
            <pc:docMk/>
            <pc:sldMk cId="3467326851" sldId="341"/>
            <ac:spMk id="17" creationId="{F27C2D98-05E8-5CF0-8409-5857A67F41AC}"/>
          </ac:spMkLst>
        </pc:spChg>
        <pc:spChg chg="add mod">
          <ac:chgData name="John High" userId="b5ddfa0b2f145b97" providerId="LiveId" clId="{D9F295B5-DBEC-4A4C-BCB9-D40FDF9AC9EE}" dt="2026-02-02T22:26:56.954" v="2512" actId="20577"/>
          <ac:spMkLst>
            <pc:docMk/>
            <pc:sldMk cId="3467326851" sldId="341"/>
            <ac:spMk id="18" creationId="{0D4B087E-2294-968F-F871-33C50E8C3931}"/>
          </ac:spMkLst>
        </pc:spChg>
        <pc:graphicFrameChg chg="modGraphic">
          <ac:chgData name="John High" userId="b5ddfa0b2f145b97" providerId="LiveId" clId="{D9F295B5-DBEC-4A4C-BCB9-D40FDF9AC9EE}" dt="2026-01-26T15:05:00.094" v="669" actId="20577"/>
          <ac:graphicFrameMkLst>
            <pc:docMk/>
            <pc:sldMk cId="3467326851" sldId="341"/>
            <ac:graphicFrameMk id="2" creationId="{336029D5-5147-7059-AE14-B30A50A4DB88}"/>
          </ac:graphicFrameMkLst>
        </pc:graphicFrameChg>
        <pc:graphicFrameChg chg="modGraphic">
          <ac:chgData name="John High" userId="b5ddfa0b2f145b97" providerId="LiveId" clId="{D9F295B5-DBEC-4A4C-BCB9-D40FDF9AC9EE}" dt="2026-01-26T15:05:25.698" v="695" actId="20577"/>
          <ac:graphicFrameMkLst>
            <pc:docMk/>
            <pc:sldMk cId="3467326851" sldId="341"/>
            <ac:graphicFrameMk id="16" creationId="{DB19A704-90A4-A95B-F3C8-663FFAE1D536}"/>
          </ac:graphicFrameMkLst>
        </pc:graphicFrameChg>
        <pc:picChg chg="add mod">
          <ac:chgData name="John High" userId="b5ddfa0b2f145b97" providerId="LiveId" clId="{D9F295B5-DBEC-4A4C-BCB9-D40FDF9AC9EE}" dt="2026-01-26T15:05:22.020" v="691" actId="14100"/>
          <ac:picMkLst>
            <pc:docMk/>
            <pc:sldMk cId="3467326851" sldId="341"/>
            <ac:picMk id="5" creationId="{A1BE6B8E-F9A3-201B-E622-58B7B28AB91C}"/>
          </ac:picMkLst>
        </pc:picChg>
      </pc:sldChg>
      <pc:sldChg chg="addSp delSp modSp add del mod">
        <pc:chgData name="John High" userId="b5ddfa0b2f145b97" providerId="LiveId" clId="{D9F295B5-DBEC-4A4C-BCB9-D40FDF9AC9EE}" dt="2026-02-02T15:19:51.472" v="2228" actId="20577"/>
        <pc:sldMkLst>
          <pc:docMk/>
          <pc:sldMk cId="1202642786" sldId="342"/>
        </pc:sldMkLst>
        <pc:spChg chg="mod">
          <ac:chgData name="John High" userId="b5ddfa0b2f145b97" providerId="LiveId" clId="{D9F295B5-DBEC-4A4C-BCB9-D40FDF9AC9EE}" dt="2026-02-02T15:18:19.064" v="2032" actId="20577"/>
          <ac:spMkLst>
            <pc:docMk/>
            <pc:sldMk cId="1202642786" sldId="342"/>
            <ac:spMk id="3" creationId="{023DF3F9-3A52-FA16-1C78-AC266C354965}"/>
          </ac:spMkLst>
        </pc:spChg>
        <pc:spChg chg="del">
          <ac:chgData name="John High" userId="b5ddfa0b2f145b97" providerId="LiveId" clId="{D9F295B5-DBEC-4A4C-BCB9-D40FDF9AC9EE}" dt="2026-02-02T15:00:58.827" v="1056" actId="478"/>
          <ac:spMkLst>
            <pc:docMk/>
            <pc:sldMk cId="1202642786" sldId="342"/>
            <ac:spMk id="7" creationId="{A6BF8599-3933-4F5A-ABA2-E41E1BB4E156}"/>
          </ac:spMkLst>
        </pc:spChg>
        <pc:spChg chg="del">
          <ac:chgData name="John High" userId="b5ddfa0b2f145b97" providerId="LiveId" clId="{D9F295B5-DBEC-4A4C-BCB9-D40FDF9AC9EE}" dt="2026-02-02T14:59:40.554" v="1018" actId="478"/>
          <ac:spMkLst>
            <pc:docMk/>
            <pc:sldMk cId="1202642786" sldId="342"/>
            <ac:spMk id="11" creationId="{A5381347-CFB5-4E61-D648-3E9EFDEAEC18}"/>
          </ac:spMkLst>
        </pc:spChg>
        <pc:spChg chg="mod">
          <ac:chgData name="John High" userId="b5ddfa0b2f145b97" providerId="LiveId" clId="{D9F295B5-DBEC-4A4C-BCB9-D40FDF9AC9EE}" dt="2026-02-02T15:19:51.472" v="2228" actId="20577"/>
          <ac:spMkLst>
            <pc:docMk/>
            <pc:sldMk cId="1202642786" sldId="342"/>
            <ac:spMk id="13" creationId="{AF6E8DB2-2B63-3B93-001A-4540A8EF56D1}"/>
          </ac:spMkLst>
        </pc:spChg>
        <pc:spChg chg="del">
          <ac:chgData name="John High" userId="b5ddfa0b2f145b97" providerId="LiveId" clId="{D9F295B5-DBEC-4A4C-BCB9-D40FDF9AC9EE}" dt="2026-02-02T15:00:55.572" v="1055" actId="478"/>
          <ac:spMkLst>
            <pc:docMk/>
            <pc:sldMk cId="1202642786" sldId="342"/>
            <ac:spMk id="14" creationId="{514F29C3-68A5-60D2-3512-F16752321D4A}"/>
          </ac:spMkLst>
        </pc:spChg>
        <pc:spChg chg="add del">
          <ac:chgData name="John High" userId="b5ddfa0b2f145b97" providerId="LiveId" clId="{D9F295B5-DBEC-4A4C-BCB9-D40FDF9AC9EE}" dt="2026-02-02T15:14:40.414" v="1674" actId="478"/>
          <ac:spMkLst>
            <pc:docMk/>
            <pc:sldMk cId="1202642786" sldId="342"/>
            <ac:spMk id="24" creationId="{A6565955-5532-9C0F-E7CC-3D12FDBA433E}"/>
          </ac:spMkLst>
        </pc:spChg>
        <pc:spChg chg="del">
          <ac:chgData name="John High" userId="b5ddfa0b2f145b97" providerId="LiveId" clId="{D9F295B5-DBEC-4A4C-BCB9-D40FDF9AC9EE}" dt="2026-02-02T15:15:57.040" v="1891" actId="478"/>
          <ac:spMkLst>
            <pc:docMk/>
            <pc:sldMk cId="1202642786" sldId="342"/>
            <ac:spMk id="32" creationId="{BAF89A68-01F4-9CF0-CE09-36C6DFC97921}"/>
          </ac:spMkLst>
        </pc:spChg>
        <pc:graphicFrameChg chg="mod modGraphic">
          <ac:chgData name="John High" userId="b5ddfa0b2f145b97" providerId="LiveId" clId="{D9F295B5-DBEC-4A4C-BCB9-D40FDF9AC9EE}" dt="2026-02-02T15:14:36.233" v="1671"/>
          <ac:graphicFrameMkLst>
            <pc:docMk/>
            <pc:sldMk cId="1202642786" sldId="342"/>
            <ac:graphicFrameMk id="2" creationId="{1FFF2B60-ADD9-0CB6-3804-6EA42AD16A2D}"/>
          </ac:graphicFrameMkLst>
        </pc:graphicFrameChg>
        <pc:graphicFrameChg chg="mod modGraphic">
          <ac:chgData name="John High" userId="b5ddfa0b2f145b97" providerId="LiveId" clId="{D9F295B5-DBEC-4A4C-BCB9-D40FDF9AC9EE}" dt="2026-02-02T15:18:04.446" v="2025" actId="14100"/>
          <ac:graphicFrameMkLst>
            <pc:docMk/>
            <pc:sldMk cId="1202642786" sldId="342"/>
            <ac:graphicFrameMk id="16" creationId="{39829A48-9490-CE6A-EF7F-C84603D7276E}"/>
          </ac:graphicFrameMkLst>
        </pc:graphicFrameChg>
        <pc:graphicFrameChg chg="add mod modGraphic">
          <ac:chgData name="John High" userId="b5ddfa0b2f145b97" providerId="LiveId" clId="{D9F295B5-DBEC-4A4C-BCB9-D40FDF9AC9EE}" dt="2026-02-02T15:18:08.046" v="2026" actId="1076"/>
          <ac:graphicFrameMkLst>
            <pc:docMk/>
            <pc:sldMk cId="1202642786" sldId="342"/>
            <ac:graphicFrameMk id="22" creationId="{89B28234-DBA9-DCC5-0B83-310DCCB5FF4C}"/>
          </ac:graphicFrameMkLst>
        </pc:graphicFrameChg>
        <pc:picChg chg="add del mod">
          <ac:chgData name="John High" userId="b5ddfa0b2f145b97" providerId="LiveId" clId="{D9F295B5-DBEC-4A4C-BCB9-D40FDF9AC9EE}" dt="2026-02-02T14:59:45.233" v="1019" actId="478"/>
          <ac:picMkLst>
            <pc:docMk/>
            <pc:sldMk cId="1202642786" sldId="342"/>
            <ac:picMk id="6" creationId="{CB122A28-9DF4-2E65-BEFF-E07BFC09B513}"/>
          </ac:picMkLst>
        </pc:picChg>
        <pc:picChg chg="add del mod">
          <ac:chgData name="John High" userId="b5ddfa0b2f145b97" providerId="LiveId" clId="{D9F295B5-DBEC-4A4C-BCB9-D40FDF9AC9EE}" dt="2026-02-02T15:06:45.119" v="1070" actId="478"/>
          <ac:picMkLst>
            <pc:docMk/>
            <pc:sldMk cId="1202642786" sldId="342"/>
            <ac:picMk id="9" creationId="{C01A8660-7375-1958-B111-B4C7C9FC3EB9}"/>
          </ac:picMkLst>
        </pc:picChg>
        <pc:picChg chg="del">
          <ac:chgData name="John High" userId="b5ddfa0b2f145b97" providerId="LiveId" clId="{D9F295B5-DBEC-4A4C-BCB9-D40FDF9AC9EE}" dt="2026-02-02T14:59:11.647" v="982" actId="478"/>
          <ac:picMkLst>
            <pc:docMk/>
            <pc:sldMk cId="1202642786" sldId="342"/>
            <ac:picMk id="10" creationId="{B8E94441-D249-DC8C-7BE3-544994897E9A}"/>
          </ac:picMkLst>
        </pc:picChg>
        <pc:picChg chg="add del mod">
          <ac:chgData name="John High" userId="b5ddfa0b2f145b97" providerId="LiveId" clId="{D9F295B5-DBEC-4A4C-BCB9-D40FDF9AC9EE}" dt="2026-02-02T15:01:06.144" v="1057" actId="478"/>
          <ac:picMkLst>
            <pc:docMk/>
            <pc:sldMk cId="1202642786" sldId="342"/>
            <ac:picMk id="15" creationId="{A667B03C-9DE3-0ED9-6D87-5AE8A42B9317}"/>
          </ac:picMkLst>
        </pc:picChg>
        <pc:picChg chg="add del mod">
          <ac:chgData name="John High" userId="b5ddfa0b2f145b97" providerId="LiveId" clId="{D9F295B5-DBEC-4A4C-BCB9-D40FDF9AC9EE}" dt="2026-02-02T15:06:46.403" v="1072" actId="478"/>
          <ac:picMkLst>
            <pc:docMk/>
            <pc:sldMk cId="1202642786" sldId="342"/>
            <ac:picMk id="18" creationId="{FDE11091-2587-359E-4A1A-1399D1E5AA5C}"/>
          </ac:picMkLst>
        </pc:picChg>
        <pc:picChg chg="add del mod">
          <ac:chgData name="John High" userId="b5ddfa0b2f145b97" providerId="LiveId" clId="{D9F295B5-DBEC-4A4C-BCB9-D40FDF9AC9EE}" dt="2026-02-02T15:14:38.290" v="1672" actId="478"/>
          <ac:picMkLst>
            <pc:docMk/>
            <pc:sldMk cId="1202642786" sldId="342"/>
            <ac:picMk id="21" creationId="{856898C0-15D8-85CD-DDC5-863ADB59B383}"/>
          </ac:picMkLst>
        </pc:picChg>
        <pc:picChg chg="add del mod ord">
          <ac:chgData name="John High" userId="b5ddfa0b2f145b97" providerId="LiveId" clId="{D9F295B5-DBEC-4A4C-BCB9-D40FDF9AC9EE}" dt="2026-02-02T15:16:35.948" v="1898" actId="478"/>
          <ac:picMkLst>
            <pc:docMk/>
            <pc:sldMk cId="1202642786" sldId="342"/>
            <ac:picMk id="26" creationId="{3509E0BD-0A13-DD45-D79D-AC55F5AA3225}"/>
          </ac:picMkLst>
        </pc:picChg>
        <pc:picChg chg="add mod ord">
          <ac:chgData name="John High" userId="b5ddfa0b2f145b97" providerId="LiveId" clId="{D9F295B5-DBEC-4A4C-BCB9-D40FDF9AC9EE}" dt="2026-02-02T15:18:15.178" v="2030" actId="1076"/>
          <ac:picMkLst>
            <pc:docMk/>
            <pc:sldMk cId="1202642786" sldId="342"/>
            <ac:picMk id="28" creationId="{7A6CF659-6A6D-4A94-545D-0BDCE67566FD}"/>
          </ac:picMkLst>
        </pc:picChg>
      </pc:sldChg>
      <pc:sldChg chg="delSp modSp add del mod">
        <pc:chgData name="John High" userId="b5ddfa0b2f145b97" providerId="LiveId" clId="{D9F295B5-DBEC-4A4C-BCB9-D40FDF9AC9EE}" dt="2026-02-02T22:29:21.914" v="2561" actId="47"/>
        <pc:sldMkLst>
          <pc:docMk/>
          <pc:sldMk cId="4086259676" sldId="343"/>
        </pc:sldMkLst>
        <pc:spChg chg="del">
          <ac:chgData name="John High" userId="b5ddfa0b2f145b97" providerId="LiveId" clId="{D9F295B5-DBEC-4A4C-BCB9-D40FDF9AC9EE}" dt="2026-02-02T15:10:55.286" v="1667" actId="478"/>
          <ac:spMkLst>
            <pc:docMk/>
            <pc:sldMk cId="4086259676" sldId="343"/>
            <ac:spMk id="11" creationId="{7B673A53-16B2-A824-C131-E8A32DCEC964}"/>
          </ac:spMkLst>
        </pc:spChg>
        <pc:graphicFrameChg chg="modGraphic">
          <ac:chgData name="John High" userId="b5ddfa0b2f145b97" providerId="LiveId" clId="{D9F295B5-DBEC-4A4C-BCB9-D40FDF9AC9EE}" dt="2026-02-02T15:10:49.419" v="1665" actId="20577"/>
          <ac:graphicFrameMkLst>
            <pc:docMk/>
            <pc:sldMk cId="4086259676" sldId="343"/>
            <ac:graphicFrameMk id="2" creationId="{F125A0B2-CD22-A95A-F1AD-C3A7D611B51A}"/>
          </ac:graphicFrameMkLst>
        </pc:graphicFrameChg>
        <pc:picChg chg="del">
          <ac:chgData name="John High" userId="b5ddfa0b2f145b97" providerId="LiveId" clId="{D9F295B5-DBEC-4A4C-BCB9-D40FDF9AC9EE}" dt="2026-02-02T15:10:53.207" v="1666" actId="478"/>
          <ac:picMkLst>
            <pc:docMk/>
            <pc:sldMk cId="4086259676" sldId="343"/>
            <ac:picMk id="10" creationId="{D6BC8E2A-5A78-66F8-93EA-1B0D1B6C3DB4}"/>
          </ac:picMkLst>
        </pc:picChg>
      </pc:sldChg>
      <pc:sldChg chg="addSp delSp modSp add mod">
        <pc:chgData name="John High" userId="b5ddfa0b2f145b97" providerId="LiveId" clId="{D9F295B5-DBEC-4A4C-BCB9-D40FDF9AC9EE}" dt="2026-02-02T23:00:09.911" v="2756" actId="1076"/>
        <pc:sldMkLst>
          <pc:docMk/>
          <pc:sldMk cId="2179191884" sldId="344"/>
        </pc:sldMkLst>
        <pc:spChg chg="add mod">
          <ac:chgData name="John High" userId="b5ddfa0b2f145b97" providerId="LiveId" clId="{D9F295B5-DBEC-4A4C-BCB9-D40FDF9AC9EE}" dt="2026-02-02T23:00:09.911" v="2756" actId="1076"/>
          <ac:spMkLst>
            <pc:docMk/>
            <pc:sldMk cId="2179191884" sldId="344"/>
            <ac:spMk id="7" creationId="{A328371A-E681-6E06-4002-A977554E7F53}"/>
          </ac:spMkLst>
        </pc:spChg>
        <pc:spChg chg="mod">
          <ac:chgData name="John High" userId="b5ddfa0b2f145b97" providerId="LiveId" clId="{D9F295B5-DBEC-4A4C-BCB9-D40FDF9AC9EE}" dt="2026-02-02T22:30:04.768" v="2663" actId="20577"/>
          <ac:spMkLst>
            <pc:docMk/>
            <pc:sldMk cId="2179191884" sldId="344"/>
            <ac:spMk id="13" creationId="{0AC229CD-50AE-A7C9-6CDE-86F1CCB8D991}"/>
          </ac:spMkLst>
        </pc:spChg>
        <pc:spChg chg="mod">
          <ac:chgData name="John High" userId="b5ddfa0b2f145b97" providerId="LiveId" clId="{D9F295B5-DBEC-4A4C-BCB9-D40FDF9AC9EE}" dt="2026-02-02T22:37:11.889" v="2708" actId="14100"/>
          <ac:spMkLst>
            <pc:docMk/>
            <pc:sldMk cId="2179191884" sldId="344"/>
            <ac:spMk id="32" creationId="{D04D1F31-9FE8-2632-FDD8-E27A22EE25F3}"/>
          </ac:spMkLst>
        </pc:spChg>
        <pc:picChg chg="add del mod ord">
          <ac:chgData name="John High" userId="b5ddfa0b2f145b97" providerId="LiveId" clId="{D9F295B5-DBEC-4A4C-BCB9-D40FDF9AC9EE}" dt="2026-02-02T22:59:55.840" v="2715" actId="478"/>
          <ac:picMkLst>
            <pc:docMk/>
            <pc:sldMk cId="2179191884" sldId="344"/>
            <ac:picMk id="6" creationId="{BB5B4195-8D86-73C3-1D57-D9426C3F30C2}"/>
          </ac:picMkLst>
        </pc:picChg>
        <pc:picChg chg="add mod ord">
          <ac:chgData name="John High" userId="b5ddfa0b2f145b97" providerId="LiveId" clId="{D9F295B5-DBEC-4A4C-BCB9-D40FDF9AC9EE}" dt="2026-02-02T23:00:04.441" v="2755" actId="167"/>
          <ac:picMkLst>
            <pc:docMk/>
            <pc:sldMk cId="2179191884" sldId="344"/>
            <ac:picMk id="9" creationId="{0AEA212A-B39E-0A91-D8C9-4ACB7552E158}"/>
          </ac:picMkLst>
        </pc:picChg>
        <pc:picChg chg="del">
          <ac:chgData name="John High" userId="b5ddfa0b2f145b97" providerId="LiveId" clId="{D9F295B5-DBEC-4A4C-BCB9-D40FDF9AC9EE}" dt="2026-02-02T22:36:39.252" v="2664" actId="478"/>
          <ac:picMkLst>
            <pc:docMk/>
            <pc:sldMk cId="2179191884" sldId="344"/>
            <ac:picMk id="21" creationId="{4A6CF7E6-2905-CEF9-594A-C9690607FFD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EDAD5-609F-49FF-859D-24DC1582056E}" type="datetimeFigureOut">
              <a:rPr lang="en-CA" smtClean="0"/>
              <a:t>2026-02-02</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A43EB-A245-42F8-820A-48FEEBF7DDD5}" type="slidenum">
              <a:rPr lang="en-CA" smtClean="0"/>
              <a:t>‹#›</a:t>
            </a:fld>
            <a:endParaRPr lang="en-CA"/>
          </a:p>
        </p:txBody>
      </p:sp>
    </p:spTree>
    <p:extLst>
      <p:ext uri="{BB962C8B-B14F-4D97-AF65-F5344CB8AC3E}">
        <p14:creationId xmlns:p14="http://schemas.microsoft.com/office/powerpoint/2010/main" val="134969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F8E53-D68A-ECE6-5843-919B626A5B06}"/>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F721547B-42DB-D1EE-A5D1-391B4FD385E7}"/>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884875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0F7DC-C8E3-29F0-8D6A-47FF76BDEDD5}"/>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9BDF5A1-B452-882F-9E18-6796CDF8704C}"/>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1975534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34E55-9D44-D3C0-DF55-101CDE8C01B6}"/>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8BD45802-4264-C54E-F085-B3E2891C4D94}"/>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053148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81C01-DCBD-7B93-CD8F-8F8F5A5F6955}"/>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490450B1-05EB-4D21-1A88-20BD26823F07}"/>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0354501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3A6CB-EBD0-8E43-5725-CC7CE15F6CB5}"/>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438CF32-C741-6287-EF94-1DF21DE01E72}"/>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229910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339BC-04C2-9791-2646-526A5F0DEED4}"/>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81B696AC-20FF-D6A8-09B6-EBCC5E638366}"/>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638025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48ACE-185C-E6AD-10DA-D9990816224C}"/>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9DE3F204-3600-21AD-2B2E-536B5E0F1B55}"/>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230601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126CC-C313-A2AE-D158-D4F553E54728}"/>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79B1942-FF9B-28C0-75B5-C2C232AB433E}"/>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259708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30AA6-2320-9AEF-CD1D-0A6EB6A61B00}"/>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E2B1B159-B763-BEC6-D5BC-378E2C7A9E55}"/>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9375660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BF372733-41A3-9E6B-765A-CED336BD46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9C3DD-8726-46CF-BEB8-0FB1D9C8C706}" type="datetime1">
              <a:rPr lang="en-CA" smtClean="0"/>
              <a:t>2026-02-02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261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42990C6-0DDB-9998-E9D4-CF14E61FF141}"/>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C8BB7-DCB2-4DDB-A949-F2F554D34B1D}" type="datetime1">
              <a:rPr lang="en-CA" smtClean="0"/>
              <a:t>2026-02-02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0403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9FF912-3BDC-4F82-8FD5-4FE2801AFABF}" type="datetime1">
              <a:rPr lang="en-CA" smtClean="0"/>
              <a:t>2026-02-02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54009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54909DA6-EF88-CDCF-EB14-34EF58AEE82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FC10B6-B2C5-4354-B1ED-C9074EA88358}" type="datetime1">
              <a:rPr lang="en-CA" smtClean="0"/>
              <a:t>2026-02-02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667136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959A0C-18F4-42FF-9648-AEA0A68C7E02}" type="datetime1">
              <a:rPr lang="en-CA" smtClean="0"/>
              <a:t>2026-02-02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20107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86E8FD-5A99-478C-B897-EE2D0C6AED64}" type="datetime1">
              <a:rPr lang="en-CA" smtClean="0"/>
              <a:t>2026-02-02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131123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FDD4E6-04C1-47B5-A23B-0E151E8A7E0C}" type="datetime1">
              <a:rPr lang="en-CA" smtClean="0"/>
              <a:t>2026-02-02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20563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FA398E88-1DAB-0F63-CD0A-F83AADFB66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6729E5-B83D-4A2E-B86D-A4A8DD2FFE07}" type="datetime1">
              <a:rPr lang="en-CA" smtClean="0"/>
              <a:t>2026-02-02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pic>
        <p:nvPicPr>
          <p:cNvPr id="10" name="Picture 9" descr="A logo with red and blue text&#10;&#10;AI-generated content may be incorrect.">
            <a:extLst>
              <a:ext uri="{FF2B5EF4-FFF2-40B4-BE49-F238E27FC236}">
                <a16:creationId xmlns:a16="http://schemas.microsoft.com/office/drawing/2014/main" id="{C9B06AF6-DA55-3CE6-541D-D21F7B47B2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447396" y="42236"/>
            <a:ext cx="640784" cy="449892"/>
          </a:xfrm>
          <a:prstGeom prst="rect">
            <a:avLst/>
          </a:prstGeom>
        </p:spPr>
      </p:pic>
    </p:spTree>
    <p:extLst>
      <p:ext uri="{BB962C8B-B14F-4D97-AF65-F5344CB8AC3E}">
        <p14:creationId xmlns:p14="http://schemas.microsoft.com/office/powerpoint/2010/main" val="4083380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3E41A-3B8B-4058-9731-C9545E54075F}" type="datetime1">
              <a:rPr lang="en-CA" smtClean="0"/>
              <a:t>2026-02-02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834708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45F5F-71A2-484B-80AA-BDCBDE17A74B}" type="datetime1">
              <a:rPr lang="en-CA" smtClean="0"/>
              <a:t>2026-02-02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64324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66F92-05FA-41AF-8A35-6EB9A4FE0225}" type="datetime1">
              <a:rPr lang="en-CA" smtClean="0"/>
              <a:t>2026-02-02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040711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CA28DC-B6C5-437E-A6CC-233C4E229912}" type="datetime1">
              <a:rPr lang="en-CA" smtClean="0"/>
              <a:t>2026-02-02</a:t>
            </a:fld>
            <a:endParaRPr lang="en-CA"/>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2F2BE-D098-4625-80FE-951C76436E4E}" type="slidenum">
              <a:rPr lang="en-CA" smtClean="0"/>
              <a:t>‹#›</a:t>
            </a:fld>
            <a:endParaRPr lang="en-CA"/>
          </a:p>
        </p:txBody>
      </p:sp>
    </p:spTree>
    <p:extLst>
      <p:ext uri="{BB962C8B-B14F-4D97-AF65-F5344CB8AC3E}">
        <p14:creationId xmlns:p14="http://schemas.microsoft.com/office/powerpoint/2010/main" val="3437769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8A49-7EDD-4219-8A92-0D31288F49C0}"/>
              </a:ext>
            </a:extLst>
          </p:cNvPr>
          <p:cNvSpPr>
            <a:spLocks noGrp="1"/>
          </p:cNvSpPr>
          <p:nvPr>
            <p:ph type="ctrTitle"/>
          </p:nvPr>
        </p:nvSpPr>
        <p:spPr>
          <a:xfrm>
            <a:off x="360001" y="5184557"/>
            <a:ext cx="8423998" cy="1281984"/>
          </a:xfrm>
        </p:spPr>
        <p:txBody>
          <a:bodyPr anchor="t">
            <a:noAutofit/>
          </a:bodyPr>
          <a:lstStyle/>
          <a:p>
            <a:pPr algn="l">
              <a:lnSpc>
                <a:spcPct val="100000"/>
              </a:lnSpc>
            </a:pPr>
            <a:r>
              <a:rPr lang="en-US" sz="1600" b="1" dirty="0">
                <a:latin typeface="Arial" panose="020B0604020202020204" pitchFamily="34" charset="0"/>
                <a:cs typeface="Arial" panose="020B0604020202020204" pitchFamily="34" charset="0"/>
              </a:rPr>
              <a:t>USAT WTCS Overview</a:t>
            </a:r>
            <a:br>
              <a:rPr lang="en-US" sz="1600" b="1" dirty="0">
                <a:latin typeface="Arial" panose="020B0604020202020204" pitchFamily="34" charset="0"/>
                <a:cs typeface="Arial" panose="020B0604020202020204" pitchFamily="34" charset="0"/>
              </a:rPr>
            </a:br>
            <a:br>
              <a:rPr lang="en-US" sz="1600" b="1"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Erika </a:t>
            </a:r>
            <a:r>
              <a:rPr lang="en-US" sz="1600" b="1" dirty="0" err="1">
                <a:latin typeface="Arial" panose="020B0604020202020204" pitchFamily="34" charset="0"/>
                <a:cs typeface="Arial" panose="020B0604020202020204" pitchFamily="34" charset="0"/>
              </a:rPr>
              <a:t>Ackerlund</a:t>
            </a:r>
            <a:r>
              <a:rPr lang="en-US" sz="1600" b="1" dirty="0">
                <a:latin typeface="Arial" panose="020B0604020202020204" pitchFamily="34" charset="0"/>
                <a:cs typeface="Arial" panose="020B0604020202020204" pitchFamily="34" charset="0"/>
              </a:rPr>
              <a:t> </a:t>
            </a:r>
            <a:br>
              <a:rPr lang="en-US" sz="1600" b="1" dirty="0">
                <a:latin typeface="Arial" panose="020B0604020202020204" pitchFamily="34" charset="0"/>
                <a:cs typeface="Arial" panose="020B0604020202020204" pitchFamily="34" charset="0"/>
              </a:rPr>
            </a:br>
            <a:br>
              <a:rPr lang="en-US" sz="1600" b="1" dirty="0">
                <a:latin typeface="Arial" panose="020B0604020202020204" pitchFamily="34" charset="0"/>
                <a:cs typeface="Arial" panose="020B0604020202020204" pitchFamily="34" charset="0"/>
              </a:rPr>
            </a:br>
            <a:endParaRPr lang="en-CA" sz="1600" b="1"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95E83A8C-4885-498B-BCF7-8E72B5274EF2}"/>
              </a:ext>
            </a:extLst>
          </p:cNvPr>
          <p:cNvSpPr/>
          <p:nvPr/>
        </p:nvSpPr>
        <p:spPr>
          <a:xfrm>
            <a:off x="8784000"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 name="Picture 4" descr="A logo with red and blue text&#10;&#10;AI-generated content may be incorrect.">
            <a:extLst>
              <a:ext uri="{FF2B5EF4-FFF2-40B4-BE49-F238E27FC236}">
                <a16:creationId xmlns:a16="http://schemas.microsoft.com/office/drawing/2014/main" id="{D41DF0EF-F376-4AC2-AB61-3B8AE08E4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8595" y="522776"/>
            <a:ext cx="5493124" cy="4276293"/>
          </a:xfrm>
          <a:prstGeom prst="rect">
            <a:avLst/>
          </a:prstGeom>
        </p:spPr>
      </p:pic>
    </p:spTree>
    <p:extLst>
      <p:ext uri="{BB962C8B-B14F-4D97-AF65-F5344CB8AC3E}">
        <p14:creationId xmlns:p14="http://schemas.microsoft.com/office/powerpoint/2010/main" val="577070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FB77D-3B67-E3B0-72C4-513E825B3292}"/>
            </a:ext>
          </a:extLst>
        </p:cNvPr>
        <p:cNvGrpSpPr/>
        <p:nvPr/>
      </p:nvGrpSpPr>
      <p:grpSpPr>
        <a:xfrm>
          <a:off x="0" y="0"/>
          <a:ext cx="0" cy="0"/>
          <a:chOff x="0" y="0"/>
          <a:chExt cx="0" cy="0"/>
        </a:xfrm>
      </p:grpSpPr>
      <p:pic>
        <p:nvPicPr>
          <p:cNvPr id="6" name="Picture 5" descr="A graph with red line and white text&#10;&#10;AI-generated content may be incorrect.">
            <a:extLst>
              <a:ext uri="{FF2B5EF4-FFF2-40B4-BE49-F238E27FC236}">
                <a16:creationId xmlns:a16="http://schemas.microsoft.com/office/drawing/2014/main" id="{F5D2432D-A9AC-B3B5-3053-72B1A1E6D68B}"/>
              </a:ext>
            </a:extLst>
          </p:cNvPr>
          <p:cNvPicPr>
            <a:picLocks noChangeAspect="1"/>
          </p:cNvPicPr>
          <p:nvPr/>
        </p:nvPicPr>
        <p:blipFill>
          <a:blip r:embed="rId3"/>
          <a:stretch>
            <a:fillRect/>
          </a:stretch>
        </p:blipFill>
        <p:spPr>
          <a:xfrm>
            <a:off x="2097743" y="1967068"/>
            <a:ext cx="6999839" cy="4617720"/>
          </a:xfrm>
          <a:prstGeom prst="rect">
            <a:avLst/>
          </a:prstGeom>
        </p:spPr>
      </p:pic>
      <p:sp>
        <p:nvSpPr>
          <p:cNvPr id="14" name="Speech Bubble: Rectangle 13">
            <a:extLst>
              <a:ext uri="{FF2B5EF4-FFF2-40B4-BE49-F238E27FC236}">
                <a16:creationId xmlns:a16="http://schemas.microsoft.com/office/drawing/2014/main" id="{8B91234A-6142-8EAE-1E4C-37F6D9006636}"/>
              </a:ext>
            </a:extLst>
          </p:cNvPr>
          <p:cNvSpPr/>
          <p:nvPr/>
        </p:nvSpPr>
        <p:spPr>
          <a:xfrm>
            <a:off x="109670" y="2642383"/>
            <a:ext cx="1689248" cy="2933663"/>
          </a:xfrm>
          <a:prstGeom prst="wedgeRectCallout">
            <a:avLst>
              <a:gd name="adj1" fmla="val 67243"/>
              <a:gd name="adj2" fmla="val 29050"/>
            </a:avLst>
          </a:prstGeom>
          <a:solidFill>
            <a:schemeClr val="bg2">
              <a:lumMod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Average Result</a:t>
            </a:r>
          </a:p>
          <a:p>
            <a:pPr algn="ctr"/>
            <a:endParaRPr lang="en-US" sz="2400" dirty="0">
              <a:solidFill>
                <a:schemeClr val="tx1"/>
              </a:solidFill>
            </a:endParaRPr>
          </a:p>
          <a:p>
            <a:pPr algn="ctr"/>
            <a:endParaRPr lang="en-US" sz="2400" dirty="0">
              <a:solidFill>
                <a:schemeClr val="tx1"/>
              </a:solidFill>
            </a:endParaRPr>
          </a:p>
          <a:p>
            <a:pPr algn="ctr"/>
            <a:r>
              <a:rPr lang="en-US" sz="2400" dirty="0">
                <a:solidFill>
                  <a:schemeClr val="tx1"/>
                </a:solidFill>
              </a:rPr>
              <a:t>A</a:t>
            </a:r>
          </a:p>
          <a:p>
            <a:pPr algn="ctr"/>
            <a:endParaRPr lang="en-US" sz="2400" dirty="0">
              <a:solidFill>
                <a:schemeClr val="tx1"/>
              </a:solidFill>
            </a:endParaRPr>
          </a:p>
          <a:p>
            <a:pPr algn="ctr"/>
            <a:endParaRPr lang="en-US" sz="2400" dirty="0">
              <a:solidFill>
                <a:schemeClr val="tx1"/>
              </a:solidFill>
            </a:endParaRPr>
          </a:p>
        </p:txBody>
      </p:sp>
      <p:sp>
        <p:nvSpPr>
          <p:cNvPr id="4" name="Title" hidden="1">
            <a:extLst>
              <a:ext uri="{FF2B5EF4-FFF2-40B4-BE49-F238E27FC236}">
                <a16:creationId xmlns:a16="http://schemas.microsoft.com/office/drawing/2014/main" id="{DA17811D-3BB0-3284-9629-CE5164C1AFEE}"/>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39ED30BD-4AC6-6655-FBB3-78E7627EC17E}"/>
              </a:ext>
            </a:extLst>
          </p:cNvPr>
          <p:cNvGraphicFramePr>
            <a:graphicFrameLocks noGrp="1"/>
          </p:cNvGraphicFramePr>
          <p:nvPr>
            <p:extLst>
              <p:ext uri="{D42A27DB-BD31-4B8C-83A1-F6EECF244321}">
                <p14:modId xmlns:p14="http://schemas.microsoft.com/office/powerpoint/2010/main" val="2857436188"/>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Overview</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79E3D029-72CA-EA1A-0D1F-CBE993FCEEB9}"/>
              </a:ext>
            </a:extLst>
          </p:cNvPr>
          <p:cNvSpPr txBox="1"/>
          <p:nvPr/>
        </p:nvSpPr>
        <p:spPr>
          <a:xfrm>
            <a:off x="180000" y="512649"/>
            <a:ext cx="8524898"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Erika achieved two top 15 finishes on the WTCS series helping boost her average result within the Top 20</a:t>
            </a:r>
          </a:p>
        </p:txBody>
      </p:sp>
      <p:sp>
        <p:nvSpPr>
          <p:cNvPr id="19" name="Slide Number Placeholder 3">
            <a:extLst>
              <a:ext uri="{FF2B5EF4-FFF2-40B4-BE49-F238E27FC236}">
                <a16:creationId xmlns:a16="http://schemas.microsoft.com/office/drawing/2014/main" id="{AF0BDFEE-DE8F-7593-F528-E801473A18F8}"/>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2</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AC47851-84AE-9E82-C9A5-23F99D61E436}"/>
              </a:ext>
            </a:extLst>
          </p:cNvPr>
          <p:cNvSpPr txBox="1"/>
          <p:nvPr/>
        </p:nvSpPr>
        <p:spPr>
          <a:xfrm>
            <a:off x="0" y="6627524"/>
            <a:ext cx="6370320"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2025 WTCS completed events</a:t>
            </a:r>
          </a:p>
        </p:txBody>
      </p:sp>
      <p:sp>
        <p:nvSpPr>
          <p:cNvPr id="32" name="Rectangle 31">
            <a:extLst>
              <a:ext uri="{FF2B5EF4-FFF2-40B4-BE49-F238E27FC236}">
                <a16:creationId xmlns:a16="http://schemas.microsoft.com/office/drawing/2014/main" id="{A78ECE97-3CDA-3846-04E7-38FDFFD75A02}"/>
              </a:ext>
            </a:extLst>
          </p:cNvPr>
          <p:cNvSpPr/>
          <p:nvPr/>
        </p:nvSpPr>
        <p:spPr>
          <a:xfrm>
            <a:off x="6783293" y="3095838"/>
            <a:ext cx="699243" cy="661270"/>
          </a:xfrm>
          <a:prstGeom prst="rect">
            <a:avLst/>
          </a:prstGeom>
          <a:noFill/>
          <a:ln w="3810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p:txBody>
      </p:sp>
      <p:graphicFrame>
        <p:nvGraphicFramePr>
          <p:cNvPr id="16" name="Table 15">
            <a:extLst>
              <a:ext uri="{FF2B5EF4-FFF2-40B4-BE49-F238E27FC236}">
                <a16:creationId xmlns:a16="http://schemas.microsoft.com/office/drawing/2014/main" id="{1677C3AA-9A79-A532-14AF-509B1A07A94D}"/>
              </a:ext>
            </a:extLst>
          </p:cNvPr>
          <p:cNvGraphicFramePr>
            <a:graphicFrameLocks noGrp="1"/>
          </p:cNvGraphicFramePr>
          <p:nvPr>
            <p:extLst>
              <p:ext uri="{D42A27DB-BD31-4B8C-83A1-F6EECF244321}">
                <p14:modId xmlns:p14="http://schemas.microsoft.com/office/powerpoint/2010/main" val="2270814692"/>
              </p:ext>
            </p:extLst>
          </p:nvPr>
        </p:nvGraphicFramePr>
        <p:xfrm>
          <a:off x="146304" y="1372460"/>
          <a:ext cx="8851392" cy="360000"/>
        </p:xfrm>
        <a:graphic>
          <a:graphicData uri="http://schemas.openxmlformats.org/drawingml/2006/table">
            <a:tbl>
              <a:tblPr firstRow="1" bandRow="1">
                <a:tableStyleId>{5C22544A-7EE6-4342-B048-85BDC9FD1C3A}</a:tableStyleId>
              </a:tblPr>
              <a:tblGrid>
                <a:gridCol w="8851392">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Result by Event</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Star: 8 Points 8">
            <a:extLst>
              <a:ext uri="{FF2B5EF4-FFF2-40B4-BE49-F238E27FC236}">
                <a16:creationId xmlns:a16="http://schemas.microsoft.com/office/drawing/2014/main" id="{889EE3B1-7AD8-BD4F-6563-EE9D993F565B}"/>
              </a:ext>
            </a:extLst>
          </p:cNvPr>
          <p:cNvSpPr/>
          <p:nvPr/>
        </p:nvSpPr>
        <p:spPr>
          <a:xfrm>
            <a:off x="180000" y="3757108"/>
            <a:ext cx="1524000" cy="1524000"/>
          </a:xfrm>
          <a:prstGeom prst="star8">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t>19.8</a:t>
            </a:r>
          </a:p>
        </p:txBody>
      </p:sp>
      <p:sp>
        <p:nvSpPr>
          <p:cNvPr id="7" name="Rectangle 6">
            <a:extLst>
              <a:ext uri="{FF2B5EF4-FFF2-40B4-BE49-F238E27FC236}">
                <a16:creationId xmlns:a16="http://schemas.microsoft.com/office/drawing/2014/main" id="{07BBC5BC-2778-B0A5-FEE5-7B5D2A03FC79}"/>
              </a:ext>
            </a:extLst>
          </p:cNvPr>
          <p:cNvSpPr/>
          <p:nvPr/>
        </p:nvSpPr>
        <p:spPr>
          <a:xfrm>
            <a:off x="2967317" y="3021132"/>
            <a:ext cx="699243" cy="661270"/>
          </a:xfrm>
          <a:prstGeom prst="rect">
            <a:avLst/>
          </a:prstGeom>
          <a:noFill/>
          <a:ln w="3810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2014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34B3-50D7-85EF-1475-470628AEFD89}"/>
            </a:ext>
          </a:extLst>
        </p:cNvPr>
        <p:cNvGrpSpPr/>
        <p:nvPr/>
      </p:nvGrpSpPr>
      <p:grpSpPr>
        <a:xfrm>
          <a:off x="0" y="0"/>
          <a:ext cx="0" cy="0"/>
          <a:chOff x="0" y="0"/>
          <a:chExt cx="0" cy="0"/>
        </a:xfrm>
      </p:grpSpPr>
      <p:pic>
        <p:nvPicPr>
          <p:cNvPr id="5" name="Picture 4" descr="A graph with numbers and lines&#10;&#10;AI-generated content may be incorrect.">
            <a:extLst>
              <a:ext uri="{FF2B5EF4-FFF2-40B4-BE49-F238E27FC236}">
                <a16:creationId xmlns:a16="http://schemas.microsoft.com/office/drawing/2014/main" id="{8993D37A-127B-29F4-935F-C59F473BC609}"/>
              </a:ext>
            </a:extLst>
          </p:cNvPr>
          <p:cNvPicPr>
            <a:picLocks noChangeAspect="1"/>
          </p:cNvPicPr>
          <p:nvPr/>
        </p:nvPicPr>
        <p:blipFill>
          <a:blip r:embed="rId3"/>
          <a:stretch>
            <a:fillRect/>
          </a:stretch>
        </p:blipFill>
        <p:spPr>
          <a:xfrm>
            <a:off x="2146309" y="1912036"/>
            <a:ext cx="6892565" cy="4571551"/>
          </a:xfrm>
          <a:prstGeom prst="rect">
            <a:avLst/>
          </a:prstGeom>
        </p:spPr>
      </p:pic>
      <p:sp>
        <p:nvSpPr>
          <p:cNvPr id="4" name="Title" hidden="1">
            <a:extLst>
              <a:ext uri="{FF2B5EF4-FFF2-40B4-BE49-F238E27FC236}">
                <a16:creationId xmlns:a16="http://schemas.microsoft.com/office/drawing/2014/main" id="{1F41DE94-754C-082A-FA0C-487A0821A4EB}"/>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2462D337-B7D9-E5F6-98A6-14FAA3937191}"/>
              </a:ext>
            </a:extLst>
          </p:cNvPr>
          <p:cNvGraphicFramePr>
            <a:graphicFrameLocks noGrp="1"/>
          </p:cNvGraphicFramePr>
          <p:nvPr>
            <p:extLst>
              <p:ext uri="{D42A27DB-BD31-4B8C-83A1-F6EECF244321}">
                <p14:modId xmlns:p14="http://schemas.microsoft.com/office/powerpoint/2010/main" val="2641577017"/>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Run and Swim Overview</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A5852601-1931-68FC-E6D4-8B9ADA8D6169}"/>
              </a:ext>
            </a:extLst>
          </p:cNvPr>
          <p:cNvSpPr txBox="1"/>
          <p:nvPr/>
        </p:nvSpPr>
        <p:spPr>
          <a:xfrm>
            <a:off x="180000" y="512649"/>
            <a:ext cx="8775204"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Outside of the WTCS finals Erika had 4/5 top 20 run splits</a:t>
            </a:r>
          </a:p>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Erika’s best swim and run occurred at Weihai achieving 14</a:t>
            </a:r>
            <a:r>
              <a:rPr lang="en-US" baseline="30000" dirty="0">
                <a:solidFill>
                  <a:schemeClr val="accent4">
                    <a:lumMod val="50000"/>
                  </a:schemeClr>
                </a:solidFill>
                <a:latin typeface="Arial" panose="020B0604020202020204" pitchFamily="34" charset="0"/>
                <a:cs typeface="Arial" panose="020B0604020202020204" pitchFamily="34" charset="0"/>
              </a:rPr>
              <a:t>th</a:t>
            </a:r>
            <a:r>
              <a:rPr lang="en-US" dirty="0">
                <a:solidFill>
                  <a:schemeClr val="accent4">
                    <a:lumMod val="50000"/>
                  </a:schemeClr>
                </a:solidFill>
                <a:latin typeface="Arial" panose="020B0604020202020204" pitchFamily="34" charset="0"/>
                <a:cs typeface="Arial" panose="020B0604020202020204" pitchFamily="34" charset="0"/>
              </a:rPr>
              <a:t> and 18</a:t>
            </a:r>
            <a:r>
              <a:rPr lang="en-US" baseline="30000" dirty="0">
                <a:solidFill>
                  <a:schemeClr val="accent4">
                    <a:lumMod val="50000"/>
                  </a:schemeClr>
                </a:solidFill>
                <a:latin typeface="Arial" panose="020B0604020202020204" pitchFamily="34" charset="0"/>
                <a:cs typeface="Arial" panose="020B0604020202020204" pitchFamily="34" charset="0"/>
              </a:rPr>
              <a:t>th</a:t>
            </a:r>
            <a:r>
              <a:rPr lang="en-US" dirty="0">
                <a:solidFill>
                  <a:schemeClr val="accent4">
                    <a:lumMod val="50000"/>
                  </a:schemeClr>
                </a:solidFill>
                <a:latin typeface="Arial" panose="020B0604020202020204" pitchFamily="34" charset="0"/>
                <a:cs typeface="Arial" panose="020B0604020202020204" pitchFamily="34" charset="0"/>
              </a:rPr>
              <a:t> respectively</a:t>
            </a:r>
          </a:p>
        </p:txBody>
      </p:sp>
      <p:sp>
        <p:nvSpPr>
          <p:cNvPr id="19" name="Slide Number Placeholder 3">
            <a:extLst>
              <a:ext uri="{FF2B5EF4-FFF2-40B4-BE49-F238E27FC236}">
                <a16:creationId xmlns:a16="http://schemas.microsoft.com/office/drawing/2014/main" id="{6371C643-487B-8ADE-E173-1FE373C97293}"/>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3</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5A8AEC33-1A2E-382D-EA77-19255D86E20D}"/>
              </a:ext>
            </a:extLst>
          </p:cNvPr>
          <p:cNvSpPr txBox="1"/>
          <p:nvPr/>
        </p:nvSpPr>
        <p:spPr>
          <a:xfrm>
            <a:off x="0" y="6627524"/>
            <a:ext cx="6370320"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2025 WTCS completed events</a:t>
            </a:r>
          </a:p>
        </p:txBody>
      </p:sp>
      <p:sp>
        <p:nvSpPr>
          <p:cNvPr id="32" name="Rectangle 31">
            <a:extLst>
              <a:ext uri="{FF2B5EF4-FFF2-40B4-BE49-F238E27FC236}">
                <a16:creationId xmlns:a16="http://schemas.microsoft.com/office/drawing/2014/main" id="{27D4DEEC-0FE3-1A22-8FA5-8AEF8EE54A71}"/>
              </a:ext>
            </a:extLst>
          </p:cNvPr>
          <p:cNvSpPr/>
          <p:nvPr/>
        </p:nvSpPr>
        <p:spPr>
          <a:xfrm>
            <a:off x="7805271" y="4660238"/>
            <a:ext cx="980141" cy="1667137"/>
          </a:xfrm>
          <a:prstGeom prst="rect">
            <a:avLst/>
          </a:prstGeom>
          <a:noFill/>
          <a:ln w="3810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p:txBody>
      </p:sp>
      <p:graphicFrame>
        <p:nvGraphicFramePr>
          <p:cNvPr id="16" name="Table 15">
            <a:extLst>
              <a:ext uri="{FF2B5EF4-FFF2-40B4-BE49-F238E27FC236}">
                <a16:creationId xmlns:a16="http://schemas.microsoft.com/office/drawing/2014/main" id="{16835161-363F-71AD-33F1-264E7F912503}"/>
              </a:ext>
            </a:extLst>
          </p:cNvPr>
          <p:cNvGraphicFramePr>
            <a:graphicFrameLocks noGrp="1"/>
          </p:cNvGraphicFramePr>
          <p:nvPr>
            <p:extLst>
              <p:ext uri="{D42A27DB-BD31-4B8C-83A1-F6EECF244321}">
                <p14:modId xmlns:p14="http://schemas.microsoft.com/office/powerpoint/2010/main" val="407974859"/>
              </p:ext>
            </p:extLst>
          </p:nvPr>
        </p:nvGraphicFramePr>
        <p:xfrm>
          <a:off x="140437" y="1364193"/>
          <a:ext cx="8854330" cy="360000"/>
        </p:xfrm>
        <a:graphic>
          <a:graphicData uri="http://schemas.openxmlformats.org/drawingml/2006/table">
            <a:tbl>
              <a:tblPr firstRow="1" bandRow="1">
                <a:tableStyleId>{5C22544A-7EE6-4342-B048-85BDC9FD1C3A}</a:tableStyleId>
              </a:tblPr>
              <a:tblGrid>
                <a:gridCol w="8854330">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Swim and Run Rank by Event</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pSp>
        <p:nvGrpSpPr>
          <p:cNvPr id="11" name="Group 10">
            <a:extLst>
              <a:ext uri="{FF2B5EF4-FFF2-40B4-BE49-F238E27FC236}">
                <a16:creationId xmlns:a16="http://schemas.microsoft.com/office/drawing/2014/main" id="{683B89D9-652F-F3FB-4346-975AB4D9313C}"/>
              </a:ext>
            </a:extLst>
          </p:cNvPr>
          <p:cNvGrpSpPr/>
          <p:nvPr/>
        </p:nvGrpSpPr>
        <p:grpSpPr>
          <a:xfrm>
            <a:off x="109670" y="1779540"/>
            <a:ext cx="1689248" cy="4799060"/>
            <a:chOff x="109670" y="1779540"/>
            <a:chExt cx="1689248" cy="4799060"/>
          </a:xfrm>
        </p:grpSpPr>
        <p:sp>
          <p:nvSpPr>
            <p:cNvPr id="14" name="Speech Bubble: Rectangle 13">
              <a:extLst>
                <a:ext uri="{FF2B5EF4-FFF2-40B4-BE49-F238E27FC236}">
                  <a16:creationId xmlns:a16="http://schemas.microsoft.com/office/drawing/2014/main" id="{2862DDBF-6917-6F61-D501-ECE7ABAD2134}"/>
                </a:ext>
              </a:extLst>
            </p:cNvPr>
            <p:cNvSpPr/>
            <p:nvPr/>
          </p:nvSpPr>
          <p:spPr>
            <a:xfrm>
              <a:off x="109670" y="1779540"/>
              <a:ext cx="1689248" cy="4799060"/>
            </a:xfrm>
            <a:prstGeom prst="wedgeRectCallout">
              <a:avLst>
                <a:gd name="adj1" fmla="val 67243"/>
                <a:gd name="adj2" fmla="val 29050"/>
              </a:avLst>
            </a:prstGeom>
            <a:solidFill>
              <a:schemeClr val="bg2">
                <a:lumMod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Average Swim Rank</a:t>
              </a:r>
            </a:p>
            <a:p>
              <a:pPr algn="ctr"/>
              <a:endParaRPr lang="en-US" sz="2200" dirty="0">
                <a:solidFill>
                  <a:schemeClr val="tx1"/>
                </a:solidFill>
              </a:endParaRPr>
            </a:p>
            <a:p>
              <a:pPr algn="ctr"/>
              <a:r>
                <a:rPr lang="en-US" sz="2200" dirty="0">
                  <a:solidFill>
                    <a:schemeClr val="tx1"/>
                  </a:solidFill>
                </a:rPr>
                <a:t>Average Swim %</a:t>
              </a:r>
            </a:p>
            <a:p>
              <a:pPr algn="ctr"/>
              <a:endParaRPr lang="en-US" sz="2200" dirty="0">
                <a:solidFill>
                  <a:schemeClr val="tx1"/>
                </a:solidFill>
              </a:endParaRPr>
            </a:p>
            <a:p>
              <a:pPr algn="ctr"/>
              <a:endParaRPr lang="en-US" sz="2200" dirty="0">
                <a:solidFill>
                  <a:schemeClr val="tx1"/>
                </a:solidFill>
              </a:endParaRPr>
            </a:p>
            <a:p>
              <a:pPr algn="ctr"/>
              <a:r>
                <a:rPr lang="en-US" sz="2200" dirty="0">
                  <a:solidFill>
                    <a:schemeClr val="tx1"/>
                  </a:solidFill>
                </a:rPr>
                <a:t>Average Run Rank</a:t>
              </a:r>
            </a:p>
            <a:p>
              <a:pPr algn="ctr"/>
              <a:endParaRPr lang="en-US" sz="2200" dirty="0">
                <a:solidFill>
                  <a:schemeClr val="tx1"/>
                </a:solidFill>
              </a:endParaRPr>
            </a:p>
            <a:p>
              <a:pPr algn="ctr"/>
              <a:r>
                <a:rPr lang="en-US" sz="2200" dirty="0">
                  <a:solidFill>
                    <a:schemeClr val="tx1"/>
                  </a:solidFill>
                </a:rPr>
                <a:t>Average   Run %</a:t>
              </a:r>
            </a:p>
            <a:p>
              <a:pPr algn="ctr"/>
              <a:endParaRPr lang="en-US" sz="2200" dirty="0">
                <a:solidFill>
                  <a:schemeClr val="tx1"/>
                </a:solidFill>
              </a:endParaRPr>
            </a:p>
          </p:txBody>
        </p:sp>
        <p:sp>
          <p:nvSpPr>
            <p:cNvPr id="9" name="Oval 8">
              <a:extLst>
                <a:ext uri="{FF2B5EF4-FFF2-40B4-BE49-F238E27FC236}">
                  <a16:creationId xmlns:a16="http://schemas.microsoft.com/office/drawing/2014/main" id="{464003D7-698A-9815-FF60-DA1511CF6946}"/>
                </a:ext>
              </a:extLst>
            </p:cNvPr>
            <p:cNvSpPr/>
            <p:nvPr/>
          </p:nvSpPr>
          <p:spPr>
            <a:xfrm>
              <a:off x="371819" y="2652410"/>
              <a:ext cx="1164950" cy="402927"/>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24.6</a:t>
              </a:r>
            </a:p>
          </p:txBody>
        </p:sp>
        <p:sp>
          <p:nvSpPr>
            <p:cNvPr id="6" name="Oval 5">
              <a:extLst>
                <a:ext uri="{FF2B5EF4-FFF2-40B4-BE49-F238E27FC236}">
                  <a16:creationId xmlns:a16="http://schemas.microsoft.com/office/drawing/2014/main" id="{44560C47-10F3-F3E2-8186-9C5327D246EC}"/>
                </a:ext>
              </a:extLst>
            </p:cNvPr>
            <p:cNvSpPr/>
            <p:nvPr/>
          </p:nvSpPr>
          <p:spPr>
            <a:xfrm>
              <a:off x="371819" y="3689829"/>
              <a:ext cx="1164950" cy="402927"/>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35.1</a:t>
              </a:r>
            </a:p>
          </p:txBody>
        </p:sp>
        <p:sp>
          <p:nvSpPr>
            <p:cNvPr id="8" name="Oval 7">
              <a:extLst>
                <a:ext uri="{FF2B5EF4-FFF2-40B4-BE49-F238E27FC236}">
                  <a16:creationId xmlns:a16="http://schemas.microsoft.com/office/drawing/2014/main" id="{E9B8C790-95EA-468A-A6C6-9D8468941687}"/>
                </a:ext>
              </a:extLst>
            </p:cNvPr>
            <p:cNvSpPr/>
            <p:nvPr/>
          </p:nvSpPr>
          <p:spPr>
            <a:xfrm>
              <a:off x="379432" y="4993892"/>
              <a:ext cx="1164950" cy="402927"/>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19.8</a:t>
              </a:r>
            </a:p>
          </p:txBody>
        </p:sp>
        <p:sp>
          <p:nvSpPr>
            <p:cNvPr id="10" name="Oval 9">
              <a:extLst>
                <a:ext uri="{FF2B5EF4-FFF2-40B4-BE49-F238E27FC236}">
                  <a16:creationId xmlns:a16="http://schemas.microsoft.com/office/drawing/2014/main" id="{56D84FFD-1DAB-55AA-B347-11761257AD9B}"/>
                </a:ext>
              </a:extLst>
            </p:cNvPr>
            <p:cNvSpPr/>
            <p:nvPr/>
          </p:nvSpPr>
          <p:spPr>
            <a:xfrm>
              <a:off x="371819" y="6068225"/>
              <a:ext cx="1164950" cy="402927"/>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47.3</a:t>
              </a:r>
            </a:p>
          </p:txBody>
        </p:sp>
      </p:grpSp>
    </p:spTree>
    <p:extLst>
      <p:ext uri="{BB962C8B-B14F-4D97-AF65-F5344CB8AC3E}">
        <p14:creationId xmlns:p14="http://schemas.microsoft.com/office/powerpoint/2010/main" val="1744436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84C88-7329-8FC0-22DE-2B4C12B2F658}"/>
            </a:ext>
          </a:extLst>
        </p:cNvPr>
        <p:cNvGrpSpPr/>
        <p:nvPr/>
      </p:nvGrpSpPr>
      <p:grpSpPr>
        <a:xfrm>
          <a:off x="0" y="0"/>
          <a:ext cx="0" cy="0"/>
          <a:chOff x="0" y="0"/>
          <a:chExt cx="0" cy="0"/>
        </a:xfrm>
      </p:grpSpPr>
      <p:sp>
        <p:nvSpPr>
          <p:cNvPr id="14" name="Speech Bubble: Rectangle 13">
            <a:extLst>
              <a:ext uri="{FF2B5EF4-FFF2-40B4-BE49-F238E27FC236}">
                <a16:creationId xmlns:a16="http://schemas.microsoft.com/office/drawing/2014/main" id="{1418D66B-0BE8-6288-8069-01939D7467B1}"/>
              </a:ext>
            </a:extLst>
          </p:cNvPr>
          <p:cNvSpPr/>
          <p:nvPr/>
        </p:nvSpPr>
        <p:spPr>
          <a:xfrm>
            <a:off x="109670" y="2123355"/>
            <a:ext cx="1689248" cy="4026433"/>
          </a:xfrm>
          <a:prstGeom prst="wedgeRectCallout">
            <a:avLst>
              <a:gd name="adj1" fmla="val 67243"/>
              <a:gd name="adj2" fmla="val 29050"/>
            </a:avLst>
          </a:prstGeom>
          <a:solidFill>
            <a:schemeClr val="bg2">
              <a:lumMod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Average Position off the Bike</a:t>
            </a:r>
          </a:p>
          <a:p>
            <a:pPr algn="ctr"/>
            <a:endParaRPr lang="en-US" sz="2400" dirty="0">
              <a:solidFill>
                <a:schemeClr val="tx1"/>
              </a:solidFill>
            </a:endParaRPr>
          </a:p>
          <a:p>
            <a:pPr algn="ctr"/>
            <a:endParaRPr lang="en-US" sz="2400" dirty="0">
              <a:solidFill>
                <a:schemeClr val="tx1"/>
              </a:solidFill>
            </a:endParaRPr>
          </a:p>
          <a:p>
            <a:pPr algn="ctr"/>
            <a:endParaRPr lang="en-US" sz="2400" dirty="0">
              <a:solidFill>
                <a:schemeClr val="tx1"/>
              </a:solidFill>
            </a:endParaRPr>
          </a:p>
        </p:txBody>
      </p:sp>
      <p:sp>
        <p:nvSpPr>
          <p:cNvPr id="4" name="Title" hidden="1">
            <a:extLst>
              <a:ext uri="{FF2B5EF4-FFF2-40B4-BE49-F238E27FC236}">
                <a16:creationId xmlns:a16="http://schemas.microsoft.com/office/drawing/2014/main" id="{64F36006-468E-0BB7-FABF-71962D765AD1}"/>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041D7A0A-C8C5-2D1F-53BD-E19D5C70B2F8}"/>
              </a:ext>
            </a:extLst>
          </p:cNvPr>
          <p:cNvGraphicFramePr>
            <a:graphicFrameLocks noGrp="1"/>
          </p:cNvGraphicFramePr>
          <p:nvPr>
            <p:extLst>
              <p:ext uri="{D42A27DB-BD31-4B8C-83A1-F6EECF244321}">
                <p14:modId xmlns:p14="http://schemas.microsoft.com/office/powerpoint/2010/main" val="1550291991"/>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Bike Overview</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3E9756C1-4FFE-505A-E2FF-63E46643F6DF}"/>
              </a:ext>
            </a:extLst>
          </p:cNvPr>
          <p:cNvSpPr txBox="1"/>
          <p:nvPr/>
        </p:nvSpPr>
        <p:spPr>
          <a:xfrm>
            <a:off x="180000" y="512649"/>
            <a:ext cx="8775204"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At the WTCS Finals, Erika exited the swim outside the front bike groups, resulting in a larger time gap to the lead compared to earlier races</a:t>
            </a:r>
          </a:p>
        </p:txBody>
      </p:sp>
      <p:sp>
        <p:nvSpPr>
          <p:cNvPr id="19" name="Slide Number Placeholder 3">
            <a:extLst>
              <a:ext uri="{FF2B5EF4-FFF2-40B4-BE49-F238E27FC236}">
                <a16:creationId xmlns:a16="http://schemas.microsoft.com/office/drawing/2014/main" id="{292F0E98-DEDC-8FE7-44FF-8C73E63AD0CE}"/>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4</a:t>
            </a:fld>
            <a:endParaRPr lang="en-CA" b="1" dirty="0">
              <a:solidFill>
                <a:schemeClr val="tx1"/>
              </a:solidFill>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D71F4C60-F210-BE94-5495-C764292D206E}"/>
              </a:ext>
            </a:extLst>
          </p:cNvPr>
          <p:cNvSpPr/>
          <p:nvPr/>
        </p:nvSpPr>
        <p:spPr>
          <a:xfrm>
            <a:off x="3191435" y="1984188"/>
            <a:ext cx="4828989" cy="776941"/>
          </a:xfrm>
          <a:prstGeom prst="rect">
            <a:avLst/>
          </a:prstGeom>
          <a:noFill/>
          <a:ln w="3810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p:txBody>
      </p:sp>
      <p:graphicFrame>
        <p:nvGraphicFramePr>
          <p:cNvPr id="16" name="Table 15">
            <a:extLst>
              <a:ext uri="{FF2B5EF4-FFF2-40B4-BE49-F238E27FC236}">
                <a16:creationId xmlns:a16="http://schemas.microsoft.com/office/drawing/2014/main" id="{2A1A572C-C21A-119A-0B1C-2E544612E47C}"/>
              </a:ext>
            </a:extLst>
          </p:cNvPr>
          <p:cNvGraphicFramePr>
            <a:graphicFrameLocks noGrp="1"/>
          </p:cNvGraphicFramePr>
          <p:nvPr>
            <p:extLst>
              <p:ext uri="{D42A27DB-BD31-4B8C-83A1-F6EECF244321}">
                <p14:modId xmlns:p14="http://schemas.microsoft.com/office/powerpoint/2010/main" val="3634924587"/>
              </p:ext>
            </p:extLst>
          </p:nvPr>
        </p:nvGraphicFramePr>
        <p:xfrm>
          <a:off x="146304" y="1299283"/>
          <a:ext cx="8851392" cy="360000"/>
        </p:xfrm>
        <a:graphic>
          <a:graphicData uri="http://schemas.openxmlformats.org/drawingml/2006/table">
            <a:tbl>
              <a:tblPr firstRow="1" bandRow="1">
                <a:tableStyleId>{5C22544A-7EE6-4342-B048-85BDC9FD1C3A}</a:tableStyleId>
              </a:tblPr>
              <a:tblGrid>
                <a:gridCol w="8851392">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Bike Positioning</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7" name="Oval 6">
            <a:extLst>
              <a:ext uri="{FF2B5EF4-FFF2-40B4-BE49-F238E27FC236}">
                <a16:creationId xmlns:a16="http://schemas.microsoft.com/office/drawing/2014/main" id="{96C0878B-BD51-351D-3061-074C31A13923}"/>
              </a:ext>
            </a:extLst>
          </p:cNvPr>
          <p:cNvSpPr/>
          <p:nvPr/>
        </p:nvSpPr>
        <p:spPr>
          <a:xfrm>
            <a:off x="180000" y="4518380"/>
            <a:ext cx="1517318" cy="1350682"/>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rPr>
              <a:t>18.6</a:t>
            </a:r>
          </a:p>
        </p:txBody>
      </p:sp>
      <p:sp>
        <p:nvSpPr>
          <p:cNvPr id="3" name="TextBox 2">
            <a:extLst>
              <a:ext uri="{FF2B5EF4-FFF2-40B4-BE49-F238E27FC236}">
                <a16:creationId xmlns:a16="http://schemas.microsoft.com/office/drawing/2014/main" id="{3478163B-9A4B-3106-50D0-74F59E8F11DD}"/>
              </a:ext>
            </a:extLst>
          </p:cNvPr>
          <p:cNvSpPr txBox="1"/>
          <p:nvPr/>
        </p:nvSpPr>
        <p:spPr>
          <a:xfrm>
            <a:off x="0" y="6326676"/>
            <a:ext cx="6370320" cy="215444"/>
          </a:xfrm>
          <a:prstGeom prst="rect">
            <a:avLst/>
          </a:prstGeom>
          <a:noFill/>
        </p:spPr>
        <p:txBody>
          <a:bodyPr wrap="square" rtlCol="0">
            <a:spAutoFit/>
          </a:bodyPr>
          <a:lstStyle/>
          <a:p>
            <a:r>
              <a:rPr lang="en-US" sz="800" i="1">
                <a:latin typeface="Arial" panose="020B0604020202020204" pitchFamily="34" charset="0"/>
                <a:cs typeface="Arial" panose="020B0604020202020204" pitchFamily="34" charset="0"/>
              </a:rPr>
              <a:t>Note: 2025 WTCS completed events;</a:t>
            </a:r>
            <a:endParaRPr lang="en-US" sz="800" i="1" dirty="0">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8C902BEC-5859-CCEC-B221-5D0AECB03266}"/>
              </a:ext>
            </a:extLst>
          </p:cNvPr>
          <p:cNvPicPr>
            <a:picLocks noChangeAspect="1"/>
          </p:cNvPicPr>
          <p:nvPr/>
        </p:nvPicPr>
        <p:blipFill>
          <a:blip r:embed="rId3"/>
          <a:stretch>
            <a:fillRect/>
          </a:stretch>
        </p:blipFill>
        <p:spPr>
          <a:xfrm>
            <a:off x="2232871" y="1849191"/>
            <a:ext cx="6486924" cy="4881177"/>
          </a:xfrm>
          <a:prstGeom prst="rect">
            <a:avLst/>
          </a:prstGeom>
        </p:spPr>
      </p:pic>
      <p:sp>
        <p:nvSpPr>
          <p:cNvPr id="11" name="Speech Bubble: Rectangle with Corners Rounded 10">
            <a:extLst>
              <a:ext uri="{FF2B5EF4-FFF2-40B4-BE49-F238E27FC236}">
                <a16:creationId xmlns:a16="http://schemas.microsoft.com/office/drawing/2014/main" id="{4764890F-FBF8-4161-5091-EB9FA07AEA1E}"/>
              </a:ext>
            </a:extLst>
          </p:cNvPr>
          <p:cNvSpPr/>
          <p:nvPr/>
        </p:nvSpPr>
        <p:spPr>
          <a:xfrm>
            <a:off x="7620000" y="4886305"/>
            <a:ext cx="628651" cy="672412"/>
          </a:xfrm>
          <a:prstGeom prst="wedgeRoundRectCallout">
            <a:avLst>
              <a:gd name="adj1" fmla="val -25770"/>
              <a:gd name="adj2" fmla="val 73419"/>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-480 seconds</a:t>
            </a:r>
          </a:p>
        </p:txBody>
      </p:sp>
    </p:spTree>
    <p:extLst>
      <p:ext uri="{BB962C8B-B14F-4D97-AF65-F5344CB8AC3E}">
        <p14:creationId xmlns:p14="http://schemas.microsoft.com/office/powerpoint/2010/main" val="1196106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84722-31A9-686B-2AAD-F1DDA5056A74}"/>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7A6CF659-6A6D-4A94-545D-0BDCE67566FD}"/>
              </a:ext>
            </a:extLst>
          </p:cNvPr>
          <p:cNvPicPr>
            <a:picLocks noChangeAspect="1"/>
          </p:cNvPicPr>
          <p:nvPr/>
        </p:nvPicPr>
        <p:blipFill>
          <a:blip r:embed="rId3"/>
          <a:stretch>
            <a:fillRect/>
          </a:stretch>
        </p:blipFill>
        <p:spPr>
          <a:xfrm>
            <a:off x="1598122" y="1407973"/>
            <a:ext cx="5824661" cy="4943728"/>
          </a:xfrm>
          <a:prstGeom prst="rect">
            <a:avLst/>
          </a:prstGeom>
        </p:spPr>
      </p:pic>
      <p:sp>
        <p:nvSpPr>
          <p:cNvPr id="4" name="Title" hidden="1">
            <a:extLst>
              <a:ext uri="{FF2B5EF4-FFF2-40B4-BE49-F238E27FC236}">
                <a16:creationId xmlns:a16="http://schemas.microsoft.com/office/drawing/2014/main" id="{D0935780-0390-C675-BBD4-160C72FC118F}"/>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1FFF2B60-ADD9-0CB6-3804-6EA42AD16A2D}"/>
              </a:ext>
            </a:extLst>
          </p:cNvPr>
          <p:cNvGraphicFramePr>
            <a:graphicFrameLocks noGrp="1"/>
          </p:cNvGraphicFramePr>
          <p:nvPr>
            <p:extLst>
              <p:ext uri="{D42A27DB-BD31-4B8C-83A1-F6EECF244321}">
                <p14:modId xmlns:p14="http://schemas.microsoft.com/office/powerpoint/2010/main" val="2626805245"/>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First Bike Split Analysis</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AF6E8DB2-2B63-3B93-001A-4540A8EF56D1}"/>
              </a:ext>
            </a:extLst>
          </p:cNvPr>
          <p:cNvSpPr txBox="1"/>
          <p:nvPr/>
        </p:nvSpPr>
        <p:spPr>
          <a:xfrm>
            <a:off x="180000" y="512649"/>
            <a:ext cx="8775204"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Erika had the fastest first bike split at Abu Dhabi</a:t>
            </a:r>
          </a:p>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In 2/4 races, Erika had a top 5 first bike split. </a:t>
            </a:r>
          </a:p>
        </p:txBody>
      </p:sp>
      <p:sp>
        <p:nvSpPr>
          <p:cNvPr id="19" name="Slide Number Placeholder 3">
            <a:extLst>
              <a:ext uri="{FF2B5EF4-FFF2-40B4-BE49-F238E27FC236}">
                <a16:creationId xmlns:a16="http://schemas.microsoft.com/office/drawing/2014/main" id="{7468414B-1C52-0842-1CA6-1932BB1C301F}"/>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5</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16" name="Table 15">
            <a:extLst>
              <a:ext uri="{FF2B5EF4-FFF2-40B4-BE49-F238E27FC236}">
                <a16:creationId xmlns:a16="http://schemas.microsoft.com/office/drawing/2014/main" id="{39829A48-9490-CE6A-EF7F-C84603D7276E}"/>
              </a:ext>
            </a:extLst>
          </p:cNvPr>
          <p:cNvGraphicFramePr>
            <a:graphicFrameLocks noGrp="1"/>
          </p:cNvGraphicFramePr>
          <p:nvPr>
            <p:extLst>
              <p:ext uri="{D42A27DB-BD31-4B8C-83A1-F6EECF244321}">
                <p14:modId xmlns:p14="http://schemas.microsoft.com/office/powerpoint/2010/main" val="720258386"/>
              </p:ext>
            </p:extLst>
          </p:nvPr>
        </p:nvGraphicFramePr>
        <p:xfrm>
          <a:off x="146304" y="1159487"/>
          <a:ext cx="8851392" cy="303894"/>
        </p:xfrm>
        <a:graphic>
          <a:graphicData uri="http://schemas.openxmlformats.org/drawingml/2006/table">
            <a:tbl>
              <a:tblPr firstRow="1" bandRow="1">
                <a:tableStyleId>{5C22544A-7EE6-4342-B048-85BDC9FD1C3A}</a:tableStyleId>
              </a:tblPr>
              <a:tblGrid>
                <a:gridCol w="8851392">
                  <a:extLst>
                    <a:ext uri="{9D8B030D-6E8A-4147-A177-3AD203B41FA5}">
                      <a16:colId xmlns:a16="http://schemas.microsoft.com/office/drawing/2014/main" val="3396165715"/>
                    </a:ext>
                  </a:extLst>
                </a:gridCol>
              </a:tblGrid>
              <a:tr h="256563">
                <a:tc>
                  <a:txBody>
                    <a:bodyPr/>
                    <a:lstStyle/>
                    <a:p>
                      <a:pPr algn="ctr"/>
                      <a:r>
                        <a:rPr lang="en-CA" sz="1400" b="1" dirty="0">
                          <a:solidFill>
                            <a:schemeClr val="bg1"/>
                          </a:solidFill>
                          <a:latin typeface="Arial" panose="020B0604020202020204" pitchFamily="34" charset="0"/>
                          <a:cs typeface="Arial" panose="020B0604020202020204" pitchFamily="34" charset="0"/>
                        </a:rPr>
                        <a:t>WTCS First Bike Split Rank</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3" name="TextBox 2">
            <a:extLst>
              <a:ext uri="{FF2B5EF4-FFF2-40B4-BE49-F238E27FC236}">
                <a16:creationId xmlns:a16="http://schemas.microsoft.com/office/drawing/2014/main" id="{023DF3F9-3A52-FA16-1C78-AC266C354965}"/>
              </a:ext>
            </a:extLst>
          </p:cNvPr>
          <p:cNvSpPr txBox="1"/>
          <p:nvPr/>
        </p:nvSpPr>
        <p:spPr>
          <a:xfrm>
            <a:off x="0" y="6258193"/>
            <a:ext cx="6661150" cy="584775"/>
          </a:xfrm>
          <a:prstGeom prst="rect">
            <a:avLst/>
          </a:prstGeom>
          <a:noFill/>
        </p:spPr>
        <p:txBody>
          <a:bodyPr wrap="square" rtlCol="0">
            <a:spAutoFit/>
          </a:bodyPr>
          <a:lstStyle/>
          <a:p>
            <a:endParaRPr lang="en-US" sz="800" i="1" dirty="0">
              <a:latin typeface="Arial" panose="020B0604020202020204" pitchFamily="34" charset="0"/>
              <a:cs typeface="Arial" panose="020B0604020202020204" pitchFamily="34" charset="0"/>
            </a:endParaRPr>
          </a:p>
          <a:p>
            <a:r>
              <a:rPr lang="en-US" sz="800" i="1" dirty="0">
                <a:latin typeface="Arial" panose="020B0604020202020204" pitchFamily="34" charset="0"/>
                <a:cs typeface="Arial" panose="020B0604020202020204" pitchFamily="34" charset="0"/>
              </a:rPr>
              <a:t>Note: (1) 2025 WTCS completed events;</a:t>
            </a:r>
          </a:p>
          <a:p>
            <a:r>
              <a:rPr lang="en-US" sz="800" i="1" dirty="0">
                <a:latin typeface="Arial" panose="020B0604020202020204" pitchFamily="34" charset="0"/>
                <a:cs typeface="Arial" panose="020B0604020202020204" pitchFamily="34" charset="0"/>
              </a:rPr>
              <a:t>(2) First Bike Split determined as the first bike lap in the WTCS race. Most races this is the first half lap, but for those without a half lap counter it is the first entire lap. </a:t>
            </a:r>
          </a:p>
        </p:txBody>
      </p:sp>
      <p:graphicFrame>
        <p:nvGraphicFramePr>
          <p:cNvPr id="22" name="Table 21">
            <a:extLst>
              <a:ext uri="{FF2B5EF4-FFF2-40B4-BE49-F238E27FC236}">
                <a16:creationId xmlns:a16="http://schemas.microsoft.com/office/drawing/2014/main" id="{89B28234-DBA9-DCC5-0B83-310DCCB5FF4C}"/>
              </a:ext>
            </a:extLst>
          </p:cNvPr>
          <p:cNvGraphicFramePr>
            <a:graphicFrameLocks noGrp="1"/>
          </p:cNvGraphicFramePr>
          <p:nvPr>
            <p:extLst>
              <p:ext uri="{D42A27DB-BD31-4B8C-83A1-F6EECF244321}">
                <p14:modId xmlns:p14="http://schemas.microsoft.com/office/powerpoint/2010/main" val="3430376302"/>
              </p:ext>
            </p:extLst>
          </p:nvPr>
        </p:nvGraphicFramePr>
        <p:xfrm>
          <a:off x="180000" y="3792072"/>
          <a:ext cx="8851392" cy="304800"/>
        </p:xfrm>
        <a:graphic>
          <a:graphicData uri="http://schemas.openxmlformats.org/drawingml/2006/table">
            <a:tbl>
              <a:tblPr firstRow="1" bandRow="1">
                <a:tableStyleId>{5C22544A-7EE6-4342-B048-85BDC9FD1C3A}</a:tableStyleId>
              </a:tblPr>
              <a:tblGrid>
                <a:gridCol w="8851392">
                  <a:extLst>
                    <a:ext uri="{9D8B030D-6E8A-4147-A177-3AD203B41FA5}">
                      <a16:colId xmlns:a16="http://schemas.microsoft.com/office/drawing/2014/main" val="3396165715"/>
                    </a:ext>
                  </a:extLst>
                </a:gridCol>
              </a:tblGrid>
              <a:tr h="276328">
                <a:tc>
                  <a:txBody>
                    <a:bodyPr/>
                    <a:lstStyle/>
                    <a:p>
                      <a:pPr algn="ctr"/>
                      <a:r>
                        <a:rPr lang="en-CA" sz="1400" b="1" dirty="0">
                          <a:solidFill>
                            <a:schemeClr val="bg1"/>
                          </a:solidFill>
                          <a:latin typeface="Arial" panose="020B0604020202020204" pitchFamily="34" charset="0"/>
                          <a:cs typeface="Arial" panose="020B0604020202020204" pitchFamily="34" charset="0"/>
                        </a:rPr>
                        <a:t>WTCS First Bike Split Gap to the Leader</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Tree>
    <p:extLst>
      <p:ext uri="{BB962C8B-B14F-4D97-AF65-F5344CB8AC3E}">
        <p14:creationId xmlns:p14="http://schemas.microsoft.com/office/powerpoint/2010/main" val="1202642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FB38-C26F-C89F-01B4-34147D5CA66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AEA212A-B39E-0A91-D8C9-4ACB7552E158}"/>
              </a:ext>
            </a:extLst>
          </p:cNvPr>
          <p:cNvPicPr>
            <a:picLocks noChangeAspect="1"/>
          </p:cNvPicPr>
          <p:nvPr/>
        </p:nvPicPr>
        <p:blipFill>
          <a:blip r:embed="rId3"/>
          <a:stretch>
            <a:fillRect/>
          </a:stretch>
        </p:blipFill>
        <p:spPr>
          <a:xfrm>
            <a:off x="1062345" y="1667894"/>
            <a:ext cx="7019310" cy="4449311"/>
          </a:xfrm>
          <a:prstGeom prst="rect">
            <a:avLst/>
          </a:prstGeom>
        </p:spPr>
      </p:pic>
      <p:sp>
        <p:nvSpPr>
          <p:cNvPr id="4" name="Title" hidden="1">
            <a:extLst>
              <a:ext uri="{FF2B5EF4-FFF2-40B4-BE49-F238E27FC236}">
                <a16:creationId xmlns:a16="http://schemas.microsoft.com/office/drawing/2014/main" id="{46483746-E27D-BFCD-FD3F-1F9CA89E33B0}"/>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76B911AF-B03B-65E1-1A5A-007F772B98F8}"/>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Relative Bike Positioning (Swim Group)</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0AC229CD-50AE-A7C9-6CDE-86F1CCB8D991}"/>
              </a:ext>
            </a:extLst>
          </p:cNvPr>
          <p:cNvSpPr txBox="1"/>
          <p:nvPr/>
        </p:nvSpPr>
        <p:spPr>
          <a:xfrm>
            <a:off x="180000" y="512649"/>
            <a:ext cx="8775204"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Relative to those Erika started the bike with at the first half lap she either maintained pack position or moved up in 4/4 races</a:t>
            </a:r>
          </a:p>
        </p:txBody>
      </p:sp>
      <p:sp>
        <p:nvSpPr>
          <p:cNvPr id="19" name="Slide Number Placeholder 3">
            <a:extLst>
              <a:ext uri="{FF2B5EF4-FFF2-40B4-BE49-F238E27FC236}">
                <a16:creationId xmlns:a16="http://schemas.microsoft.com/office/drawing/2014/main" id="{EA3E315C-0CDF-6067-8578-B80CDD885611}"/>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6</a:t>
            </a:fld>
            <a:endParaRPr lang="en-CA" b="1" dirty="0">
              <a:solidFill>
                <a:schemeClr val="tx1"/>
              </a:solidFill>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D04D1F31-9FE8-2632-FDD8-E27A22EE25F3}"/>
              </a:ext>
            </a:extLst>
          </p:cNvPr>
          <p:cNvSpPr/>
          <p:nvPr/>
        </p:nvSpPr>
        <p:spPr>
          <a:xfrm>
            <a:off x="6070600" y="1767243"/>
            <a:ext cx="1835151" cy="1861669"/>
          </a:xfrm>
          <a:prstGeom prst="rect">
            <a:avLst/>
          </a:prstGeom>
          <a:noFill/>
          <a:ln w="3810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p:txBody>
      </p:sp>
      <p:graphicFrame>
        <p:nvGraphicFramePr>
          <p:cNvPr id="16" name="Table 15">
            <a:extLst>
              <a:ext uri="{FF2B5EF4-FFF2-40B4-BE49-F238E27FC236}">
                <a16:creationId xmlns:a16="http://schemas.microsoft.com/office/drawing/2014/main" id="{7E16D78B-FC7A-3B61-BE18-F892BB4004C7}"/>
              </a:ext>
            </a:extLst>
          </p:cNvPr>
          <p:cNvGraphicFramePr>
            <a:graphicFrameLocks noGrp="1"/>
          </p:cNvGraphicFramePr>
          <p:nvPr/>
        </p:nvGraphicFramePr>
        <p:xfrm>
          <a:off x="146304" y="1299283"/>
          <a:ext cx="8851392" cy="360000"/>
        </p:xfrm>
        <a:graphic>
          <a:graphicData uri="http://schemas.openxmlformats.org/drawingml/2006/table">
            <a:tbl>
              <a:tblPr firstRow="1" bandRow="1">
                <a:tableStyleId>{5C22544A-7EE6-4342-B048-85BDC9FD1C3A}</a:tableStyleId>
              </a:tblPr>
              <a:tblGrid>
                <a:gridCol w="8851392">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Bike Positioning (First Bike Group)</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3" name="TextBox 2">
            <a:extLst>
              <a:ext uri="{FF2B5EF4-FFF2-40B4-BE49-F238E27FC236}">
                <a16:creationId xmlns:a16="http://schemas.microsoft.com/office/drawing/2014/main" id="{2E5ED00D-BE04-B421-366A-5217D33F9394}"/>
              </a:ext>
            </a:extLst>
          </p:cNvPr>
          <p:cNvSpPr txBox="1"/>
          <p:nvPr/>
        </p:nvSpPr>
        <p:spPr>
          <a:xfrm>
            <a:off x="0" y="6066501"/>
            <a:ext cx="6661150" cy="707886"/>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(1) 2025 WTCS completed events;</a:t>
            </a:r>
          </a:p>
          <a:p>
            <a:endParaRPr lang="en-US" sz="800" i="1" dirty="0">
              <a:latin typeface="Arial" panose="020B0604020202020204" pitchFamily="34" charset="0"/>
              <a:cs typeface="Arial" panose="020B0604020202020204" pitchFamily="34" charset="0"/>
            </a:endParaRPr>
          </a:p>
          <a:p>
            <a:r>
              <a:rPr lang="en-US" sz="800" i="1" dirty="0">
                <a:latin typeface="Arial" panose="020B0604020202020204" pitchFamily="34" charset="0"/>
                <a:cs typeface="Arial" panose="020B0604020202020204" pitchFamily="34" charset="0"/>
              </a:rPr>
              <a:t>(2) Top Chart Shows the Athlete’s performance relative to those around themselves when the first bike checkpoint is used to determine what packs athletes are riding in. Bottom Chart also shows relative performance, but when the swim exit checkpoint is used for pack calculations.</a:t>
            </a:r>
          </a:p>
          <a:p>
            <a:r>
              <a:rPr lang="en-US" sz="800" i="1" dirty="0">
                <a:latin typeface="Arial" panose="020B0604020202020204" pitchFamily="34" charset="0"/>
                <a:cs typeface="Arial" panose="020B0604020202020204" pitchFamily="34" charset="0"/>
              </a:rPr>
              <a:t>A pack is defined as a continuous group of athletes with no more than 2 seconds separation between each member of the group. </a:t>
            </a:r>
          </a:p>
        </p:txBody>
      </p:sp>
      <p:graphicFrame>
        <p:nvGraphicFramePr>
          <p:cNvPr id="22" name="Table 21">
            <a:extLst>
              <a:ext uri="{FF2B5EF4-FFF2-40B4-BE49-F238E27FC236}">
                <a16:creationId xmlns:a16="http://schemas.microsoft.com/office/drawing/2014/main" id="{0A492941-AE6F-ED83-8627-9F8F4CC70263}"/>
              </a:ext>
            </a:extLst>
          </p:cNvPr>
          <p:cNvGraphicFramePr>
            <a:graphicFrameLocks noGrp="1"/>
          </p:cNvGraphicFramePr>
          <p:nvPr/>
        </p:nvGraphicFramePr>
        <p:xfrm>
          <a:off x="180000" y="3736872"/>
          <a:ext cx="8851392" cy="360000"/>
        </p:xfrm>
        <a:graphic>
          <a:graphicData uri="http://schemas.openxmlformats.org/drawingml/2006/table">
            <a:tbl>
              <a:tblPr firstRow="1" bandRow="1">
                <a:tableStyleId>{5C22544A-7EE6-4342-B048-85BDC9FD1C3A}</a:tableStyleId>
              </a:tblPr>
              <a:tblGrid>
                <a:gridCol w="8851392">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Bike Positioning (Swim Group)</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7" name="Rectangle 6">
            <a:extLst>
              <a:ext uri="{FF2B5EF4-FFF2-40B4-BE49-F238E27FC236}">
                <a16:creationId xmlns:a16="http://schemas.microsoft.com/office/drawing/2014/main" id="{A328371A-E681-6E06-4002-A977554E7F53}"/>
              </a:ext>
            </a:extLst>
          </p:cNvPr>
          <p:cNvSpPr/>
          <p:nvPr/>
        </p:nvSpPr>
        <p:spPr>
          <a:xfrm>
            <a:off x="6115000" y="4204832"/>
            <a:ext cx="1835151" cy="1861669"/>
          </a:xfrm>
          <a:prstGeom prst="rect">
            <a:avLst/>
          </a:prstGeom>
          <a:noFill/>
          <a:ln w="3810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9191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35CD9B2-2B5F-6DD8-3C3A-3F78E4B5BF86}"/>
            </a:ext>
          </a:extLst>
        </p:cNvPr>
        <p:cNvGrpSpPr/>
        <p:nvPr/>
      </p:nvGrpSpPr>
      <p:grpSpPr>
        <a:xfrm>
          <a:off x="0" y="0"/>
          <a:ext cx="0" cy="0"/>
          <a:chOff x="0" y="0"/>
          <a:chExt cx="0" cy="0"/>
        </a:xfrm>
      </p:grpSpPr>
      <p:pic>
        <p:nvPicPr>
          <p:cNvPr id="6" name="Picture 5" descr="A graph with numbers and a line&#10;&#10;AI-generated content may be incorrect.">
            <a:extLst>
              <a:ext uri="{FF2B5EF4-FFF2-40B4-BE49-F238E27FC236}">
                <a16:creationId xmlns:a16="http://schemas.microsoft.com/office/drawing/2014/main" id="{B1864A03-35FE-72A0-AA4C-1EBC7A9A9653}"/>
              </a:ext>
            </a:extLst>
          </p:cNvPr>
          <p:cNvPicPr>
            <a:picLocks noChangeAspect="1"/>
          </p:cNvPicPr>
          <p:nvPr/>
        </p:nvPicPr>
        <p:blipFill>
          <a:blip r:embed="rId3"/>
          <a:stretch>
            <a:fillRect/>
          </a:stretch>
        </p:blipFill>
        <p:spPr>
          <a:xfrm>
            <a:off x="2367975" y="1861801"/>
            <a:ext cx="6541742" cy="4813142"/>
          </a:xfrm>
          <a:prstGeom prst="rect">
            <a:avLst/>
          </a:prstGeom>
        </p:spPr>
      </p:pic>
      <p:sp>
        <p:nvSpPr>
          <p:cNvPr id="14" name="Speech Bubble: Rectangle 13">
            <a:extLst>
              <a:ext uri="{FF2B5EF4-FFF2-40B4-BE49-F238E27FC236}">
                <a16:creationId xmlns:a16="http://schemas.microsoft.com/office/drawing/2014/main" id="{F3309FD2-7AFF-07A2-93F7-2E6B15371F0C}"/>
              </a:ext>
            </a:extLst>
          </p:cNvPr>
          <p:cNvSpPr/>
          <p:nvPr/>
        </p:nvSpPr>
        <p:spPr>
          <a:xfrm>
            <a:off x="109670" y="2123355"/>
            <a:ext cx="1689248" cy="4026433"/>
          </a:xfrm>
          <a:prstGeom prst="wedgeRectCallout">
            <a:avLst>
              <a:gd name="adj1" fmla="val 67243"/>
              <a:gd name="adj2" fmla="val 29050"/>
            </a:avLst>
          </a:prstGeom>
          <a:solidFill>
            <a:schemeClr val="bg2">
              <a:lumMod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Average Gap Change from Swim to Bike (sec)</a:t>
            </a:r>
          </a:p>
          <a:p>
            <a:pPr algn="ctr"/>
            <a:endParaRPr lang="en-US" sz="2400" dirty="0">
              <a:solidFill>
                <a:schemeClr val="tx1"/>
              </a:solidFill>
            </a:endParaRPr>
          </a:p>
          <a:p>
            <a:pPr algn="ctr"/>
            <a:endParaRPr lang="en-US" sz="2400" dirty="0">
              <a:solidFill>
                <a:schemeClr val="tx1"/>
              </a:solidFill>
            </a:endParaRPr>
          </a:p>
          <a:p>
            <a:pPr algn="ctr"/>
            <a:endParaRPr lang="en-US" sz="2400" dirty="0">
              <a:solidFill>
                <a:schemeClr val="tx1"/>
              </a:solidFill>
            </a:endParaRPr>
          </a:p>
        </p:txBody>
      </p:sp>
      <p:sp>
        <p:nvSpPr>
          <p:cNvPr id="4" name="Title" hidden="1">
            <a:extLst>
              <a:ext uri="{FF2B5EF4-FFF2-40B4-BE49-F238E27FC236}">
                <a16:creationId xmlns:a16="http://schemas.microsoft.com/office/drawing/2014/main" id="{5409DBEC-8E6D-2AD3-4214-AADCD1F22FD8}"/>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EA98AC97-D7C1-3E19-E50D-AA5ABF54AA28}"/>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Bike Overview</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733902E9-DB6F-1BA5-0622-7AF2F69DAB17}"/>
              </a:ext>
            </a:extLst>
          </p:cNvPr>
          <p:cNvSpPr txBox="1"/>
          <p:nvPr/>
        </p:nvSpPr>
        <p:spPr>
          <a:xfrm>
            <a:off x="180000" y="512649"/>
            <a:ext cx="8775204"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At the WTCS Finals, Erika exited the swim outside the front bike groups, resulting in a larger time gap to the lead compared to earlier races</a:t>
            </a:r>
          </a:p>
        </p:txBody>
      </p:sp>
      <p:sp>
        <p:nvSpPr>
          <p:cNvPr id="19" name="Slide Number Placeholder 3">
            <a:extLst>
              <a:ext uri="{FF2B5EF4-FFF2-40B4-BE49-F238E27FC236}">
                <a16:creationId xmlns:a16="http://schemas.microsoft.com/office/drawing/2014/main" id="{C0DD0461-E4C1-ADAB-CD15-052FAD1A7C79}"/>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7</a:t>
            </a:fld>
            <a:endParaRPr lang="en-CA" b="1" dirty="0">
              <a:solidFill>
                <a:schemeClr val="tx1"/>
              </a:solidFill>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CCC3D578-42A6-50C6-DE2C-005B402EB9BB}"/>
              </a:ext>
            </a:extLst>
          </p:cNvPr>
          <p:cNvSpPr/>
          <p:nvPr/>
        </p:nvSpPr>
        <p:spPr>
          <a:xfrm>
            <a:off x="3191435" y="1984188"/>
            <a:ext cx="4828989" cy="776941"/>
          </a:xfrm>
          <a:prstGeom prst="rect">
            <a:avLst/>
          </a:prstGeom>
          <a:noFill/>
          <a:ln w="38100">
            <a:solidFill>
              <a:schemeClr val="accent4"/>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endParaRPr lang="en-US" sz="1400" b="1" dirty="0">
              <a:solidFill>
                <a:schemeClr val="tx1"/>
              </a:solidFill>
              <a:latin typeface="Arial" panose="020B0604020202020204" pitchFamily="34" charset="0"/>
              <a:cs typeface="Arial" panose="020B0604020202020204" pitchFamily="34" charset="0"/>
            </a:endParaRPr>
          </a:p>
        </p:txBody>
      </p:sp>
      <p:graphicFrame>
        <p:nvGraphicFramePr>
          <p:cNvPr id="16" name="Table 15">
            <a:extLst>
              <a:ext uri="{FF2B5EF4-FFF2-40B4-BE49-F238E27FC236}">
                <a16:creationId xmlns:a16="http://schemas.microsoft.com/office/drawing/2014/main" id="{DB433958-1CEF-ACD8-A7B5-BEAF1B0C5857}"/>
              </a:ext>
            </a:extLst>
          </p:cNvPr>
          <p:cNvGraphicFramePr>
            <a:graphicFrameLocks noGrp="1"/>
          </p:cNvGraphicFramePr>
          <p:nvPr/>
        </p:nvGraphicFramePr>
        <p:xfrm>
          <a:off x="146304" y="1299283"/>
          <a:ext cx="8851392" cy="360000"/>
        </p:xfrm>
        <a:graphic>
          <a:graphicData uri="http://schemas.openxmlformats.org/drawingml/2006/table">
            <a:tbl>
              <a:tblPr firstRow="1" bandRow="1">
                <a:tableStyleId>{5C22544A-7EE6-4342-B048-85BDC9FD1C3A}</a:tableStyleId>
              </a:tblPr>
              <a:tblGrid>
                <a:gridCol w="8851392">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Gap to Leader Change From Swim to Bike by Event</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7" name="Oval 6">
            <a:extLst>
              <a:ext uri="{FF2B5EF4-FFF2-40B4-BE49-F238E27FC236}">
                <a16:creationId xmlns:a16="http://schemas.microsoft.com/office/drawing/2014/main" id="{E83D8247-4580-BB51-1970-628C6F50A53F}"/>
              </a:ext>
            </a:extLst>
          </p:cNvPr>
          <p:cNvSpPr/>
          <p:nvPr/>
        </p:nvSpPr>
        <p:spPr>
          <a:xfrm>
            <a:off x="180000" y="4518380"/>
            <a:ext cx="1517318" cy="1350682"/>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dirty="0">
                <a:solidFill>
                  <a:schemeClr val="bg1"/>
                </a:solidFill>
              </a:rPr>
              <a:t>-66</a:t>
            </a:r>
          </a:p>
        </p:txBody>
      </p:sp>
      <p:sp>
        <p:nvSpPr>
          <p:cNvPr id="3" name="TextBox 2">
            <a:extLst>
              <a:ext uri="{FF2B5EF4-FFF2-40B4-BE49-F238E27FC236}">
                <a16:creationId xmlns:a16="http://schemas.microsoft.com/office/drawing/2014/main" id="{2B7814DB-D571-237B-406A-6BBDE6F22265}"/>
              </a:ext>
            </a:extLst>
          </p:cNvPr>
          <p:cNvSpPr txBox="1"/>
          <p:nvPr/>
        </p:nvSpPr>
        <p:spPr>
          <a:xfrm>
            <a:off x="0" y="6326676"/>
            <a:ext cx="6370320" cy="461665"/>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2025 WTCS completed events;</a:t>
            </a:r>
          </a:p>
          <a:p>
            <a:r>
              <a:rPr lang="en-US" sz="800" i="1" dirty="0">
                <a:latin typeface="Arial" panose="020B0604020202020204" pitchFamily="34" charset="0"/>
                <a:cs typeface="Arial" panose="020B0604020202020204" pitchFamily="34" charset="0"/>
              </a:rPr>
              <a:t>Negative represents time lost, </a:t>
            </a:r>
          </a:p>
          <a:p>
            <a:r>
              <a:rPr lang="en-US" sz="800" i="1" dirty="0">
                <a:latin typeface="Arial" panose="020B0604020202020204" pitchFamily="34" charset="0"/>
                <a:cs typeface="Arial" panose="020B0604020202020204" pitchFamily="34" charset="0"/>
              </a:rPr>
              <a:t>Positive represents time gained</a:t>
            </a:r>
          </a:p>
        </p:txBody>
      </p:sp>
    </p:spTree>
    <p:extLst>
      <p:ext uri="{BB962C8B-B14F-4D97-AF65-F5344CB8AC3E}">
        <p14:creationId xmlns:p14="http://schemas.microsoft.com/office/powerpoint/2010/main" val="2256904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B5B1F-767A-9686-C1D9-8FBF312E3340}"/>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942FE26D-ED34-3D9F-9575-681BA9282CEF}"/>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888742CE-7B42-20E8-C7A1-1B8976BF9C13}"/>
              </a:ext>
            </a:extLst>
          </p:cNvPr>
          <p:cNvGraphicFramePr>
            <a:graphicFrameLocks noGrp="1"/>
          </p:cNvGraphicFramePr>
          <p:nvPr>
            <p:extLst>
              <p:ext uri="{D42A27DB-BD31-4B8C-83A1-F6EECF244321}">
                <p14:modId xmlns:p14="http://schemas.microsoft.com/office/powerpoint/2010/main" val="3919584801"/>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Transition 1 Overview</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FAFD0FA2-FBED-A830-BF20-2A60732D681F}"/>
              </a:ext>
            </a:extLst>
          </p:cNvPr>
          <p:cNvSpPr txBox="1"/>
          <p:nvPr/>
        </p:nvSpPr>
        <p:spPr>
          <a:xfrm>
            <a:off x="180000" y="512649"/>
            <a:ext cx="8775204"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Erika lost less than 10 seconds in 3/5 races</a:t>
            </a:r>
          </a:p>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Erika averaged a T1 ranking of 22.8 across the season</a:t>
            </a:r>
          </a:p>
        </p:txBody>
      </p:sp>
      <p:sp>
        <p:nvSpPr>
          <p:cNvPr id="19" name="Slide Number Placeholder 3">
            <a:extLst>
              <a:ext uri="{FF2B5EF4-FFF2-40B4-BE49-F238E27FC236}">
                <a16:creationId xmlns:a16="http://schemas.microsoft.com/office/drawing/2014/main" id="{BE339007-4868-2F88-5D5C-B0AAF7E9CAA6}"/>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8</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9931CEE-D974-184F-FA11-986F6804F753}"/>
              </a:ext>
            </a:extLst>
          </p:cNvPr>
          <p:cNvSpPr txBox="1"/>
          <p:nvPr/>
        </p:nvSpPr>
        <p:spPr>
          <a:xfrm>
            <a:off x="0" y="6627524"/>
            <a:ext cx="6370320"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2025 WTCS completed events</a:t>
            </a:r>
          </a:p>
        </p:txBody>
      </p:sp>
      <p:graphicFrame>
        <p:nvGraphicFramePr>
          <p:cNvPr id="16" name="Table 15">
            <a:extLst>
              <a:ext uri="{FF2B5EF4-FFF2-40B4-BE49-F238E27FC236}">
                <a16:creationId xmlns:a16="http://schemas.microsoft.com/office/drawing/2014/main" id="{198A2327-8404-5ABD-F37B-001320BC9474}"/>
              </a:ext>
            </a:extLst>
          </p:cNvPr>
          <p:cNvGraphicFramePr>
            <a:graphicFrameLocks noGrp="1"/>
          </p:cNvGraphicFramePr>
          <p:nvPr>
            <p:extLst>
              <p:ext uri="{D42A27DB-BD31-4B8C-83A1-F6EECF244321}">
                <p14:modId xmlns:p14="http://schemas.microsoft.com/office/powerpoint/2010/main" val="3115490994"/>
              </p:ext>
            </p:extLst>
          </p:nvPr>
        </p:nvGraphicFramePr>
        <p:xfrm>
          <a:off x="140437" y="1364193"/>
          <a:ext cx="8854330" cy="360000"/>
        </p:xfrm>
        <a:graphic>
          <a:graphicData uri="http://schemas.openxmlformats.org/drawingml/2006/table">
            <a:tbl>
              <a:tblPr firstRow="1" bandRow="1">
                <a:tableStyleId>{5C22544A-7EE6-4342-B048-85BDC9FD1C3A}</a:tableStyleId>
              </a:tblPr>
              <a:tblGrid>
                <a:gridCol w="8854330">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T1 Overview</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pic>
        <p:nvPicPr>
          <p:cNvPr id="10" name="Picture 9">
            <a:extLst>
              <a:ext uri="{FF2B5EF4-FFF2-40B4-BE49-F238E27FC236}">
                <a16:creationId xmlns:a16="http://schemas.microsoft.com/office/drawing/2014/main" id="{A8D5FD2C-A351-2AA5-686C-82EC68FE3465}"/>
              </a:ext>
            </a:extLst>
          </p:cNvPr>
          <p:cNvPicPr>
            <a:picLocks noChangeAspect="1"/>
          </p:cNvPicPr>
          <p:nvPr/>
        </p:nvPicPr>
        <p:blipFill>
          <a:blip r:embed="rId3"/>
          <a:stretch>
            <a:fillRect/>
          </a:stretch>
        </p:blipFill>
        <p:spPr>
          <a:xfrm>
            <a:off x="2156697" y="2035880"/>
            <a:ext cx="6859502" cy="4483627"/>
          </a:xfrm>
          <a:prstGeom prst="rect">
            <a:avLst/>
          </a:prstGeom>
        </p:spPr>
      </p:pic>
      <p:grpSp>
        <p:nvGrpSpPr>
          <p:cNvPr id="23" name="Group 22">
            <a:extLst>
              <a:ext uri="{FF2B5EF4-FFF2-40B4-BE49-F238E27FC236}">
                <a16:creationId xmlns:a16="http://schemas.microsoft.com/office/drawing/2014/main" id="{867011F0-3DF1-7B3D-60E1-6C27677C1F98}"/>
              </a:ext>
            </a:extLst>
          </p:cNvPr>
          <p:cNvGrpSpPr/>
          <p:nvPr/>
        </p:nvGrpSpPr>
        <p:grpSpPr>
          <a:xfrm>
            <a:off x="109670" y="2123355"/>
            <a:ext cx="1689248" cy="4347295"/>
            <a:chOff x="109670" y="2123355"/>
            <a:chExt cx="1689248" cy="4347295"/>
          </a:xfrm>
        </p:grpSpPr>
        <p:sp>
          <p:nvSpPr>
            <p:cNvPr id="14" name="Speech Bubble: Rectangle 13">
              <a:extLst>
                <a:ext uri="{FF2B5EF4-FFF2-40B4-BE49-F238E27FC236}">
                  <a16:creationId xmlns:a16="http://schemas.microsoft.com/office/drawing/2014/main" id="{C0BBE38E-DDBE-1392-5C77-49E79CB529D7}"/>
                </a:ext>
              </a:extLst>
            </p:cNvPr>
            <p:cNvSpPr/>
            <p:nvPr/>
          </p:nvSpPr>
          <p:spPr>
            <a:xfrm>
              <a:off x="109670" y="2123355"/>
              <a:ext cx="1689248" cy="4347295"/>
            </a:xfrm>
            <a:prstGeom prst="wedgeRectCallout">
              <a:avLst>
                <a:gd name="adj1" fmla="val 67243"/>
                <a:gd name="adj2" fmla="val 29050"/>
              </a:avLst>
            </a:prstGeom>
            <a:solidFill>
              <a:schemeClr val="bg2">
                <a:lumMod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Average T1 Rank</a:t>
              </a:r>
            </a:p>
            <a:p>
              <a:pPr algn="ctr"/>
              <a:endParaRPr lang="en-US" sz="2400" dirty="0">
                <a:solidFill>
                  <a:schemeClr val="tx1"/>
                </a:solidFill>
              </a:endParaRPr>
            </a:p>
            <a:p>
              <a:pPr algn="ctr"/>
              <a:endParaRPr lang="en-US" sz="2400" dirty="0">
                <a:solidFill>
                  <a:schemeClr val="tx1"/>
                </a:solidFill>
              </a:endParaRPr>
            </a:p>
            <a:p>
              <a:pPr algn="ctr"/>
              <a:r>
                <a:rPr lang="en-US" sz="2400" dirty="0">
                  <a:solidFill>
                    <a:schemeClr val="tx1"/>
                  </a:solidFill>
                </a:rPr>
                <a:t>Average T1 %</a:t>
              </a:r>
            </a:p>
            <a:p>
              <a:pPr algn="ctr"/>
              <a:endParaRPr lang="en-US" sz="2400" dirty="0">
                <a:solidFill>
                  <a:schemeClr val="tx1"/>
                </a:solidFill>
              </a:endParaRPr>
            </a:p>
            <a:p>
              <a:pPr algn="ctr"/>
              <a:endParaRPr lang="en-US" sz="2400" dirty="0">
                <a:solidFill>
                  <a:schemeClr val="tx1"/>
                </a:solidFill>
              </a:endParaRPr>
            </a:p>
            <a:p>
              <a:pPr algn="ctr"/>
              <a:r>
                <a:rPr lang="en-US" sz="2400" dirty="0">
                  <a:solidFill>
                    <a:schemeClr val="tx1"/>
                  </a:solidFill>
                </a:rPr>
                <a:t>Average T1 Time Lost</a:t>
              </a:r>
            </a:p>
            <a:p>
              <a:pPr algn="ctr"/>
              <a:endParaRPr lang="en-US" sz="2400" dirty="0">
                <a:solidFill>
                  <a:schemeClr val="tx1"/>
                </a:solidFill>
              </a:endParaRPr>
            </a:p>
            <a:p>
              <a:pPr algn="ctr"/>
              <a:endParaRPr lang="en-US" sz="2400" dirty="0">
                <a:solidFill>
                  <a:schemeClr val="tx1"/>
                </a:solidFill>
              </a:endParaRPr>
            </a:p>
          </p:txBody>
        </p:sp>
        <p:sp>
          <p:nvSpPr>
            <p:cNvPr id="9" name="Oval 8">
              <a:extLst>
                <a:ext uri="{FF2B5EF4-FFF2-40B4-BE49-F238E27FC236}">
                  <a16:creationId xmlns:a16="http://schemas.microsoft.com/office/drawing/2014/main" id="{86CA82D4-27C7-B965-0E8E-B4F3DF317640}"/>
                </a:ext>
              </a:extLst>
            </p:cNvPr>
            <p:cNvSpPr/>
            <p:nvPr/>
          </p:nvSpPr>
          <p:spPr>
            <a:xfrm>
              <a:off x="371819" y="2888927"/>
              <a:ext cx="1164950" cy="658005"/>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22.8</a:t>
              </a:r>
            </a:p>
          </p:txBody>
        </p:sp>
        <p:sp>
          <p:nvSpPr>
            <p:cNvPr id="21" name="Oval 20">
              <a:extLst>
                <a:ext uri="{FF2B5EF4-FFF2-40B4-BE49-F238E27FC236}">
                  <a16:creationId xmlns:a16="http://schemas.microsoft.com/office/drawing/2014/main" id="{98705DE3-0C6E-4C03-805E-D1C1B9695A7D}"/>
                </a:ext>
              </a:extLst>
            </p:cNvPr>
            <p:cNvSpPr/>
            <p:nvPr/>
          </p:nvSpPr>
          <p:spPr>
            <a:xfrm>
              <a:off x="371819" y="4312504"/>
              <a:ext cx="1164950" cy="658005"/>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41.8</a:t>
              </a:r>
            </a:p>
          </p:txBody>
        </p:sp>
        <p:sp>
          <p:nvSpPr>
            <p:cNvPr id="22" name="Oval 21">
              <a:extLst>
                <a:ext uri="{FF2B5EF4-FFF2-40B4-BE49-F238E27FC236}">
                  <a16:creationId xmlns:a16="http://schemas.microsoft.com/office/drawing/2014/main" id="{D5C736FB-B146-1D60-496C-4739323AA70B}"/>
                </a:ext>
              </a:extLst>
            </p:cNvPr>
            <p:cNvSpPr/>
            <p:nvPr/>
          </p:nvSpPr>
          <p:spPr>
            <a:xfrm>
              <a:off x="371819" y="5736081"/>
              <a:ext cx="1164950" cy="65800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-9.6</a:t>
              </a:r>
            </a:p>
          </p:txBody>
        </p:sp>
      </p:grpSp>
    </p:spTree>
    <p:extLst>
      <p:ext uri="{BB962C8B-B14F-4D97-AF65-F5344CB8AC3E}">
        <p14:creationId xmlns:p14="http://schemas.microsoft.com/office/powerpoint/2010/main" val="3819206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2498-2B95-1DE1-E41B-C8D9C7D389BA}"/>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2C564977-0289-FE44-2BC4-C5A825C8F08A}"/>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336029D5-5147-7059-AE14-B30A50A4DB88}"/>
              </a:ext>
            </a:extLst>
          </p:cNvPr>
          <p:cNvGraphicFramePr>
            <a:graphicFrameLocks noGrp="1"/>
          </p:cNvGraphicFramePr>
          <p:nvPr>
            <p:extLst>
              <p:ext uri="{D42A27DB-BD31-4B8C-83A1-F6EECF244321}">
                <p14:modId xmlns:p14="http://schemas.microsoft.com/office/powerpoint/2010/main" val="3671851678"/>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Transition 2 Overview</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FF0B31CE-BEC5-7797-3366-429045667B68}"/>
              </a:ext>
            </a:extLst>
          </p:cNvPr>
          <p:cNvSpPr txBox="1"/>
          <p:nvPr/>
        </p:nvSpPr>
        <p:spPr>
          <a:xfrm>
            <a:off x="180000" y="512649"/>
            <a:ext cx="8775204" cy="796198"/>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Erika lost less than 10 seconds in 5/5 races</a:t>
            </a:r>
          </a:p>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Erika averaged a T2 ranking of 13.4 across the season</a:t>
            </a:r>
          </a:p>
        </p:txBody>
      </p:sp>
      <p:sp>
        <p:nvSpPr>
          <p:cNvPr id="19" name="Slide Number Placeholder 3">
            <a:extLst>
              <a:ext uri="{FF2B5EF4-FFF2-40B4-BE49-F238E27FC236}">
                <a16:creationId xmlns:a16="http://schemas.microsoft.com/office/drawing/2014/main" id="{7E822D3A-331F-D0D7-74BC-32A9818945C8}"/>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9</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83CF464-2683-6916-F0B5-C4E4A7D29652}"/>
              </a:ext>
            </a:extLst>
          </p:cNvPr>
          <p:cNvSpPr txBox="1"/>
          <p:nvPr/>
        </p:nvSpPr>
        <p:spPr>
          <a:xfrm>
            <a:off x="0" y="6627524"/>
            <a:ext cx="6370320" cy="215444"/>
          </a:xfrm>
          <a:prstGeom prst="rect">
            <a:avLst/>
          </a:prstGeom>
          <a:noFill/>
        </p:spPr>
        <p:txBody>
          <a:bodyPr wrap="square" rtlCol="0">
            <a:spAutoFit/>
          </a:bodyPr>
          <a:lstStyle/>
          <a:p>
            <a:r>
              <a:rPr lang="en-US" sz="800" i="1" dirty="0">
                <a:latin typeface="Arial" panose="020B0604020202020204" pitchFamily="34" charset="0"/>
                <a:cs typeface="Arial" panose="020B0604020202020204" pitchFamily="34" charset="0"/>
              </a:rPr>
              <a:t>Note: 2025 WTCS completed events</a:t>
            </a:r>
          </a:p>
        </p:txBody>
      </p:sp>
      <p:graphicFrame>
        <p:nvGraphicFramePr>
          <p:cNvPr id="16" name="Table 15">
            <a:extLst>
              <a:ext uri="{FF2B5EF4-FFF2-40B4-BE49-F238E27FC236}">
                <a16:creationId xmlns:a16="http://schemas.microsoft.com/office/drawing/2014/main" id="{DB19A704-90A4-A95B-F3C8-663FFAE1D536}"/>
              </a:ext>
            </a:extLst>
          </p:cNvPr>
          <p:cNvGraphicFramePr>
            <a:graphicFrameLocks noGrp="1"/>
          </p:cNvGraphicFramePr>
          <p:nvPr>
            <p:extLst>
              <p:ext uri="{D42A27DB-BD31-4B8C-83A1-F6EECF244321}">
                <p14:modId xmlns:p14="http://schemas.microsoft.com/office/powerpoint/2010/main" val="2491803522"/>
              </p:ext>
            </p:extLst>
          </p:nvPr>
        </p:nvGraphicFramePr>
        <p:xfrm>
          <a:off x="140437" y="1364193"/>
          <a:ext cx="8854330" cy="360000"/>
        </p:xfrm>
        <a:graphic>
          <a:graphicData uri="http://schemas.openxmlformats.org/drawingml/2006/table">
            <a:tbl>
              <a:tblPr firstRow="1" bandRow="1">
                <a:tableStyleId>{5C22544A-7EE6-4342-B048-85BDC9FD1C3A}</a:tableStyleId>
              </a:tblPr>
              <a:tblGrid>
                <a:gridCol w="8854330">
                  <a:extLst>
                    <a:ext uri="{9D8B030D-6E8A-4147-A177-3AD203B41FA5}">
                      <a16:colId xmlns:a16="http://schemas.microsoft.com/office/drawing/2014/main" val="3396165715"/>
                    </a:ext>
                  </a:extLst>
                </a:gridCol>
              </a:tblGrid>
              <a:tr h="360000">
                <a:tc>
                  <a:txBody>
                    <a:bodyPr/>
                    <a:lstStyle/>
                    <a:p>
                      <a:pPr algn="ctr"/>
                      <a:r>
                        <a:rPr lang="en-CA" sz="1600" b="1" dirty="0">
                          <a:solidFill>
                            <a:schemeClr val="bg1"/>
                          </a:solidFill>
                          <a:latin typeface="Arial" panose="020B0604020202020204" pitchFamily="34" charset="0"/>
                          <a:cs typeface="Arial" panose="020B0604020202020204" pitchFamily="34" charset="0"/>
                        </a:rPr>
                        <a:t>WTCS T2 Overview</a:t>
                      </a: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pic>
        <p:nvPicPr>
          <p:cNvPr id="5" name="Picture 4">
            <a:extLst>
              <a:ext uri="{FF2B5EF4-FFF2-40B4-BE49-F238E27FC236}">
                <a16:creationId xmlns:a16="http://schemas.microsoft.com/office/drawing/2014/main" id="{A1BE6B8E-F9A3-201B-E622-58B7B28AB91C}"/>
              </a:ext>
            </a:extLst>
          </p:cNvPr>
          <p:cNvPicPr>
            <a:picLocks noChangeAspect="1"/>
          </p:cNvPicPr>
          <p:nvPr/>
        </p:nvPicPr>
        <p:blipFill>
          <a:blip r:embed="rId3"/>
          <a:stretch>
            <a:fillRect/>
          </a:stretch>
        </p:blipFill>
        <p:spPr>
          <a:xfrm>
            <a:off x="2167841" y="2093938"/>
            <a:ext cx="6835971" cy="4450111"/>
          </a:xfrm>
          <a:prstGeom prst="rect">
            <a:avLst/>
          </a:prstGeom>
        </p:spPr>
      </p:pic>
      <p:sp>
        <p:nvSpPr>
          <p:cNvPr id="11" name="Speech Bubble: Rectangle 10">
            <a:extLst>
              <a:ext uri="{FF2B5EF4-FFF2-40B4-BE49-F238E27FC236}">
                <a16:creationId xmlns:a16="http://schemas.microsoft.com/office/drawing/2014/main" id="{50E83A9B-5ABE-0440-24E0-77236C8FB64A}"/>
              </a:ext>
            </a:extLst>
          </p:cNvPr>
          <p:cNvSpPr/>
          <p:nvPr/>
        </p:nvSpPr>
        <p:spPr>
          <a:xfrm>
            <a:off x="109670" y="2123355"/>
            <a:ext cx="1689248" cy="4347295"/>
          </a:xfrm>
          <a:prstGeom prst="wedgeRectCallout">
            <a:avLst>
              <a:gd name="adj1" fmla="val 67243"/>
              <a:gd name="adj2" fmla="val 29050"/>
            </a:avLst>
          </a:prstGeom>
          <a:solidFill>
            <a:schemeClr val="bg2">
              <a:lumMod val="9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Average T2 Rank</a:t>
            </a:r>
          </a:p>
          <a:p>
            <a:pPr algn="ctr"/>
            <a:endParaRPr lang="en-US" sz="2400" dirty="0">
              <a:solidFill>
                <a:schemeClr val="tx1"/>
              </a:solidFill>
            </a:endParaRPr>
          </a:p>
          <a:p>
            <a:pPr algn="ctr"/>
            <a:endParaRPr lang="en-US" sz="2400" dirty="0">
              <a:solidFill>
                <a:schemeClr val="tx1"/>
              </a:solidFill>
            </a:endParaRPr>
          </a:p>
          <a:p>
            <a:pPr algn="ctr"/>
            <a:r>
              <a:rPr lang="en-US" sz="2400" dirty="0">
                <a:solidFill>
                  <a:schemeClr val="tx1"/>
                </a:solidFill>
              </a:rPr>
              <a:t>Average T2 %</a:t>
            </a:r>
          </a:p>
          <a:p>
            <a:pPr algn="ctr"/>
            <a:endParaRPr lang="en-US" sz="2400" dirty="0">
              <a:solidFill>
                <a:schemeClr val="tx1"/>
              </a:solidFill>
            </a:endParaRPr>
          </a:p>
          <a:p>
            <a:pPr algn="ctr"/>
            <a:endParaRPr lang="en-US" sz="2400" dirty="0">
              <a:solidFill>
                <a:schemeClr val="tx1"/>
              </a:solidFill>
            </a:endParaRPr>
          </a:p>
          <a:p>
            <a:pPr algn="ctr"/>
            <a:r>
              <a:rPr lang="en-US" sz="2400" dirty="0">
                <a:solidFill>
                  <a:schemeClr val="tx1"/>
                </a:solidFill>
              </a:rPr>
              <a:t>Average T2 Time Lost</a:t>
            </a:r>
          </a:p>
          <a:p>
            <a:pPr algn="ctr"/>
            <a:endParaRPr lang="en-US" sz="2400" dirty="0">
              <a:solidFill>
                <a:schemeClr val="tx1"/>
              </a:solidFill>
            </a:endParaRPr>
          </a:p>
          <a:p>
            <a:pPr algn="ctr"/>
            <a:endParaRPr lang="en-US" sz="2400" dirty="0">
              <a:solidFill>
                <a:schemeClr val="tx1"/>
              </a:solidFill>
            </a:endParaRPr>
          </a:p>
        </p:txBody>
      </p:sp>
      <p:sp>
        <p:nvSpPr>
          <p:cNvPr id="15" name="Oval 14">
            <a:extLst>
              <a:ext uri="{FF2B5EF4-FFF2-40B4-BE49-F238E27FC236}">
                <a16:creationId xmlns:a16="http://schemas.microsoft.com/office/drawing/2014/main" id="{2D8C8CE9-8087-16DE-A022-E53208B1FDA8}"/>
              </a:ext>
            </a:extLst>
          </p:cNvPr>
          <p:cNvSpPr/>
          <p:nvPr/>
        </p:nvSpPr>
        <p:spPr>
          <a:xfrm>
            <a:off x="371819" y="2888927"/>
            <a:ext cx="1164950" cy="658005"/>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13.4</a:t>
            </a:r>
          </a:p>
        </p:txBody>
      </p:sp>
      <p:sp>
        <p:nvSpPr>
          <p:cNvPr id="17" name="Oval 16">
            <a:extLst>
              <a:ext uri="{FF2B5EF4-FFF2-40B4-BE49-F238E27FC236}">
                <a16:creationId xmlns:a16="http://schemas.microsoft.com/office/drawing/2014/main" id="{F27C2D98-05E8-5CF0-8409-5857A67F41AC}"/>
              </a:ext>
            </a:extLst>
          </p:cNvPr>
          <p:cNvSpPr/>
          <p:nvPr/>
        </p:nvSpPr>
        <p:spPr>
          <a:xfrm>
            <a:off x="371819" y="4312504"/>
            <a:ext cx="1164950" cy="658005"/>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t>67.0</a:t>
            </a:r>
          </a:p>
        </p:txBody>
      </p:sp>
      <p:sp>
        <p:nvSpPr>
          <p:cNvPr id="18" name="Oval 17">
            <a:extLst>
              <a:ext uri="{FF2B5EF4-FFF2-40B4-BE49-F238E27FC236}">
                <a16:creationId xmlns:a16="http://schemas.microsoft.com/office/drawing/2014/main" id="{0D4B087E-2294-968F-F871-33C50E8C3931}"/>
              </a:ext>
            </a:extLst>
          </p:cNvPr>
          <p:cNvSpPr/>
          <p:nvPr/>
        </p:nvSpPr>
        <p:spPr>
          <a:xfrm>
            <a:off x="371819" y="5736081"/>
            <a:ext cx="1164950" cy="65800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-5.4</a:t>
            </a:r>
          </a:p>
        </p:txBody>
      </p:sp>
    </p:spTree>
    <p:extLst>
      <p:ext uri="{BB962C8B-B14F-4D97-AF65-F5344CB8AC3E}">
        <p14:creationId xmlns:p14="http://schemas.microsoft.com/office/powerpoint/2010/main" val="3467326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9F052-DC18-96B8-100E-8C921C052D54}"/>
            </a:ext>
          </a:extLst>
        </p:cNvPr>
        <p:cNvGrpSpPr/>
        <p:nvPr/>
      </p:nvGrpSpPr>
      <p:grpSpPr>
        <a:xfrm>
          <a:off x="0" y="0"/>
          <a:ext cx="0" cy="0"/>
          <a:chOff x="0" y="0"/>
          <a:chExt cx="0" cy="0"/>
        </a:xfrm>
      </p:grpSpPr>
      <p:pic>
        <p:nvPicPr>
          <p:cNvPr id="3" name="Picture 2" descr="A diagram of a circle with a blue square&#10;&#10;AI-generated content may be incorrect.">
            <a:extLst>
              <a:ext uri="{FF2B5EF4-FFF2-40B4-BE49-F238E27FC236}">
                <a16:creationId xmlns:a16="http://schemas.microsoft.com/office/drawing/2014/main" id="{FC27F319-0AC9-0BCB-483B-1272EA6B91FE}"/>
              </a:ext>
            </a:extLst>
          </p:cNvPr>
          <p:cNvPicPr>
            <a:picLocks noChangeAspect="1"/>
          </p:cNvPicPr>
          <p:nvPr/>
        </p:nvPicPr>
        <p:blipFill>
          <a:blip r:embed="rId3"/>
          <a:stretch>
            <a:fillRect/>
          </a:stretch>
        </p:blipFill>
        <p:spPr>
          <a:xfrm>
            <a:off x="1848214" y="1428750"/>
            <a:ext cx="5438775" cy="5324275"/>
          </a:xfrm>
          <a:prstGeom prst="rect">
            <a:avLst/>
          </a:prstGeom>
        </p:spPr>
      </p:pic>
      <p:sp>
        <p:nvSpPr>
          <p:cNvPr id="4" name="Title" hidden="1">
            <a:extLst>
              <a:ext uri="{FF2B5EF4-FFF2-40B4-BE49-F238E27FC236}">
                <a16:creationId xmlns:a16="http://schemas.microsoft.com/office/drawing/2014/main" id="{FD16DF43-B351-6B23-A0BA-5F14DC310D2F}"/>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94237839-A61E-173C-903A-390BA931049F}"/>
              </a:ext>
            </a:extLst>
          </p:cNvPr>
          <p:cNvGraphicFramePr>
            <a:graphicFrameLocks noGrp="1"/>
          </p:cNvGraphicFramePr>
          <p:nvPr>
            <p:extLst>
              <p:ext uri="{D42A27DB-BD31-4B8C-83A1-F6EECF244321}">
                <p14:modId xmlns:p14="http://schemas.microsoft.com/office/powerpoint/2010/main" val="110648807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pPr algn="l"/>
                      <a:r>
                        <a:rPr lang="en-US" sz="2400" b="1" dirty="0">
                          <a:solidFill>
                            <a:schemeClr val="tx2"/>
                          </a:solidFill>
                          <a:latin typeface="Arial" panose="020B0604020202020204" pitchFamily="34" charset="0"/>
                          <a:cs typeface="Arial" panose="020B0604020202020204" pitchFamily="34" charset="0"/>
                        </a:rPr>
                        <a:t>WTCS Relative Performance Profile</a:t>
                      </a:r>
                      <a:endParaRPr lang="en-CA" sz="2400" b="1" dirty="0">
                        <a:solidFill>
                          <a:schemeClr val="tx2"/>
                        </a:solidFill>
                        <a:latin typeface="Arial" panose="020B0604020202020204" pitchFamily="34" charset="0"/>
                        <a:cs typeface="Arial" panose="020B0604020202020204" pitchFamily="34" charset="0"/>
                      </a:endParaRP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E98875B3-9888-8031-F29B-61EBC59E19EB}"/>
              </a:ext>
            </a:extLst>
          </p:cNvPr>
          <p:cNvSpPr txBox="1"/>
          <p:nvPr/>
        </p:nvSpPr>
        <p:spPr>
          <a:xfrm>
            <a:off x="180000" y="512649"/>
            <a:ext cx="8775204" cy="70802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Relative WTCS scores indicate Erika’s bike performance ranked highest among disciplines, while swim performance ranked lowest relative to WTCS fields in 2025</a:t>
            </a:r>
          </a:p>
        </p:txBody>
      </p:sp>
      <p:sp>
        <p:nvSpPr>
          <p:cNvPr id="19" name="Slide Number Placeholder 3">
            <a:extLst>
              <a:ext uri="{FF2B5EF4-FFF2-40B4-BE49-F238E27FC236}">
                <a16:creationId xmlns:a16="http://schemas.microsoft.com/office/drawing/2014/main" id="{321169DA-480B-5E03-6BDF-DA827D71E1EF}"/>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10</a:t>
            </a:fld>
            <a:endParaRPr lang="en-CA" b="1" dirty="0">
              <a:solidFill>
                <a:schemeClr val="tx1"/>
              </a:solidFill>
              <a:latin typeface="Arial" panose="020B0604020202020204" pitchFamily="34" charset="0"/>
              <a:cs typeface="Arial" panose="020B0604020202020204" pitchFamily="34" charset="0"/>
            </a:endParaRPr>
          </a:p>
        </p:txBody>
      </p:sp>
      <p:sp>
        <p:nvSpPr>
          <p:cNvPr id="6" name="Speech Bubble: Rectangle with Corners Rounded 5">
            <a:extLst>
              <a:ext uri="{FF2B5EF4-FFF2-40B4-BE49-F238E27FC236}">
                <a16:creationId xmlns:a16="http://schemas.microsoft.com/office/drawing/2014/main" id="{4B0F400E-61B8-52DC-26DB-478D1313AAA1}"/>
              </a:ext>
            </a:extLst>
          </p:cNvPr>
          <p:cNvSpPr/>
          <p:nvPr/>
        </p:nvSpPr>
        <p:spPr>
          <a:xfrm>
            <a:off x="3762185" y="2662757"/>
            <a:ext cx="627531" cy="672412"/>
          </a:xfrm>
          <a:prstGeom prst="wedgeRoundRectCallout">
            <a:avLst>
              <a:gd name="adj1" fmla="val 76461"/>
              <a:gd name="adj2" fmla="val 5264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4.0</a:t>
            </a:r>
          </a:p>
        </p:txBody>
      </p:sp>
      <p:sp>
        <p:nvSpPr>
          <p:cNvPr id="7" name="Speech Bubble: Rectangle with Corners Rounded 6">
            <a:extLst>
              <a:ext uri="{FF2B5EF4-FFF2-40B4-BE49-F238E27FC236}">
                <a16:creationId xmlns:a16="http://schemas.microsoft.com/office/drawing/2014/main" id="{5C52A7EC-9C50-2053-FB5C-8B53E23EA7CB}"/>
              </a:ext>
            </a:extLst>
          </p:cNvPr>
          <p:cNvSpPr/>
          <p:nvPr/>
        </p:nvSpPr>
        <p:spPr>
          <a:xfrm>
            <a:off x="5642160" y="4698293"/>
            <a:ext cx="874790" cy="612648"/>
          </a:xfrm>
          <a:prstGeom prst="wedgeRoundRectCallout">
            <a:avLst>
              <a:gd name="adj1" fmla="val -23731"/>
              <a:gd name="adj2" fmla="val -97241"/>
              <a:gd name="adj3" fmla="val 1666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6.3</a:t>
            </a:r>
          </a:p>
        </p:txBody>
      </p:sp>
      <p:sp>
        <p:nvSpPr>
          <p:cNvPr id="8" name="Speech Bubble: Rectangle with Corners Rounded 7">
            <a:extLst>
              <a:ext uri="{FF2B5EF4-FFF2-40B4-BE49-F238E27FC236}">
                <a16:creationId xmlns:a16="http://schemas.microsoft.com/office/drawing/2014/main" id="{2E6943DF-9591-AAC9-ECE8-AA38597423A5}"/>
              </a:ext>
            </a:extLst>
          </p:cNvPr>
          <p:cNvSpPr/>
          <p:nvPr/>
        </p:nvSpPr>
        <p:spPr>
          <a:xfrm>
            <a:off x="3502975" y="5219817"/>
            <a:ext cx="728366" cy="672412"/>
          </a:xfrm>
          <a:prstGeom prst="wedgeRoundRectCallout">
            <a:avLst>
              <a:gd name="adj1" fmla="val 78451"/>
              <a:gd name="adj2" fmla="val -43983"/>
              <a:gd name="adj3" fmla="val 16667"/>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5.1</a:t>
            </a:r>
          </a:p>
        </p:txBody>
      </p:sp>
      <p:sp>
        <p:nvSpPr>
          <p:cNvPr id="9" name="Speech Bubble: Rectangle with Corners Rounded 8">
            <a:extLst>
              <a:ext uri="{FF2B5EF4-FFF2-40B4-BE49-F238E27FC236}">
                <a16:creationId xmlns:a16="http://schemas.microsoft.com/office/drawing/2014/main" id="{15433F18-44FF-391E-4B4C-99CFC07B8971}"/>
              </a:ext>
            </a:extLst>
          </p:cNvPr>
          <p:cNvSpPr/>
          <p:nvPr/>
        </p:nvSpPr>
        <p:spPr>
          <a:xfrm>
            <a:off x="2671486" y="3505834"/>
            <a:ext cx="646222" cy="672412"/>
          </a:xfrm>
          <a:prstGeom prst="wedgeRoundRectCallout">
            <a:avLst>
              <a:gd name="adj1" fmla="val 76725"/>
              <a:gd name="adj2" fmla="val 39304"/>
              <a:gd name="adj3" fmla="val 16667"/>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5.7</a:t>
            </a:r>
          </a:p>
        </p:txBody>
      </p:sp>
      <p:sp>
        <p:nvSpPr>
          <p:cNvPr id="5" name="TextBox 4">
            <a:extLst>
              <a:ext uri="{FF2B5EF4-FFF2-40B4-BE49-F238E27FC236}">
                <a16:creationId xmlns:a16="http://schemas.microsoft.com/office/drawing/2014/main" id="{20E14CED-DB45-F230-9E55-4C90E4BDE9CB}"/>
              </a:ext>
            </a:extLst>
          </p:cNvPr>
          <p:cNvSpPr txBox="1"/>
          <p:nvPr/>
        </p:nvSpPr>
        <p:spPr>
          <a:xfrm>
            <a:off x="0" y="5042118"/>
            <a:ext cx="2430832" cy="1815882"/>
          </a:xfrm>
          <a:prstGeom prst="rect">
            <a:avLst/>
          </a:prstGeom>
          <a:noFill/>
        </p:spPr>
        <p:txBody>
          <a:bodyPr wrap="square" rtlCol="0">
            <a:spAutoFit/>
          </a:bodyPr>
          <a:lstStyle/>
          <a:p>
            <a:r>
              <a:rPr lang="en-US" sz="800" b="1" i="1" dirty="0">
                <a:latin typeface="Arial" panose="020B0604020202020204" pitchFamily="34" charset="0"/>
                <a:cs typeface="Arial" panose="020B0604020202020204" pitchFamily="34" charset="0"/>
              </a:rPr>
              <a:t>Note: </a:t>
            </a:r>
            <a:r>
              <a:rPr lang="en-US" sz="800" b="1" dirty="0">
                <a:latin typeface="Arial" panose="020B0604020202020204" pitchFamily="34" charset="0"/>
                <a:cs typeface="Arial" panose="020B0604020202020204" pitchFamily="34" charset="0"/>
              </a:rPr>
              <a:t>Scores are scaled 1–10 relative to WTCS competition</a:t>
            </a:r>
            <a:r>
              <a:rPr lang="en-US" sz="800" dirty="0">
                <a:latin typeface="Arial" panose="020B0604020202020204" pitchFamily="34" charset="0"/>
                <a:cs typeface="Arial" panose="020B0604020202020204" pitchFamily="34" charset="0"/>
              </a:rPr>
              <a:t>.</a:t>
            </a:r>
          </a:p>
          <a:p>
            <a:endParaRPr lang="en-US" sz="800" dirty="0">
              <a:latin typeface="Arial" panose="020B0604020202020204" pitchFamily="34" charset="0"/>
              <a:cs typeface="Arial" panose="020B0604020202020204" pitchFamily="34" charset="0"/>
            </a:endParaRPr>
          </a:p>
          <a:p>
            <a:r>
              <a:rPr lang="en-US" sz="800" i="1" dirty="0">
                <a:latin typeface="Arial" panose="020B0604020202020204" pitchFamily="34" charset="0"/>
                <a:cs typeface="Arial" panose="020B0604020202020204" pitchFamily="34" charset="0"/>
              </a:rPr>
              <a:t>Example:</a:t>
            </a:r>
            <a:r>
              <a:rPr lang="en-US" sz="800" dirty="0">
                <a:latin typeface="Arial" panose="020B0604020202020204" pitchFamily="34" charset="0"/>
                <a:cs typeface="Arial" panose="020B0604020202020204" pitchFamily="34" charset="0"/>
              </a:rPr>
              <a:t> </a:t>
            </a:r>
          </a:p>
          <a:p>
            <a:r>
              <a:rPr lang="en-US" sz="800" dirty="0">
                <a:latin typeface="Arial" panose="020B0604020202020204" pitchFamily="34" charset="0"/>
                <a:cs typeface="Arial" panose="020B0604020202020204" pitchFamily="34" charset="0"/>
              </a:rPr>
              <a:t>A swim score of 5/10 means that the athletes average swim was faster than half of the field and slower than half of the field.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In contrast a run score of 10/10 would represent having the top run split in every race at the WTCS level. </a:t>
            </a:r>
          </a:p>
          <a:p>
            <a:endParaRPr lang="en-US" sz="800" dirty="0">
              <a:latin typeface="Arial" panose="020B0604020202020204" pitchFamily="34" charset="0"/>
              <a:cs typeface="Arial" panose="020B0604020202020204" pitchFamily="34" charset="0"/>
            </a:endParaRPr>
          </a:p>
          <a:p>
            <a:r>
              <a:rPr lang="en-US" sz="800" dirty="0">
                <a:latin typeface="Arial" panose="020B0604020202020204" pitchFamily="34" charset="0"/>
                <a:cs typeface="Arial" panose="020B0604020202020204" pitchFamily="34" charset="0"/>
              </a:rPr>
              <a:t>Transitions are calculated by combining the times from T1 and T2</a:t>
            </a:r>
          </a:p>
        </p:txBody>
      </p:sp>
    </p:spTree>
    <p:extLst>
      <p:ext uri="{BB962C8B-B14F-4D97-AF65-F5344CB8AC3E}">
        <p14:creationId xmlns:p14="http://schemas.microsoft.com/office/powerpoint/2010/main" val="17284163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22868</TotalTime>
  <Words>1351</Words>
  <Application>Microsoft Office PowerPoint</Application>
  <PresentationFormat>Letter Paper (8.5x11 in)</PresentationFormat>
  <Paragraphs>464</Paragraphs>
  <Slides>10</Slides>
  <Notes>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USAT WTCS Overview  Erika Ackerlund   </vt:lpstr>
      <vt:lpstr>Individual Focus</vt:lpstr>
      <vt:lpstr>Individual Focus</vt:lpstr>
      <vt:lpstr>Individual Focus</vt:lpstr>
      <vt:lpstr>Individual Focus</vt:lpstr>
      <vt:lpstr>Individual Focus</vt:lpstr>
      <vt:lpstr>Individual Focus</vt:lpstr>
      <vt:lpstr>Individual Focus</vt:lpstr>
      <vt:lpstr>Individual Focus</vt:lpstr>
      <vt:lpstr>Individual Focus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Spencer Dobson</dc:creator>
  <cp:lastModifiedBy>John High</cp:lastModifiedBy>
  <cp:revision>557</cp:revision>
  <dcterms:created xsi:type="dcterms:W3CDTF">2019-09-10T02:44:44Z</dcterms:created>
  <dcterms:modified xsi:type="dcterms:W3CDTF">2026-02-02T23:00:15Z</dcterms:modified>
</cp:coreProperties>
</file>