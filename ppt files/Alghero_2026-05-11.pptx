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ALGHERO RACE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Past 8 Years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ALGHERO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2-3 sentences on what makes Alghero unique as a race venue — geography, setting, and character. E.g. 'Set on the Coral Riviera of Sardinia, the WTCS Alghero course combines crystal-clear Mediterranean waters, a flat coastal bike circuit, and a multi-lap run through the ancient walled city.']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1 — e.g. 'Open-water swim in the Bay of Alghero — calm seas']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2 — e.g. 'Flat coastal bike circuit — fast and tactical']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3 — e.g. 'Multi-lap run through the historic city centre']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4 — e.g. 'Hot Mediterranean conditions typical in late May']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1.5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847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40.5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18541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10.0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523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Standard Triathlon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862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[PLACEHOLDER: https://www.triathlon.org/events/event/2026_world_triathlon_championship_series_alghero]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Last Year's Results: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1480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https://www.triathlon.org/events/event/2025_world_triathlon_championship_series_alghero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623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Race Replay: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925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[PLACEHOLDER: https://triathlonlive.tv/ (TriathlonLIVE replay)]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https://www.triathlon.org/events/event/2025_world_triathlon_championship_series_alghero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Alghero]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40.5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70432"/>
          <a:ext cx="4709158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170432"/>
          <a:ext cx="4069078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03704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2219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587752"/>
            <a:ext cx="11430000" cy="1021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Alghero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09594"/>
            <a:ext cx="11430000" cy="1021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31436"/>
            <a:ext cx="11430000" cy="1021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Alghero in May (not available from Open-Meteo; check Copernicus Marine / NOAA or WT historical results).]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653278"/>
            <a:ext cx="11430000" cy="1021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Alghero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by World Ranking (no startlist data yet)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Matthew 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Vasco Vilaca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867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None of last year's podium are on the current startlist.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by World Ranking (no startlist data yet)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Beth Potter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7,144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Lisa Tertsch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6,661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Leonie Periault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5,939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2179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867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None of last year's podium are on the current startlist.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ALGHERO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Men race at Alghero has been held 1 time in this analysis window (2025–2025). The event is staged as part of the World Championship Series calendar.
[PLACEHOLDER: Add 1–2 sentences on notable storylines, competitive history, or what makes this event significant for Elite 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Swim positioning matters — an average of 16 athletes exit the water within 15 sec of the leader. Entering the bike in the front pack is critical; conserve energy with a disciplined swim line rather than sprinting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~3:00/km with a ~137s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82"/>
                <a:gridCol w="957428"/>
                <a:gridCol w="1914856"/>
                <a:gridCol w="554300"/>
                <a:gridCol w="755864"/>
                <a:gridCol w="2015638"/>
                <a:gridCol w="1007819"/>
                <a:gridCol w="806255"/>
                <a:gridCol w="856646"/>
                <a:gridCol w="705473"/>
                <a:gridCol w="705473"/>
                <a:gridCol w="705473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DNF/LAP/DNS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May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1:44:05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Pack Dynamics — Elite Men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11823192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19963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62626"/>
                </a:solidFill>
                <a:latin typeface="Arial"/>
              </a:rPr>
              <a:t>Each point = one athlete; position derives from elapsed time at the checkpoint. Red points are athletes who exited the swim within 15s of the leader — trace them across the three plots to see whether the early swim group held to the 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Top Splits vs Season Norms — Elite Men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Top 3 split times at this race vs each athlete's best and average split across WTCS Standard-distance races in the 12 months before the race.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3840480" cy="3200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910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SWIM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20240"/>
          <a:ext cx="398678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58368"/>
                <a:gridCol w="658368"/>
                <a:gridCol w="658368"/>
                <a:gridCol w="502920"/>
              </a:tblGrid>
              <a:tr h="388620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Δ 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M. 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-26s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M. Silva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-116s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T. Reid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-82s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160520" y="1554480"/>
            <a:ext cx="384048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5910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BIKE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60520" y="1920240"/>
          <a:ext cx="398678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58368"/>
                <a:gridCol w="658368"/>
                <a:gridCol w="658368"/>
                <a:gridCol w="502920"/>
              </a:tblGrid>
              <a:tr h="388620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Δ 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C. Paquet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55:29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52:17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+20s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L. Bergere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55:30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52:07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+41s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M.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55:31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52:06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+13s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8046720" y="1554480"/>
            <a:ext cx="3840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5910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RUN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0" y="1920240"/>
          <a:ext cx="398678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58368"/>
                <a:gridCol w="658368"/>
                <a:gridCol w="658368"/>
                <a:gridCol w="502920"/>
              </a:tblGrid>
              <a:tr h="388620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Δ 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D.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29:59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H. Milner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30:05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28:47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29:40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+25s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M.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30:04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30:33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-24s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74320" y="585216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Best / Avg = athlete's WTCS Standard-distance splits in the 12 months ending the day before this race. Δ Avg = this race's split minus the athlete's 12-month average; green = faster than average, red = slower.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70866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70866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103s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2025: 10 DNF/LAP (4 in lead group at bike, t1)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1:44:33
+28s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1:45:09
+64s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1:45:36
+91s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1:46:25
+140s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1:47:49
+224s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ALGHERO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Women race at Alghero has been held 1 time in this analysis window (2025–2025). The event is staged as part of the World Championship Series calendar.
[PLACEHOLDER: Add 1–2 sentences on notable storylines, competitive history, or what makes this event significant for Elite Women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Fast swimming is decisive — only ~7 athletes typically leave the water together. A strong swim directly builds a race-winning gap before T1.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~3:25/km with a ~141s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82"/>
                <a:gridCol w="957428"/>
                <a:gridCol w="1914856"/>
                <a:gridCol w="554300"/>
                <a:gridCol w="755864"/>
                <a:gridCol w="2015638"/>
                <a:gridCol w="1007819"/>
                <a:gridCol w="806255"/>
                <a:gridCol w="856646"/>
                <a:gridCol w="705473"/>
                <a:gridCol w="705473"/>
                <a:gridCol w="705473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DNF/LAP/DNS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May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Beaugrand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1:55:55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Pack Dynamics — Elite Women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11823192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19963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62626"/>
                </a:solidFill>
                <a:latin typeface="Arial"/>
              </a:rPr>
              <a:t>Each point = one athlete; position derives from elapsed time at the checkpoint. Red points are athletes who exited the swim within 15s of the leader — trace them across the three plots to see whether the early swim group held to the 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Top Splits vs Season Norms — Elite Women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Top 3 split times at this race vs each athlete's best and average split across WTCS Standard-distance races in the 12 months before the race.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3840480" cy="3200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910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SWIM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20240"/>
          <a:ext cx="398678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58368"/>
                <a:gridCol w="658368"/>
                <a:gridCol w="658368"/>
                <a:gridCol w="502920"/>
              </a:tblGrid>
              <a:tr h="388620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Δ 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S. Rappaport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22:17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22:17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-232s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B. Seregni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18:27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-142s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O. Mathias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18:27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22:09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22:09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-222s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160520" y="1554480"/>
            <a:ext cx="384048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5910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BIKE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60520" y="1920240"/>
          <a:ext cx="398678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58368"/>
                <a:gridCol w="658368"/>
                <a:gridCol w="658368"/>
                <a:gridCol w="502920"/>
              </a:tblGrid>
              <a:tr h="388620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Δ 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M. Kingma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1:01:31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T. Feuersinger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1:01:35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+257s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C. Beaugrand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1:01:36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+108s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8046720" y="1554480"/>
            <a:ext cx="3840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5910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RUN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0" y="1920240"/>
          <a:ext cx="398678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58368"/>
                <a:gridCol w="658368"/>
                <a:gridCol w="658368"/>
                <a:gridCol w="502920"/>
              </a:tblGrid>
              <a:tr h="388620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Δ Avg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L. Periault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33:24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34:56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-46s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L. Tertsch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33:10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33:27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+57s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J. Lehair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33:41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34:32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74320" y="585216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Best / Avg = athlete's WTCS Standard-distance splits in the 12 months ending the day before this race. Δ Avg = this race's split minus the athlete's 12-month average; green = faster than average, red = slower.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70866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70866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142s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2025: 7 DNF/LAP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1:56:33
+38s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1:57:04
+69s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1:57:59
+124s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1:58:52
+177s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2:00:10
+255s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