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ANTOFAGASTA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July 3 – 5,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July 3 – 5, 2026   •   Balneario Municipal, Av República de Croacia, Antofagasta (CLT, UTC-4)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July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3727703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All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/ Junior Cycling familiarization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All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/ Junior Swimming familiarization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All day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Para Triathlon Cycling + Swim familiarizations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13:00 – 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Registration / Kit delivery — ENJOY Antofagasta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16:00 – 16:45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/ Junior briefing — ENJOY Antofagasta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16:45 – 18:15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/ Junior Registration / Kit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July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CHAMPIONSHIP RACE DAY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230624" y="2240280"/>
          <a:ext cx="372770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Junior Women Championship — Sprint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Junior Men Championship — Sprint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Late 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/ U23 Women Championship — STANDARD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Mid-day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/ U23 Men Championship — STANDARD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15:00 – 18:00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Registration / Kit delivery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16:00 – 16:45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Para Triathlon Championship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Youth Championship Briefing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Championship Briefing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 • July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Para + AG + Relay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86928" y="2240280"/>
          <a:ext cx="3727703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/>
                <a:gridCol w="2385730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Para Triathlon Championship — Sprint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Youth Women Championship — Super Sprint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Youth Men Championship — Super Sprint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Mid-day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Championship —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2×2 Mixed Relay — Elite + Juniors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Balneario Municipal, Av República de Croacia, Antofagasta (CLT, UTC-4).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ANTOFAGASTA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First-time Americas Triathlon &amp; Para Championships host. Antofagasta sits on Chile's northern Pacific coast where the cold Humboldt Current meets the Atacama Desert — expect a cool, dry, light-wind race in Southern Hemisphere winter (avg high 18 °C). Elite/U23 athletes contest a Standard race on Saturday with a bike circuit slightly longer than typical (8 × 5.414 km = 43.3 km), and the swim uses a distinctive beach-exit-and-re-entry between laps. Expect a wetsuit race in 14–16 °C ocean water.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Pacific Ocean swim — Humboldt-cold (~14–16 °C) — Standard format swims 2 laps with a beach exit + re-entry between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Bike: 8 × 5.414 km laps (43.3 km — ~3 km longer than standard 40 km) along Av República de Croacia ↔ Av Ejército. Flat, fast, exposed to ocean breeze.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Run: 4 × 2.5 km laps on Av Grecia coastal road — flat asphalt out-and-back, fast splits in cool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First-ever AT Championships in Antofagasta — no prior race-day data; weather climatology + Pacific SST will drive prep.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1.5 km – 2 laps × 750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43.3 km – 8 laps × 5.414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10 km – 4 laps × 2.5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Standard Triathlon (Elite)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Americas Triathlon &amp; Para Championships Antofagasta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Antofagasta]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files/support/antofagasta_swim_course.png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1.5 km   •   2 × 750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Open ocean — Pacific (Humboldt Current)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1.5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Pacific Ocean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Beach start (with beach exit + re-entry between laps for Standard)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15.7 °C (7-yr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Wetsuit mandatory (&lt; 16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Pacific Ocean swim directly off the Balneario Municipal beach — exposed open water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Buoy-marked rectangular course, counter-clockwise 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Standard distance is 2 × 750 m laps with a BEACH EXIT AND RE-ENTRY between laps — Australian-exit format, rare on the WT circuit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Humboldt Current keeps water cold year-round — July is winter in Southern Hemisphere, water typically 14–16 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Swim cap + neoprene cap + booties / gloves all rules-legal at these temps; many will use them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Pacific swell and surf entries possible — sighting on rolling surface waves and pack-position discipline at the beach turn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Day-of water temperature (Pacific SST will be filled from Open-Meteo Marine forecast / climatology)  •  Exact buoy spacing and turn count (visible on race map; not numerically published in the NF package)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files/support/antofagasta_bike_course.png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43.3 km   •   8 × 5.414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coastal urban — Av República de Croacia ↔ Av Ejército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Coastal Pacific (ocean breeze)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8 × 5.414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Elite/U23 race is Standard distance — 8 × 5.414 km loops = 43.3 km (~3 km longer than a typical 40 km Olympic bike)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Out-and-back beach corridor: southbound Av República de Croacia → Av Ejército to turnaround at Military Facility Access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Northbound return on Av Ejército east side → Av República de Croacia to turnaround at Plaza Rotonda Croacia Grecia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Pacific coastal exposure — Humboldt Current driving cool air + steady ocean breeze on the seaward sections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Closed urban circuit on a wide multi-lane coastal avenue — fast, low-technical, hammer-friendly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53212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8 laps = 8 transit passes through the Plaza Rotonda turnaround — bike-handling premium on the lap point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files/support/antofagasta_run_course.png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10.0 km   •   4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Asphalt — Av Grecia coastal road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4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Standard distance: 4 × 2.5 km laps along Av Grecia — flat coastal road on the west 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Out-and-back to turnaround at intersection with Antonio Toro Street; return southbound back to Balneario esplanade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winter temperatures (~13–18 °C) favour aggressive run pacing — no heat-stress concern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Wide, smooth asphalt on a multi-lane road — fast surface, no technical sections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4 laps of the same loop = 4 transitions through the same crowd-noise pocket — strong home-fan factor for Chilean athletes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4406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ocean breeze along the run — light wind protection (arm sleeves) may help on the back half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Elevation profile (course is flat coastal road; no published grade data)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2026-07-04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race window — 10:00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15.7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15.1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7.4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Mid-day — 12:00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16.3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15.8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9.4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Cool to mild outlook — standard fluid plan (~500 ml/h), no special pre-cooling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Cold air pre-race — extended warm-up + warm clothing to lounge; wetsuit decision likely tilts mandatory if water tracks the same direction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Antofagasta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No direct US → Antofagasta flights — every itinerary connects through Santiago de Chile (SCL). Cleanest route: Denver → SCL (overnight via DFW / IAH / MIA / ATL), then a 2-hour domestic hop SCL → ANF on LATAM, SKY, or JetSMART. Total door-to-door is typically 18–22 h with a layover in Santiago. Only +2 h time-zone shift from Denver to Chile (CLT, UTC-4), so jet-lag impact is minimal — but the long overnight leg + altitude (Antofagasta is sea-level after a high-altitude Santiago layover) warrants an extra recovery day. Plan to land by Wednesday July 1 for the Friday July 3 elite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SCL → ANF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2-stop itinerary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~14 – 16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Plus SCL layover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Chile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ANF → ENJOY Hotel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LOC-recommended / taxi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~25 min by 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Andrés Sabella → Av Angamos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 Read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Official hotel: ENJOY ANTOFAGASTA, Av Angamos 1455. +56 5 5265 3000.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Resort + casino property on the beach — pool, gym, full-service amenities; team-friendly for multi-night blocks.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Alternates (all close to venue): Holiday Inn Express (Av Grecia / Antonio Poupin 1490), Hotel Florencia Suites, NH Antofagasta.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ENJOY is also the official briefing venue (Elite, Para, Youth, AG) — staying on-property removes shuttle dependence for Fri/Sat briefings.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Limited official-hotel capacity — book early via LOC contact gerente@fechitri.cl.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Best stock-up: Líder / Jumbo / Unimarc supermarkets in central Antofagasta — staples, electrolytes, sealed water (do not drink tap water).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Quick basics: pharmacies (Cruz Verde / Salcobrand) for sports nutrition, sunscreen, electrolyte powders.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Athlete-friendly restaurants: seafood-heavy Pacific coast town; mariscos / ceviche are local specialties — be selective with raw seafood in race week.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Hydration note: bottled / filtered water only — Antofagasta tap water is desalinated but variable; stick to sealed bottles for race week to remove GI risk.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992624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Cool-weather kit: pack warm layers + windbreaker — July is winter; mornings can be 12–13 °C with ocean breeze.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417320"/>
          <a:ext cx="470915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417320"/>
          <a:ext cx="4069078" cy="40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166360" y="1078992"/>
            <a:ext cx="406908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11556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56816"/>
            <a:ext cx="11640312" cy="2560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975104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28600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Antofagasta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6042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3484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Antofagasta in May (not available from Open-Meteo; check Copernicus Marine / NOAA or WT historical results).]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509260"/>
            <a:ext cx="11430000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Antofagasta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2,904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Manoel Messias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Mathis Beaulieu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2,213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Martin Sobey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Liam Donnelly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4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480974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828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212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2660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Maria Carolina Velasquez 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Djenyfer Arnold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Rosa Maria Tapia Vidal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1,988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Ana Maria Valentina Torres Gomez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1,840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Rosa Elena Martinez Melchior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41900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Giovanna Lacerda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1904"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1,479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480974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828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212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Arial"/>
              </a:rPr>
              <a:t>Ranked by EWMA swim features from the elite prediction model   •   Front Pack % → Avg Gap → EWMA split   •   Distance: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Ramón Armando Matute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+8.2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Kauê Willy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Chris Gregor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Yhousman David Perdomo Peña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+17.7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Alvaro Campos Solano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79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79" y="182880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Caroline Theil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Vittoria Lopes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Moira Miranda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Macarena Salazar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Leslie Amat Alvarez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Paula Vega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MEN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38912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David Vega Campoverde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Nicolas Probert Vargas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Dixon Hernandez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João Vitor Mazorca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 Ubilla Sabada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Alfredo Miguel Rodríguez Figueroa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26479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WOMEN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79" y="438912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/>
                <a:gridCol w="1902950"/>
                <a:gridCol w="1024665"/>
                <a:gridCol w="1024665"/>
                <a:gridCol w="975872"/>
                <a:gridCol w="536729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Sidney Clement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Yaniuska Mared Jimenez Arriechi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Alexandra Campbell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+26.1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Jimena Renata De La Peña Schott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Shelby Lajeunesse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Maria De Los Angeles Bonilla Garcia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4320" y="64008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Lead Pack % = fraction of recent races finishing the swim in pack 1.   Avg Gap = mean seconds behind the swim leader.   EWMA Swim = exponentially-weighted moving average of the last 5 swim splits.   USA athletes highlighted in red.   Races column = sample size (small samples warrant caution).   Features from tri_analysis.prediction.features.build_features_for_program.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2026-06-22   •   World Triathlon Rankings   •   Heading into Antofagasta   •   Race tier: Continental Championships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590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1804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7524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7524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464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288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5008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5008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363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6772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2492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2492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234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4256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9976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9976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158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1740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57460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7460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107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80643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Luke Anthony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Matthew McGoey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Ryan Luczak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Isaac Lamprecht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79" y="26060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26334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79" y="2935224"/>
          <a:ext cx="5806437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Jimena Renata De La Peña Schott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Ellison Wolfe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Faith Duncan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Chelsea Webber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74320" y="644652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Formula: base × (1+QFF) × top-5 bonus × 0.925^(rank−1).   Base for Continental Championships = 400.   QFF = +18% (derived from 5 2026 Americas Cup winners (Cup QFF +12% × 1.5 per rule 1.5.v → Champs QFF +18%)).  •  Top-5 bonus: 1st +25% / 2nd +20% / 3rd +15% / 4th +10% / 5th +5%   Rankings table: latest weekly snapshot (USA filter); Change = rank delta vs prior week.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Olympic Qualification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2026-06-20   •   Olympic Qualification Rankings (LA 2028 cycle)   •   Heading into Antofagasta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020824"/>
          <a:ext cx="5806437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79" y="16916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7190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79" y="2020824"/>
          <a:ext cx="5806437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/>
                <a:gridCol w="2158145"/>
                <a:gridCol w="976304"/>
                <a:gridCol w="565228"/>
                <a:gridCol w="565228"/>
                <a:gridCol w="873535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644652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Rankings: athlete_rankings cat 11 (Male) / 12 (Female), USA filter, latest weekly snapshot.   Curr / Prev = events scoring in Year 2 vs Year 1 of the LA 2028 OQR cycle (results show as Period 'First' in the per-race breakdown). All current results are in Year 1 because we are still inside the first year of the qualifying window, so points appear under 'Prev'.   Change = rank delta vs prior weekly snapshot.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