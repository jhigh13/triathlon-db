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YOKOHAMA RACE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CDDFF"/>
                </a:solidFill>
              </a:rPr>
              <a:t>Elite Analysis  ·  Past 8 Years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09728" cy="13716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ELITE 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Race Overview — Elite 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84582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2011680"/>
                <a:gridCol w="640080"/>
                <a:gridCol w="777240"/>
                <a:gridCol w="777240"/>
                <a:gridCol w="777240"/>
                <a:gridCol w="914400"/>
                <a:gridCol w="914400"/>
              </a:tblGrid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Swim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Bike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Run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Bike Laps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Run Laps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40050.0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37230.0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Swim Exit Dynamics — Elite 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Bike Pack Dynamics — Elite 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Run Split Analysis — Elite 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Race Conditions — Elite 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1188720"/>
                <a:gridCol w="1280160"/>
                <a:gridCol w="1005840"/>
                <a:gridCol w="6035040"/>
              </a:tblGrid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Air Temp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Water Temp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Wind (km/h)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Wetsuit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Conditions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19.7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22.0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09728" cy="13716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ELITE WOMEN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Race Overview — Elite Women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84582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2011680"/>
                <a:gridCol w="640080"/>
                <a:gridCol w="777240"/>
                <a:gridCol w="777240"/>
                <a:gridCol w="777240"/>
                <a:gridCol w="914400"/>
                <a:gridCol w="914400"/>
              </a:tblGrid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Swim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Bike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Run km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Bike Laps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Run Laps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40050.0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05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World Championship Series 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37230.0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Swim Exit Dynamics — Elite Women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Bike Pack Dynamics — Elite Women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Run Split Analysis — Elite Women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Race Conditions — Elite Women</a:t>
            </a:r>
          </a:p>
          <a:p>
            <a:pPr algn="l"/>
            <a:r>
              <a:rPr sz="1300">
                <a:solidFill>
                  <a:srgbClr val="CCDDFF"/>
                </a:solidFill>
              </a:rPr>
              <a:t>Yokohama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1188720"/>
                <a:gridCol w="1280160"/>
                <a:gridCol w="1005840"/>
                <a:gridCol w="6035040"/>
              </a:tblGrid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Air Temp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Water Temp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Wind (km/h)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Wetsuit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Conditions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19.7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22.0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25.4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19.8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allowed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62915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44444"/>
                          </a:solidFill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