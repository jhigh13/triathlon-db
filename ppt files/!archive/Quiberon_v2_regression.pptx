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QUIBERON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June 18 – 21,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June 18 – 21, 2026   •   Espace Louison Bobet, Bd René Cassin, Quiberon (CEST, UTC+2)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Friday • June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372770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07:00 – 10:00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Pool training — Neptune Swimming Pool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09:00 – 09:30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 familiarization — 2 laps from transition (escorted)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familiarization — beach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14:00 – 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Pool training — Neptune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16:00 – 16:30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Mandatory Elite Athletes' briefing — Espace Louison Bobet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16:30 – 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team medical meeting — LOC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Post-briefing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Race package distribution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 course measurement (coaches) — Finish Area, Bd René Cassin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30624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2064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Saturday • June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2064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WTCS SPRINT RACE DAY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230624" y="2240280"/>
          <a:ext cx="3727703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08:30 – 09:30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Men — Athletes' lounge check-in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09:00 – 09:45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Men — Transition + swim warm-up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09:50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Men — Athletes' introduction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10:00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WTCS 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Men medals ceremony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 – 11:30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Women — Athletes' lounge check-in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11:00 – 11:45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Women — Transition + swim warm-up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Women — Athletes' introduction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12:00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WTCS WOMEN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WTCS Women medals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13:30 – 14:00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Team Declaration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20:00 – 20:30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Team Managers' Meeting (Elite Athletes Area)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8186928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8368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Sunday • June 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Mixed Relay Day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86928" y="2240280"/>
          <a:ext cx="3727703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07:00 – 10:00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Pool training — Neptune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12:30 – 12:45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Final Team Declaration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15:30 – 16:30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Athletes' lounge check-in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16:00 – 16:45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Transition + swim warm-up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— Athletes' introduction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17:00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MIXED RELAY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medals ceremony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63550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Times Espace Louison Bobet, Bd René Cassin, Quiberon (CEST, UTC+2). Schedule confirmed from World Triathlon race-info page / athlete guide; subject to organiser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QUIBERON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Set on the southern tip of Brittany's Quiberon peninsula, this will be the first edition of WTCS Quiberon. Expect a cool-water, likely wetsuit sprint race with a decently long beach start. The bike is largely flat but has multiple sections along the coast with potential for exposure to coastal winds. The run is also a simple out-and-back on asphalt that should lead to fast splits.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Beach Start 750 m Atlantic Swim. Cool water, likely wetsuit-legal.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Flat bike course. 4 laps of 5.5 km will make the distance slightly longer than standard. No real elevation but potential for exposed wind could come into play.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Mostly asphalt out-and-back run. Simple 2-lap course.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First race at this venue.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750 m – 1 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22 km – 4 laps × 5.5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5 km – 2 laps × 2.5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Sprint Triathlon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Race Info | 2026 World Triathlon Championship Series Quiberon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Quiberon]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files/support/quiberon_swim_course.png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Elite Athlete Guide — WTCS Quiberon, 20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Open ocean — Atlantic / Bay of Quiberon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Atlantic Ocean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Beach start (rue René Cassin, beach access from Place du Doued)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18.0 °C (7-yr avg)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Wetsuit optional (18 °C)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Single 750 m loop in the open Atlantic off the Quiberon peninsula — cold water by elite standards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Beach start running entry from rue René Cassin — typical pack-formation chaos through the first 200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Atlantic exposure brings chop and swell — sighting on bigger surface waves than typical WTCS venues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Cold-water acclimation matters: 14.9–19.3 °C range means the first 100 m breath-control is a real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Wetsuit decision driven by morning measurement — bring both options; men race at 10:00, women at 12:00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Water quality testing site "Lombardsbrücke" referenced in guide (text appears templated from Hamburg) — actual Quiberon measuring points TBD pre-race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Buoy configuration and turn structure (not in race brief)  •  Day-of water temperature (Atlantic SST will be filled from Open-Meteo Marine forecast)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files/support/quiberon_bike_course.png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Elite Athlete Guide — WTCS Quiberon, 20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22 km   •   4 × 5.5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coastal/urban circuit — Boulevard René Cassin, Quiberon Peninsula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Flat (no data)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Coastal (~20 km/h)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4 × 5.5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Generally flat profile with no significant climbs — race typically decided on the run, not the bike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36168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Multiple urban changes of direction and turns in town sections — bike-handling premium on lap entries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5429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Coastal sections exposed to Atlantic wind — crosswinds can split the pack hard, especially near Pointe Riberen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4690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Two wheel stations: René Cassin Street (just out of T1) and Fort Neuf Street / Parking Nautique near Pointe Riberen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23951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Slightly longer than standard sprint — 22 km total over 4 × 5.5 km laps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120640"/>
            <a:ext cx="11640312" cy="14173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synthesized; if a race GPS FIT becomes available, real contours will replace this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files/support/quiberon_run_course.png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Elite Athlete Guide — WTCS Quiberon, 20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5.0 km   •   2 × 2.5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Asphalt out-and-back; small stabilized (gravel) section per lap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5.0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 × 2.5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Flat out-and-back asphalt course with one short stabilized-surface section per lap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Aid stations at 0.2 km (just after T2) and 1.25 km — pass each twice across the 2 laps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Penalty Box located on the left, ~50 m before the Transition Area — easy to miss if drafting flagged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Course measurement for coaches Friday 19:00 from the Finish Area (Bd René Cassin) — register at Friday package distribution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Cool Atlantic conditions favour aggressive pacing; June daily high ~23 °C, low ~13 °C — no heat-stress concern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Lap structure: 2 × 2.5 km out-and-back (inferred from aid station spacing in the brief)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Elevation profile and grade data (course described as "flat" — no numbers published)  •  Exact turnaround coordinates (route map TBD in the guide PDF)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Race-Day Weather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2026-06-20   •   Historical climatology — same calendar day, 7-year mean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7040880" cy="3108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6459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6824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Men start — 10:00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7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5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5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16.7 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1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15.4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0735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9023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3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85%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5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19.7 km/h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1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0735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79023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3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461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32826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Women start — 12:00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7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5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16.7 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8551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39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15.8 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0735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79023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9023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84%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7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34655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5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19.6 km/h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8551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39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39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60735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79023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9023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4632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8737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Hydration &amp; Cooling Cues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Cool to mild outlook — standard fluid plan (~500 ml/h), no special pre-cooling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5046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Notable wind (21 km/h) — drafting protection matters on exposed coastal bike sections; sight more frequently in chop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Data source: Open-Meteo. Forecast will replace climatology once race day is within 16 days. Historical Race Conditions slide shows what actually happened in prior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Quiberon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There are no direct Denver → Nantes flights. The cleanest athlete route is a one-stop itinerary through CDG, Dublin, Amsterdam, or another European hub into Nantes, then use the LOC/Nirvana scheduled shuttle to Quiberon. Many flight options include an overnight long-haul travel as a part of the leg. Minimize the 8h time zone shift by shifting daily schedule earlier before travel.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1 stop likely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~12h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Plus layover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+8h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France ahead of Denver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NTE → Quiberon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LOC Scheduled Transfer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~2 hours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Official Accommodation Read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Official accommodation is 3 hotels: Sofitel Quiberon Thalassa Sea &amp; Spa, Mercure Quiberon Hotel, and ENV-I2N.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Sofitel = premium recovery/wellness choice, oceanfront thalassotherapy setting.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Mercure = practical team option: renovated rooms, close to beach/thalasso area, free Wi-Fi, bike storage in package.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ENV-I2N = budget-oriented accommodation within a short ride/cycle to the event site.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Hotel + Venue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Best stock-up target: Super U Quiberon (116 Rue du Port de Pêche) for groceries, water, snacks, and room food.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Quick basics: town-center bakeries, small markets, pharmacies, and convenience food around Quiberon centre / beach area.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Restaurant read: seafood/crêperie-heavy resort town; plan simple athlete meals if avoiding rich sauces or unfamiliar seafood.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Logistics note: peninsula access is constrained by one road/rail link. Potential for heavy traffic if coming from outside town center.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Quiberon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70432"/>
          <a:ext cx="4709158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170432"/>
          <a:ext cx="4069078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01368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1965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85416"/>
            <a:ext cx="11430000" cy="112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Quiberon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07842"/>
            <a:ext cx="11430000" cy="112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30268"/>
            <a:ext cx="11430000" cy="112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Quiberon in May (not available from Open-Meteo; check Copernicus Marine / NOAA or WT historical results).]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52694"/>
            <a:ext cx="11430000" cy="1122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Quiberon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Ranked on Startlist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Vasco Vilaca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Henry Graf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867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Ranked on Startlist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Lisa Tertsch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Jeanne Lehair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Leonie Periault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2179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867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