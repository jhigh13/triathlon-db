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ALGHERO RACE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Past 8 Years  ·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ALGHERO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2-3 sentences on what makes Alghero unique as a race venue — geography, setting, and character. E.g. 'Set on the Coral Riviera of Sardinia, the WTCS Alghero course combines crystal-clear Mediterranean waters, a flat coastal bike circuit, and a multi-lap run through the ancient walled city.']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1 — e.g. 'Open-water swim in the Bay of Alghero — calm seas']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2 — e.g. 'Flat coastal bike circuit — fast and tactical']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0016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3 — e.g. 'Multi-lap run through the historic city centre']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4 — e.g. 'Hot Mediterranean conditions typical in late May']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1.5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847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40.5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18541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10.0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523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Standard Triathlon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862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[PLACEHOLDER: https://www.triathlon.org/events/event/2026_world_triathlon_championship_series_alghero]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846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Last Year's Results: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1480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https://www.triathlon.org/events/event/2025_world_triathlon_championship_series_alghero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623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Race Replay: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9253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[PLACEHOLDER: https://triathlonlive.tv/ (TriathlonLIVE replay)]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Course Profile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upcoming course map or race photo here]
Right-click → Replace Image, or paste screenshot
of the World Triathlon course map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previous year course map or race photo here]
Right-click → Replace Image, or paste screenshot
of the World Triathlon course map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2025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https://www.triathlon.org/events/event/2025_world_triathlon_championship_series_alghero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956048"/>
          <a:ext cx="116403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914400"/>
                <a:gridCol w="7708392"/>
              </a:tblGrid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Discipline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Laps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Terrain / 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1.5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Open-water, Bay of Alghero]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40.5 km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coastal road circuit, closed course]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multi-lap, cobblestone city-centre finish]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70432"/>
          <a:ext cx="4709158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/>
                <a:gridCol w="800557"/>
                <a:gridCol w="894740"/>
                <a:gridCol w="800557"/>
                <a:gridCol w="800557"/>
                <a:gridCol w="800557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May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1078992"/>
            <a:ext cx="470916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88136"/>
            <a:ext cx="45720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RACE-DAY WEATHER (08:00–11:00 local)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66360" y="1170432"/>
          <a:ext cx="4069078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/>
                <a:gridCol w="823504"/>
                <a:gridCol w="726621"/>
                <a:gridCol w="823504"/>
                <a:gridCol w="1065711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2080" y="1088136"/>
            <a:ext cx="3931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AIR QUALITY (Open-Meteo 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03704"/>
            <a:ext cx="11640312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22199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587752"/>
            <a:ext cx="11430000" cy="1021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Quality: [PLACEHOLDER: Historical water quality data for Alghero — e.g. bacterial counts, EU Bathing Water Directive status, known algae / pollution events. Check local environmental agency reports for May race window.]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09594"/>
            <a:ext cx="11430000" cy="1021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Athlete Health Incidents: [PLACEHOLDER: Any known GI illness, respiratory, or heat-related incidents at this or comparable venues. E.g. Sunderland 2023 — reported GI illness post-swim for multiple athletes.]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631436"/>
            <a:ext cx="11430000" cy="1021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Temperature: [PLACEHOLDER: Historical open-water temperature for Alghero in May (not available from Open-Meteo; check Copernicus Marine / NOAA or WT historical results).]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653278"/>
            <a:ext cx="11430000" cy="1021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Heat / Humidity Risk: Auto-derived from above table — flag if humidity &gt;70% or air temp &gt;25°C at race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0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RACE HISTORY AT ALGHERO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6400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The Elite Men race at Alghero has been held 1 time in this analysis window (2025–2025). The event is staged as part of the World Championship Series calendar.
[PLACEHOLDER: Add 1–2 sentences on notable storylines, competitive history, or what makes this event significant for Elite Men athletes. E.g. defending champions, record performances, dramatic finishes.]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4983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 KEYS TO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3619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Swim positioning matters — an average of 16 athletes exit the water within 15 sec of the leader. Entering the bike in the front pack is critical; conserve energy with a disciplined swim line rather than sprinting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24612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Key 2 — Describe bike strategy: is this a pack race or do breakaways form? What power/tactics are needed to stay in the lead group?]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93776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91947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Run speed separates the podium — the fastest run pace averages ~3:00/km with a ~137s spread between fastest and average finisher. Either a pre-built lead from the bike or exceptional run speed is required to win.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Results Summary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8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575"/>
                <a:gridCol w="978610"/>
                <a:gridCol w="2060232"/>
                <a:gridCol w="618069"/>
                <a:gridCol w="2163243"/>
                <a:gridCol w="1030116"/>
                <a:gridCol w="875598"/>
                <a:gridCol w="927104"/>
                <a:gridCol w="772587"/>
                <a:gridCol w="772587"/>
                <a:gridCol w="772587"/>
              </a:tblGrid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May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32 (11 DNF/LAP/DNS)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1:44:05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Evolution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Lead pack = athletes within 15 sec of leader. T1 = lead group entering the bike; T2 = lead group exiting the bike.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11640312" cy="3749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285232"/>
          <a:ext cx="1164031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1828800"/>
                <a:gridCol w="1188720"/>
                <a:gridCol w="2286000"/>
                <a:gridCol w="3822191"/>
              </a:tblGrid>
              <a:tr h="70866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Group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Gap*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70866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103s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Lead pack = athletes within 15 sec of leader. Chase group = athletes within 15 sec of the first athlete outside the lead pack. * Chase Gap = seconds from the last lead-pack athlete to the first chase-group athlete at T2.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720840"/>
            <a:ext cx="1164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FBFBF"/>
                </a:solidFill>
                <a:latin typeface="Arial"/>
              </a:rPr>
              <a:t>Dropouts: 2025: 10 DNF/LAP (4 in lead group at bike, t1)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112471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1:44:05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1:44:33
+28s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1:45:09
+64s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1:45:36
+91s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1:46:25
+140s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1:47:49
+224s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71"/>
                <a:gridCol w="864604"/>
                <a:gridCol w="910110"/>
                <a:gridCol w="819099"/>
                <a:gridCol w="910110"/>
                <a:gridCol w="864604"/>
                <a:gridCol w="864604"/>
                <a:gridCol w="819099"/>
                <a:gridCol w="4996506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Precip (mm)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May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03504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Air temp, humidity, wind, and precipitation sourced from Open-Meteo historical archive (race window 08:00–11:00 local) where WT API data is absent. Values marked * are Open-Meteo estimates. Water temp and wetsuit ruling are from the World Triathlon API per program.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0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RACE HISTORY AT ALGHERO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6400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The Elite Women race at Alghero has been held 1 time in this analysis window (2025–2025). The event is staged as part of the World Championship Series calendar.
[PLACEHOLDER: Add 1–2 sentences on notable storylines, competitive history, or what makes this event significant for Elite Women athletes. E.g. defending champions, record performances, dramatic finishes.]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4983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 KEYS TO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3619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Fast swimming is decisive — only ~7 athletes typically leave the water together. A strong swim directly builds a race-winning gap before T1.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24612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Key 2 — Describe bike strategy: is this a pack race or do breakaways form? What power/tactics are needed to stay in the lead group?]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93776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91947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Run speed separates the podium — the fastest run pace averages ~3:25/km with a ~141s spread between fastest and average finisher. Either a pre-built lead from the bike or exceptional run speed is required to win.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Results Summary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8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575"/>
                <a:gridCol w="978610"/>
                <a:gridCol w="2060232"/>
                <a:gridCol w="618069"/>
                <a:gridCol w="2163243"/>
                <a:gridCol w="1030116"/>
                <a:gridCol w="875598"/>
                <a:gridCol w="927104"/>
                <a:gridCol w="772587"/>
                <a:gridCol w="772587"/>
                <a:gridCol w="772587"/>
              </a:tblGrid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May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32 (7 DNF/LAP/DNS)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Beaugrand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1:55:55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Evolution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Lead pack = athletes within 15 sec of leader. T1 = lead group entering the bike; T2 = lead group exiting the bike.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11640312" cy="3749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285232"/>
          <a:ext cx="1164031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1828800"/>
                <a:gridCol w="1188720"/>
                <a:gridCol w="2286000"/>
                <a:gridCol w="3822191"/>
              </a:tblGrid>
              <a:tr h="70866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Group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Gap*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70866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142s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Lead pack = athletes within 15 sec of leader. Chase group = athletes within 15 sec of the first athlete outside the lead pack. * Chase Gap = seconds from the last lead-pack athlete to the first chase-group athlete at T2.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720840"/>
            <a:ext cx="1164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FBFBF"/>
                </a:solidFill>
                <a:latin typeface="Arial"/>
              </a:rPr>
              <a:t>Dropouts: 2025: 7 DNF/LAP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112471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1:55:55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1:56:33
+38s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1:57:04
+69s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1:57:59
+124s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1:58:52
+177s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2:00:10
+255s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Alghero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71"/>
                <a:gridCol w="864604"/>
                <a:gridCol w="910110"/>
                <a:gridCol w="819099"/>
                <a:gridCol w="910110"/>
                <a:gridCol w="864604"/>
                <a:gridCol w="864604"/>
                <a:gridCol w="819099"/>
                <a:gridCol w="4996506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Precip (mm)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May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03504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Air temp, humidity, wind, and precipitation sourced from Open-Meteo historical archive (race window 08:00–11:00 local) where WT API data is absent. Values marked * are Open-Meteo estimates. Water temp and wetsuit ruling are from the World Triathlon API per program.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