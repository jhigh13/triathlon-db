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7373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HAMBURG MIXED 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0000"/>
                </a:solidFill>
                <a:latin typeface="Arial"/>
              </a:rPr>
              <a:t>WORLD CHAMPIONSHIPS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Mixed Relay Historical Analysis  ·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Event History  —  World Mixed Relay Championships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Recent editions at Hamburg; individual-leg splits available 2020–2025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430000" cy="32918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225296"/>
            <a:ext cx="4297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2529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122529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17904"/>
            <a:ext cx="114300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572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727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06 Sep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5727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2020 Hamburg ITU Triathlon Mixed Relay World Championships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1572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6537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9202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19202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18 Sep 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9202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HAMBURG WASSER 2021 World Triathlon Championship Series Hamburg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19202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12848"/>
            <a:ext cx="114300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267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2677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09 Jul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26771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2022 World Triathlon Championship Series Hamburg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22677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560320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6151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26151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15 Jul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6151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2023 World Triathlon Sprint and Relay Championships Hamburg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6151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907792"/>
            <a:ext cx="114300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626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29626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14 Jul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9626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2024 World Triathlon Mixed Relay Championships Hamburg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29626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255264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3101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3101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12 Jul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3101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2025 World Triathlon Mixed Relay Championships Hamburg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33101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Note: 2013–2019 editions are in the events table; individual-leg timing data not available for those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Nation Podium Record  —  Mixed Relay World Championships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Gold / silver / bronze finishes by nation, 2020–2025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Year-by-Year Results  —  Final Standings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Top-4 finish order and winning team time for each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704320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225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225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225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225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225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Win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36192"/>
            <a:ext cx="117043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60020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1600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France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1600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United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00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Great Britain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Norway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60020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1:18:26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38528"/>
            <a:ext cx="11704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002536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Italy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Denmark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00253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New Zealand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200253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1:21:40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40864"/>
            <a:ext cx="117043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404872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2404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Great Britain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2404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Australia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404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0487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Switzerland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4048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1:20:52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743200"/>
            <a:ext cx="11704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80720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2807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2807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New Zealand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807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Switzerland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8072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United States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280720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1:22:09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145536"/>
            <a:ext cx="11704320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209544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32095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32095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Switzerland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2095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New Zealand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20954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Great Britain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32095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1:19:54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547872"/>
            <a:ext cx="11704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61188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3611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Australia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3611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France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3611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Germany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611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Great Britain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361188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Arial"/>
              </a:rPr>
              <a:t>1:16:53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Leg Split Profiles  —  Average Time by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Mean swim / bike / run per relay leg; whiskers show field min–max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Country Leg Strengths  —  Relative Performance by Leg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Z-score of mean leg time per slot. Green = faster than field average, red = slower.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188720"/>
            <a:ext cx="8686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Dynamics  —  Gap to Leader at Each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Cumulative gap in seconds at end of each leg. 0 = leading team. Top 8 teams shown per year.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Competitive Density  —  Teams Within Threshold at Each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Average number of teams (excl. leader) within 5 / 10 / 20 seconds of the leader, averaged across all editions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43000"/>
            <a:ext cx="91440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Predictive Power of Leg 1  —  Does W1 Decide the Race?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W1 (first swimmer) exit rank vs final team finish. Points on the diagonal = perfect prediction.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Takeaways  —  Hamburg Mixed 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2020–2025 analysis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Most decorated nation: Germany (3 gold medals)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3055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Fastest W1 swim: Sweden (avg 3:33)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2491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Fastest M1 bike: Individual Neutral Athlete (avg 9:25)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1927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Winning time trend: 93s faster from 2020 to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1363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Race format: W–M–W–M leg order, 750m swim / 20km bike / 5km run per leg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507992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Arial"/>
              </a:rPr>
              <a:t>Split data coverage: 2020–2025  (6 editions with full individual-leg timing)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