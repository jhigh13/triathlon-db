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MONTREAL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Para Series Analysis  ·  June 24 –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June 24 – 27, 2026   •   Parc Jean-Drapeau, Notre-Dame Island, Montréal (EDT, UTC-4)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Thu • June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Open Training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11:00 – 15:00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training — Aquatic Complex (50 m pool, 4 lanes)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14:00 – 17:00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Gym training — Athletes' Quarter gym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(Wed Jun 24)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Pool training 14:00–18:00 + gym 14:00–17:00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June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30624" y="2240280"/>
          <a:ext cx="372770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Departures from Host Hotel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08:45 – 09:15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PTS/PTVI Bike Fam  •  PTWC Run Fam —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09:30 – 10:00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PTS/PTVI Run Fam  •  PTWC Bike Fam — Transition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– 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Familiarisation (ALL) — Swim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– 10:45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Coaches Onsite Meeting — Transition Area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Equipment verification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12:00 – 12:45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WTPS Pre-race briefing (ALL) — Athletes' Quarter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12:45 – 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Departures from venue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June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PARA 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653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05:00 / 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Hotel departures — PTWC 05:00 • PTS/PTVI 05:30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05:30 / 06:15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Athletes' Lounge opens — PTWC 05:30 • PTS/PTVI 06:15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06:15 – 06:45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PTWC swim warm-up (on course) + transition check-in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06:53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PTWC Athletes' Introduction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07:00 / 07:03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PTWC1 Men 07:00  •  PTWC2 Men 07:03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07:04 / 07:08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PTWC1 Women 07:04  •  PTWC2 Women 07:08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PTS5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07:50 / 07:53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PTVI1 Men 07:50  •  PTVI2/3 Men 07:53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07:54 / 07:57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PTVI1 Women 07:54  •  PTVI2/3 Women 07:57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08:10 / 08:15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PTS5 Women 08:10  •  PTS2/3/4 Women 08:15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08:25 / 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PTS4 Men 08:25  •  PTS2/3 Men 08:30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10:15 /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Venue departures — 1st bus 10:15  •  2nd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10:30 – 11:30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WTPS Medal Ceremony — Podium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Parc Jean-Drapeau, Notre-Dame Island, Montréal (EDT, UTC-4).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MONTREAL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World Triathlon Para Series Montréal returns to Parc Jean-Drapeau for the 2026 edition. The race uses the venerable Olympic Basin for a 750 m swim, then heads to the Circuit Gilles-Villeneuve — the F1 track — for a flat, fast 21.5 km bike on a closed circuit. The run mixes the CGV and the path alongside the rowing basin. Late June in Montréal can run hot and humid; with 23 °C water, expect a non-wetsuit race and a power-driven bike.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Olympic Basin swim — sheltered, ~23 °C fresh water, in-water pontoon start. Non-wetsuit.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Bike on Circuit Gilles-Villeneuve (F1 track): pancake-flat 4.1 km clockwise loop × 5 = 21.5 km.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Run on CGV + Olympic Basin path: flat 2.5 km loop × 2 with five aid-station access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12 distinct Para sport-class starts (PTWC, PTVI, PTS2–5) staged 07:00 → 08:30 across both genders.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21.5 km – 5 laps × 4.1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 km – 2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Para Triathlon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World Triathlon Para Series Montréal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https://www.triathlon.org/events/event/2024_americas_triathlon_cup_montreal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Montreal]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20.2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files/support/montreal_swim_course.png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Sheltered rowing basin — fresh water, calm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Olympic Basin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In-water start from pontoon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22.0–24.0 °C (expected)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Forbidden (&gt; 22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Sheltered Olympic Basin water — no chop, no current, no wave issues; navigation-only swim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PTWC swim warm-up on course 06:15–06:45; PTS/PTVI use warm-up lane 07:00–08:15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Lounge opens 05:30 (PTWC) / 06:15 (PTS/PTVI); athletes' intro 10 min before category 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Water quality monitored by private lab — guide flags it consistently inside WT thresholds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Warm water + warm air at 7 AM start — no cold-water acclimation concerns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Buoy layout for individual race (start gathers on pontoon — full layout TBD at familiarization)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files/support/montreal_bike_course.png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21.5 km   •   5 × 4.1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F1 circuit — Circuit Gilles-Villeneuve, Parc Jean-Drapeau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Open island — variable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5 × 4.1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Bike held on the Circuit Gilles-Villeneuve (CGV) F1 track — clockwise 4.1 km loop × 5 = 21.5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Pancake-flat, smooth tarmac throughout — no significant climbs; pure power/aero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Team wheel station at the CGV entrance; Neutral wheel station mid-lap with full disc/rim brake inventory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Bike penalty box sits at the lap/transition split — athletes pass it 5 times across the 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RaceRanger drafting devices are mandatory for PTS/PTVI classes — install at bike racking on Friday if not done at home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53212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Open island setting on Notre-Dame Island — winds off the St. Lawrence can swing crosswinds on the straights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files/support/montreal_run_course.png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Para Series Montréal Elite Athlete Guide — 27 Jun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5.0 km   •   2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— Circuit Gilles-Villeneuve + Olympic Basin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Flat 2.5 km loop × 2 — exit transition north of basin, enter CGV at the hairpin, head west to pit 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Two left turns at the pit lane drop onto the north-side path along the Olympic Basin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Aid stations / water at 370 m, 1.1 km, 2.3 km, 3.0 km, 4.1 km — five access points per athlete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Run penalty box at ~2.6 km (loop turnaround); passed twice — drafting infractions compound across laps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PTVI Free Leading zones: T2 exit→AS1, AS2 on CGV, paddocks turnaround, AS2 on Chemin Nord, Run Penalty Box 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Run team wheel station (for racing wheelchairs) co-located with Aid Station 2; both-side access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(course described as flat — no published grade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Montréal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Denver → Montréal is a same-day continental hop — multiple nonstop options (Air Canada / United / WestJet seasonal) plus easy one-stop itineraries through ORD, YYZ, or EWR. Only +2 h time-zone shift (MDT → EDT), so jet-lag impact is minimal. LOC operates a scheduled airport shuttle YUL ↔ Alt Hotel Montréal between June 23–28 (60 USD mandatory per-person fee). Arrive at least Wednesday (Jun 24) to use the official Wed/Thu pool + gym training windows ahead of Friday's familiarization.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YUL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Nonstop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~3h 45m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Nonstop estimate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Montréal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YUL → Alt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 shuttle (60 USD)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19 km / ~20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By car/shuttle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Official hotel: Alt Hotel Montréal (Germain Group), 120 Peel Street, H3C 0L8.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Block code "2606OBTRIA" — book via the WTPS reservations link, email reservations.altmontreal@germainhotels.com, or call 514.375.0220.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Distance to venue (Parc Jean-Drapeau): 6.3 km — 15 min by car or bike; LOC provides free venue transport on familiarization + race day.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Underground parking on site (Indigo-managed); cash / Visa / Mastercard accepted.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Hotel is downtown (Griffintown adjacent) — easy walk to Old Montréal, restaurants, and metro access.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stock-up: Provigo / IGA / Métro grocery stores within walking distance of Alt Hotel (Peel St / Saint-Antoine corridor).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Tim Hortons / Couche-Tard / Starbucks dotted around downtown; pharmacies (Jean Coutu / Pharmaprix) for sports nutrition + electrolytes.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 restaurants: Marcus, Burgundy Lion, and the Cours Mont-Royal food court are within 10–15 min walk for protein-forward options.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Venue note: Parc Jean-Drapeau is on Notre-Dame Island — bring race-day food/fluid from the hotel; on-island vendor options are limited and seasonal.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Heat consideration: Late June can hit 30 °C+ — pre-stock electrolytes / ice packs at hotel for daily training blocks.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Aug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Jun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67912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86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Montreal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5775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6354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Montreal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6933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PARA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Para Series Results  — 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68680"/>
                <a:gridCol w="1688592"/>
                <a:gridCol w="1688592"/>
                <a:gridCol w="1688592"/>
                <a:gridCol w="1688592"/>
                <a:gridCol w="1688592"/>
                <a:gridCol w="1688592"/>
              </a:tblGrid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PTWC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PTS3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PTS4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PTVI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Plat
56:16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Ribstein
1:07:26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Molina
1:09:37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Hanquinquant
1:00:48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57:30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Ellis
1:00:24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Plat
56:25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Morales
1:11:40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Godfrey
1:12:40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Peacock
1:05:34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59:10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Coon
1:01:12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Sanborn
1:01:00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Morsink
1:08:22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Burgt
1:11:26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Hanquinquant
57:53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57:24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Laparra
58:52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Romele
1:01:01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Lahna
1:07:09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Urand
1:09:43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Hanquinquant
58:29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Hammer
56:50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Rigaudeau
57:29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Noel
1:02:50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Paepe
1:06:52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Gelhaar
1:06:59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Baele
59:17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Daniel
56:35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Kelly
57:51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World Para Series Men winners by sport class. Surname + winning total time. Years with no completed racing are omitted.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Winning Time Trends  —  Para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PARA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Para Series Results  — 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68680"/>
                <a:gridCol w="1688592"/>
                <a:gridCol w="1688592"/>
                <a:gridCol w="1688592"/>
                <a:gridCol w="1688592"/>
                <a:gridCol w="1688592"/>
                <a:gridCol w="1688592"/>
              </a:tblGrid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PTWC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PTS3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PTS4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PTS5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PTVI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Tapp
1:07:25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Seely
1:20:12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Plotnikova
1:24:12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Moore
1:11:30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Cashmore
1:06:13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1:08:33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Parker
1:05:08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Danz
1:20:03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Elmlinger
1:13:24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Norman
1:05:45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1:07:24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Parker
1:03:32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Danz
1:14:40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Vargas
1:28:01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Elmlinger
1:13:26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Norman
1:03:06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1:04:00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Jun 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Gretsch
1:05:34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Seely
1:14:20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Vargas
1:24:44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Elmlinger
1:10:45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Frenette
1:07:59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Rodriguez
1:04:26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50" b="0" i="0">
                          <a:solidFill>
                            <a:srgbClr val="262626"/>
                          </a:solidFill>
                          <a:latin typeface="Arial"/>
                        </a:rPr>
                        <a:t>Jul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Parker
1:03:08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Francis
1:16:43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Vargas
1:18:47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Seneclauze
1:14:01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Norman
1:02:03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Arial"/>
                        </a:rPr>
                        <a:t>Freitas
1:05:47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73952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World Para Series Women winners by sport class. Surname + winning total time. Years with no completed racing are omitted.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Winning Time Trends  —  Para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Montreal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Montreal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by World Ranking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6,539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Montreal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410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Zach Leachman   (00:52:20)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33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Clayton Hutchins   (00:52:22)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26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Liam Donnelly   (00:52:25)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3 by World Ranking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1965960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375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6,059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17920" y="357530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5935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Montreal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410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Erica Hawley   (00:58:15)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33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Maïra Carreau   (00:58:22)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26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Anja Krueger   (00:58:23)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