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YOKOHAMA RACE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Past 8 Years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MEN  ♂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097280"/>
          <a:ext cx="1164030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575"/>
                <a:gridCol w="978610"/>
                <a:gridCol w="2060232"/>
                <a:gridCol w="618069"/>
                <a:gridCol w="2163243"/>
                <a:gridCol w="1030116"/>
                <a:gridCol w="875598"/>
                <a:gridCol w="927104"/>
                <a:gridCol w="772587"/>
                <a:gridCol w="772587"/>
                <a:gridCol w="772587"/>
              </a:tblGrid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1:44:59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Luis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1:43:21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19.7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Blummenfelt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1:42:55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Yee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1:43:30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Wilde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1:42:13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Pearson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1:42:05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1:41:08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78992"/>
            <a:ext cx="9966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78992"/>
            <a:ext cx="9966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1:45:40
+41s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1:45:51
+52s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1:46:11
+72s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1:46:23
+84s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1:47:15
+136s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1:43:24
+3s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1:43:26
+5s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1:43:57
+36s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1:44:19
+58s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1:45:23
+122s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1:43:05
+10s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1:43:12
+17s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1:43:26
+31s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1:43:40
+45s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1:45:04
+129s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1:43:40
+10s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1:43:59
+29s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1:44:17
+47s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1:45:02
+92s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1:45:30
+120s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1:42:17
+4s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1:42:18
+5s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1:42:26
+13s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1:43:01
+48s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1:43:49
+96s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1:42:12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1:42:20
+15s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1:42:30
+25s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1:42:46
+41s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1:43:39
+94s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1:41:08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1:41:14
+6s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1:41:29
+21s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1:42:03
+55s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1:42:51
+103s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1:44:28
+200s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097280"/>
          <a:ext cx="11640307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827"/>
                <a:gridCol w="869362"/>
                <a:gridCol w="1006630"/>
                <a:gridCol w="1006630"/>
                <a:gridCol w="1006630"/>
                <a:gridCol w="915118"/>
                <a:gridCol w="6241110"/>
              </a:tblGrid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WOMEN  ♀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097280"/>
          <a:ext cx="1164030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575"/>
                <a:gridCol w="978610"/>
                <a:gridCol w="2060232"/>
                <a:gridCol w="618069"/>
                <a:gridCol w="2163243"/>
                <a:gridCol w="1030116"/>
                <a:gridCol w="875598"/>
                <a:gridCol w="927104"/>
                <a:gridCol w="772587"/>
                <a:gridCol w="772587"/>
                <a:gridCol w="772587"/>
              </a:tblGrid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Duffy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1:53:26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Zaferes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1:52:12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19.7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1:54:27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Taylor-Brown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1:51:44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Coldwell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1:53:32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Periault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1:52:28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25.4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May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Lehair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1:51:34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20.2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78992"/>
            <a:ext cx="9966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78992"/>
            <a:ext cx="9966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1:53:59
+33s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1:54:42
+76s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1:55:13
+107s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1:56:06
+160s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1:57:38
+252s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1:52:12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1:52:33
+21s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1:53:29
+77s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1:54:25
+133s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1:55:43
+211s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1:57:27
+315s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1:54:57
+30s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1:55:05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1:55:26
+59s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1:55:42
+75s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1:56:58
+151s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1:51:44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1:51:50
+6s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1:51:55
+11s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1:52:12
+28s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1:55:38
+234s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1:57:35
+351s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1:53:49
+17s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1:54:02
+30s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1:54:20
+48s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1:55:30
+118s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1:56:22
+170s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1:52:28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1:53:04
+36s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1:53:08
+40s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1:53:34
+66s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1:54:11
+103s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1:55:56
+208s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861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1:51:34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1:51:38
+4s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1:51:40
+6s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1:51:56
+22s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1:52:42
+68s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1:54:00
+146s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Yokohama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097280"/>
          <a:ext cx="11640307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827"/>
                <a:gridCol w="869362"/>
                <a:gridCol w="1006630"/>
                <a:gridCol w="1006630"/>
                <a:gridCol w="1006630"/>
                <a:gridCol w="915118"/>
                <a:gridCol w="6241110"/>
              </a:tblGrid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25.4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allowed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May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