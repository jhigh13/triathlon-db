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HUATULCO RACE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Past 8 Years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June 12 – 14, 2026   •   Plaza Santa Cruz Huatulco, Mexico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Friday • June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Day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3727703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 familiarization — 3 laps from Bahía Santa Cruz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 familiarization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11:00 – 11:45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familiarization — Santa Cruz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30624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2064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Saturday • June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2064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Briefing &amp; Packet Pickup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230624" y="2240280"/>
          <a:ext cx="3727703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16:00 – 16:30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Mandatory Elite athlete meeting — Hotel Biniguenda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16:30 – 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Packet pickup — Hotel Biniguenda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8186928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8368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Sunday • June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RACE DAY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86928" y="2240280"/>
          <a:ext cx="3727703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05:30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Female lounge opens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06:30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FEMALE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07:45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Male lounge opens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08:30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MALE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Awards ceremony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63550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Times local to Huatulco (CST, UTC-6). Schedule confirmed from World Triathlon race-info page; subject to organiser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HUATULCO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2-3 sentences on what makes Huatulco unique as a race venue — geography, setting, and character. E.g. 'Set on the Coral Riviera of Sardinia, the WTCS Alghero course combines crystal-clear Mediterranean waters, a flat coastal bike circuit, and a multi-lap run through the ancient walled city.']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1 — e.g. 'Open-water swim in the Bay of Huatulco — calm seas']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2 — e.g. 'Flat coastal bike circuit — fast and tactical']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3 — e.g. 'Multi-lap run through the historic city centre']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[PLACEHOLDER: Feature 4 — e.g. 'Hot Mediterranean conditions typical in late May']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0.8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847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20.0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18541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5.0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523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Standard Triathlon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862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[PLACEHOLDER: https://www.triathlon.org/events/event/2026_world_triathlon_championship_series_huatulco]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Last Year's Results: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1480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https://www.triathlon.org/events/event/2025_world_triathlon_cup_huatulco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623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Race Replay: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925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[PLACEHOLDER: https://triathlonlive.tv/ (TriathlonLIVE replay)]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https://www.triathlon.org/events/event/2025_world_triathlon_cup_huatulco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Huatulco]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20.0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files/support/huatulco_swim_course.png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asdeporte 2026 Elite Swim course map (Natación Elite — Bahía de Santa Cruz)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Ocean — Bahía de Santa Cruz (protected marina)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U-shape rectangle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Beach start (running entry)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30.5 °C (7-yr avg)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Non-wetsuit (water &gt; 22 °C)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Single 750 m loop — 300 m east leg, 150 m across south, 300 m west leg, beach exit by transition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Tight rectangle inside the protected marina — minimal chop, current normally low at 06:30 start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Two turn buoys at the south end — Chief Swim films from outside; angled kayak inside prevents course-cutting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Sun rising due east at 06:30 — bright glare on the outbound 300 m east leg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Extraction zone marked at north dock; short beach run into T1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files/support/huatulco_bike_course.png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asdeporte 2026 Elite Cycling course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20 km   •   4 × 5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urban circuit (Bahía de Santa Cruz → Vialidad 5 → return)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+84.4 m / 84.6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~338 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3.2%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+18.4%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Descent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-14.9%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4 × 5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Out-and-back along Blvd Santa Cruz with a tight technical hairpin at the neutral wheel station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36168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Single sustained climb up Vialidad 5 — short but punchy (max 18.4%); strong riders can split the field every lap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5429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Fast technical descent back into Bahía de Santa Cruz; max -14.9% grade rewards confident bike-handling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4690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Tight start/finish chicane through transition — drafting packs reshuffle every lap on the climb and descent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983480"/>
            <a:ext cx="11640312" cy="16916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74320" y="6629400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FBFBF"/>
                </a:solidFill>
                <a:latin typeface="Arial"/>
              </a:rPr>
              <a:t>Stylised — exact contours from a GPS-recorded race FIT would refine this.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files/support/huatulco_run_course.png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asdeporte 2026 Elite Run course map (Carrera Elite — Boulevard Santa Cruz)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5.0 km   •   2 × 2.5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Paved urban — Blvd Santa Cruz / Camino a Santa Cruz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5.0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 × 2.5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~111 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4.2%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+17.3% / -15.3%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Hilly 2.5 km out-and-back loop — +55.3 m gain per lap (≈110 m total over 5 km)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Max climb 17.3% on Camino a Santa Cruz — short steep pinch that bites harder on lap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Steep -15.3% descent back into Bahía de Santa Cruz — light braking + high cadence preserves the legs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08:30 men's start runs into peak surface temps with limited shade on the climb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Aid stations at 1 km and 2 km plus start/finish; penalty box at start/finish — drafting tickets compound across both laps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Course turnaround at the 2 km mark off Blvd Chahue — sharp 180° on a slight uphill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Race-Day Weather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2026-06-14   •   Historical climatology — same calendar day, 7-year mean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7040880" cy="3108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6459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6824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Female start — 06:30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7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5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5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23.2 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1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27.7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0735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9023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3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94%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5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3.2 km/h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1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0735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79023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3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A817"/>
                </a:solidFill>
                <a:latin typeface="Arial"/>
              </a:rPr>
              <a:t>MODERATE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461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32826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Male start — 08:30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7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5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25.5 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8551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39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30.4 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0735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79023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9023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86%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7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34655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5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3.9 km/h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8551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39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39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60735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79023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9023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6A00"/>
                </a:solidFill>
                <a:latin typeface="Arial"/>
              </a:rPr>
              <a:t>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4632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8737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Hydration &amp; Cooling Cues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Standard heat protocol — pre-cool 10 min, sponges/ice at every aid station, target 600–800 ml/h on bike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5046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Men's race runs 2.3 °C hotter than women's — heat-acclim work + heavier cooling kit for the 08:30 start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Data source: Open-Meteo. Forecast will replace climatology once race day is within 16 days. Historical Race Conditions slide shows what actually happened in prior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70432"/>
          <a:ext cx="47091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28.3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29.3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170432"/>
          <a:ext cx="406907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67912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8862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Huatulco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5775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6354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Huatulco in May (not available from Open-Meteo; check Copernicus Marine / NOAA or WT historical results).]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6933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Huatulco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Ranked on Startlist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Tyler Mislawchuk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Aoba Yasumatsu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2,080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Liam Donnelly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1,939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410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2.  Alejandro Rodriguez Diez   (00:55:07)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33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3.  Kuba Gajda   (00:55:11)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Ranked on Startlist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179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Maria Carolina Velasquez Soto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Rosa Maria Tapia Vidal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2,515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2179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9410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1.  Maria Carolina Velasquez Soto   (01:00:08)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33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3.  Elizabeth Bravo   (01:00:09)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HUATULCO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Men race at Huatulco has been held 7 times in this analysis window (2018–2025). Tyler Mislawchuk is the most successful athlete in this span with 2 victories. The event is staged as part of the World Cup calendar.
[PLACEHOLDER: Add 1–2 sentences on notable storylines, competitive history, or what makes this event significant for Elite 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Swim positioning matters — an average of 20 athletes exit the water within 15 sec of the leader. Entering the bike in the front pack is critical; conserve energy with a disciplined swim line rather than sprinting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~1:30/km with a ~103s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82"/>
                <a:gridCol w="957428"/>
                <a:gridCol w="1914856"/>
                <a:gridCol w="554300"/>
                <a:gridCol w="755864"/>
                <a:gridCol w="2015638"/>
                <a:gridCol w="1007819"/>
                <a:gridCol w="806255"/>
                <a:gridCol w="856646"/>
                <a:gridCol w="705473"/>
                <a:gridCol w="705473"/>
                <a:gridCol w="705473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DNF/LAP/DNS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Lopez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Mislawchuk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55:04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28.3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Mislawchuk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53:09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Grau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53:47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Fajardo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54:13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May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Murray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58:07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29.3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22.2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Sagiv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54:53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* Course distance changed vs. prior year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187s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103s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237s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2018: 4 DNF/LAP (1 in lead group at bike)  |  2019: 6 DNF/LAP (2 in lead group at bike, t1)  |  2021: 8 DNF/LAP (2 in lead group at bike)  |  2022: 5 DNF/LAP (2 in lead group at bike, t1)  |  2023: 6 DNF/LAP  |  2024: 5 DNF/LAP (2 in lead group at bike, t1)  |  2025: 3 DNF/LAP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55:45
+13s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55:51
+19s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55:54
+22s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56:06
+34s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56:38
+66s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55:11
+7s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55:19
+15s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55:28
+24s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55:36
+32s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56:03
+59s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53:21
+12s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53:22
+13s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53:26
+17s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53:44
+35s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54:11
+62s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53:48
+1s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53:50
+3s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53:53
+6s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54:06
+19s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54:30
+43s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54:14
+1s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54:17
+4s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54:34
+21s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54:51
+38s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55:31
+78s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58:15
+8s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58:21
+14s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58:29
+22s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58:47
+40s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59:22
+75s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55:07
+14s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55:11
+18s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55:20
+27s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55:45
+52s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56:16
+83s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28.3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29.3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HUATULCO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Women race at Huatulco has been held 7 times in this analysis window (2018–2025). Alberte Kjær Pedersen is the most successful athlete in this span with 2 victories. The event is staged as part of the World Cup calendar.
[PLACEHOLDER: Add 1–2 sentences on notable storylines, competitive history, or what makes this event significant for Elite Women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Fast swimming is decisive — only ~10 athletes typically leave the water together. A strong swim directly builds a race-winning gap before T1.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~1:41/km with a ~124s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82"/>
                <a:gridCol w="957428"/>
                <a:gridCol w="1914856"/>
                <a:gridCol w="554300"/>
                <a:gridCol w="755864"/>
                <a:gridCol w="2015638"/>
                <a:gridCol w="1007819"/>
                <a:gridCol w="806255"/>
                <a:gridCol w="856646"/>
                <a:gridCol w="705473"/>
                <a:gridCol w="705473"/>
                <a:gridCol w="705473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DNF/LAP/DNS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Sodaro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1:01:14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Rappaport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1:00:56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28.3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Pedersen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1:00:24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Koch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1:00:01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Corral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1:00:31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May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Pedersen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1:04:54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33.9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22.2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Jun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Cup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1:00:08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* Course distance changed vs. prior year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91s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174s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77165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109s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2018: 3 DNF/LAP (1 in lead group at bike)  |  2019: 3 DNF/LAP  |  2021: 3 DNF/LAP  |  2022: 3 DNF/LAP  |  2023: 6 DNF/LAP (3 in lead group at bike, t1)  |  2024: 6 DNF/LAP (2 in lead group at bike, t1)  |  2025: 2 DNF/LAP (1 in lead group at t1)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1:01:39
+25s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1:01:41
+27s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1:01:45
+31s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1:02:31
+77s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1:03:28
+134s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1:01:05
+9s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1:01:18
+22s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1:01:22
+26s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1:01:48
+52s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1:02:53
+117s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1:00:36
+12s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1:00:37
+13s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1:00:57
+33s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1:01:21
+57s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1:02:35
+131s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1:00:13
+12s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1:00:15
+14s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1:00:33
+32s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1:00:54
+53s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1:01:40
+99s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1:01:04
+33s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1:01:11
+40s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1:01:14
+43s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1:01:48
+77s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1:02:30
+119s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1:04:54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1:04:54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1:04:54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1:05:08
+14s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1:05:30
+36s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1:06:48
+114s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1:00:09
+1s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1:00:29
+21s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1:01:02
+54s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1:03:42
+214s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Huatulco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28.3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33.9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