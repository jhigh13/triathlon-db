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3.xml" ContentType="application/vnd.openxmlformats-officedocument.themeOverrid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4.xml" ContentType="application/vnd.openxmlformats-officedocument.themeOverride+xml"/>
  <Override PartName="/ppt/notesSlides/notesSlide8.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1"/>
  </p:notesMasterIdLst>
  <p:sldIdLst>
    <p:sldId id="260" r:id="rId2"/>
    <p:sldId id="346" r:id="rId3"/>
    <p:sldId id="350" r:id="rId4"/>
    <p:sldId id="352" r:id="rId5"/>
    <p:sldId id="349" r:id="rId6"/>
    <p:sldId id="344" r:id="rId7"/>
    <p:sldId id="348" r:id="rId8"/>
    <p:sldId id="345" r:id="rId9"/>
    <p:sldId id="354" r:id="rId10"/>
  </p:sldIdLst>
  <p:sldSz cx="9144000" cy="6858000" type="letter"/>
  <p:notesSz cx="6858000" cy="9144000"/>
  <p:custDataLst>
    <p:tags r:id="rId1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59" d="100"/>
          <a:sy n="159" d="100"/>
        </p:scale>
        <p:origin x="185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441881089385013E-2"/>
          <c:y val="3.7700025060541861E-2"/>
          <c:w val="0.87826698171630713"/>
          <c:h val="0.66646895853704557"/>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Sheet2!$C$2:$C$1552</c:f>
              <c:numCache>
                <c:formatCode>General</c:formatCode>
                <c:ptCount val="1551"/>
                <c:pt idx="0">
                  <c:v>1.2480874035589311</c:v>
                </c:pt>
                <c:pt idx="1">
                  <c:v>1.246484174109707</c:v>
                </c:pt>
                <c:pt idx="2">
                  <c:v>1.244985775291185</c:v>
                </c:pt>
                <c:pt idx="3">
                  <c:v>1.2436068595894809</c:v>
                </c:pt>
                <c:pt idx="4">
                  <c:v>1.242306526371568</c:v>
                </c:pt>
                <c:pt idx="5">
                  <c:v>1.2410607022008</c:v>
                </c:pt>
                <c:pt idx="6">
                  <c:v>1.239854015962665</c:v>
                </c:pt>
                <c:pt idx="7">
                  <c:v>1.2386760827052441</c:v>
                </c:pt>
                <c:pt idx="8">
                  <c:v>1.2375196374816879</c:v>
                </c:pt>
                <c:pt idx="9">
                  <c:v>1.2363794958370291</c:v>
                </c:pt>
                <c:pt idx="10">
                  <c:v>1.235239432284972</c:v>
                </c:pt>
                <c:pt idx="11">
                  <c:v>1.233917967077369</c:v>
                </c:pt>
                <c:pt idx="12">
                  <c:v>1.2321946246892259</c:v>
                </c:pt>
                <c:pt idx="13">
                  <c:v>1.229421504119429</c:v>
                </c:pt>
                <c:pt idx="14">
                  <c:v>1.2257210101169229</c:v>
                </c:pt>
                <c:pt idx="15">
                  <c:v>1.222303706694748</c:v>
                </c:pt>
                <c:pt idx="16">
                  <c:v>1.229313550803554</c:v>
                </c:pt>
                <c:pt idx="17">
                  <c:v>1.286906236054395</c:v>
                </c:pt>
                <c:pt idx="18">
                  <c:v>1.4391854404420159</c:v>
                </c:pt>
                <c:pt idx="19">
                  <c:v>1.6569882063035399</c:v>
                </c:pt>
                <c:pt idx="20">
                  <c:v>1.900132932184935</c:v>
                </c:pt>
                <c:pt idx="21">
                  <c:v>2.1474123034324339</c:v>
                </c:pt>
                <c:pt idx="22">
                  <c:v>2.386062489009309</c:v>
                </c:pt>
                <c:pt idx="23">
                  <c:v>2.6004928384734738</c:v>
                </c:pt>
                <c:pt idx="24">
                  <c:v>2.7697997741904659</c:v>
                </c:pt>
                <c:pt idx="25">
                  <c:v>2.882354844600044</c:v>
                </c:pt>
                <c:pt idx="26">
                  <c:v>2.953051133523215</c:v>
                </c:pt>
                <c:pt idx="27">
                  <c:v>2.997689860579829</c:v>
                </c:pt>
                <c:pt idx="28">
                  <c:v>3.0281613354144592</c:v>
                </c:pt>
                <c:pt idx="29">
                  <c:v>3.051684393465365</c:v>
                </c:pt>
                <c:pt idx="30">
                  <c:v>3.066418167914557</c:v>
                </c:pt>
                <c:pt idx="31">
                  <c:v>3.0707442202144621</c:v>
                </c:pt>
                <c:pt idx="32">
                  <c:v>3.067505383060082</c:v>
                </c:pt>
                <c:pt idx="33">
                  <c:v>3.0594411469869658</c:v>
                </c:pt>
                <c:pt idx="34">
                  <c:v>3.049535092674144</c:v>
                </c:pt>
                <c:pt idx="35">
                  <c:v>3.040101737419044</c:v>
                </c:pt>
                <c:pt idx="36">
                  <c:v>3.0274935456453851</c:v>
                </c:pt>
                <c:pt idx="37">
                  <c:v>3.0113473075032799</c:v>
                </c:pt>
                <c:pt idx="38">
                  <c:v>2.9933713701306259</c:v>
                </c:pt>
                <c:pt idx="39">
                  <c:v>2.9748279151190808</c:v>
                </c:pt>
                <c:pt idx="40">
                  <c:v>2.9596520772798769</c:v>
                </c:pt>
                <c:pt idx="41">
                  <c:v>2.9518836615016499</c:v>
                </c:pt>
                <c:pt idx="42">
                  <c:v>2.9455671712404081</c:v>
                </c:pt>
                <c:pt idx="43">
                  <c:v>2.9348911176773309</c:v>
                </c:pt>
                <c:pt idx="44">
                  <c:v>2.920203928406059</c:v>
                </c:pt>
                <c:pt idx="45">
                  <c:v>2.9035109132965768</c:v>
                </c:pt>
                <c:pt idx="46">
                  <c:v>2.8872541177998081</c:v>
                </c:pt>
                <c:pt idx="47">
                  <c:v>2.8705856299774721</c:v>
                </c:pt>
                <c:pt idx="48">
                  <c:v>2.8516939035332882</c:v>
                </c:pt>
                <c:pt idx="49">
                  <c:v>2.8317538489847278</c:v>
                </c:pt>
                <c:pt idx="50">
                  <c:v>2.814131255328872</c:v>
                </c:pt>
                <c:pt idx="51">
                  <c:v>2.8011636185323119</c:v>
                </c:pt>
                <c:pt idx="52">
                  <c:v>2.7882627545004941</c:v>
                </c:pt>
                <c:pt idx="53">
                  <c:v>2.77389141781204</c:v>
                </c:pt>
                <c:pt idx="54">
                  <c:v>2.75791913604355</c:v>
                </c:pt>
                <c:pt idx="55">
                  <c:v>2.7401920888035538</c:v>
                </c:pt>
                <c:pt idx="56">
                  <c:v>2.7205669964121548</c:v>
                </c:pt>
                <c:pt idx="57">
                  <c:v>2.699931642368858</c:v>
                </c:pt>
                <c:pt idx="58">
                  <c:v>2.679217496615165</c:v>
                </c:pt>
                <c:pt idx="59">
                  <c:v>2.658845677144118</c:v>
                </c:pt>
                <c:pt idx="60">
                  <c:v>2.6399184031209542</c:v>
                </c:pt>
                <c:pt idx="61">
                  <c:v>2.624943873139479</c:v>
                </c:pt>
                <c:pt idx="62">
                  <c:v>2.6169155220398781</c:v>
                </c:pt>
                <c:pt idx="63">
                  <c:v>2.6177662587106818</c:v>
                </c:pt>
                <c:pt idx="64">
                  <c:v>2.6244897293784688</c:v>
                </c:pt>
                <c:pt idx="65">
                  <c:v>2.634405891736979</c:v>
                </c:pt>
                <c:pt idx="66">
                  <c:v>2.6491212448299728</c:v>
                </c:pt>
                <c:pt idx="67">
                  <c:v>2.6681314651218222</c:v>
                </c:pt>
                <c:pt idx="68">
                  <c:v>2.687693079432214</c:v>
                </c:pt>
                <c:pt idx="69">
                  <c:v>2.702171766113</c:v>
                </c:pt>
                <c:pt idx="70">
                  <c:v>2.7079505926324359</c:v>
                </c:pt>
                <c:pt idx="71">
                  <c:v>2.707596840422211</c:v>
                </c:pt>
                <c:pt idx="72">
                  <c:v>2.705534594509782</c:v>
                </c:pt>
                <c:pt idx="73">
                  <c:v>2.7070857087192808</c:v>
                </c:pt>
                <c:pt idx="74">
                  <c:v>2.7156637853636179</c:v>
                </c:pt>
                <c:pt idx="75">
                  <c:v>2.7327287016991471</c:v>
                </c:pt>
                <c:pt idx="76">
                  <c:v>2.7572416250069258</c:v>
                </c:pt>
                <c:pt idx="77">
                  <c:v>2.7863119954447781</c:v>
                </c:pt>
                <c:pt idx="78">
                  <c:v>2.814383428443509</c:v>
                </c:pt>
                <c:pt idx="79">
                  <c:v>2.8334095141483822</c:v>
                </c:pt>
                <c:pt idx="80">
                  <c:v>2.842127515285056</c:v>
                </c:pt>
                <c:pt idx="81">
                  <c:v>2.8435573465388919</c:v>
                </c:pt>
                <c:pt idx="82">
                  <c:v>2.843770122229218</c:v>
                </c:pt>
                <c:pt idx="83">
                  <c:v>2.842496850020773</c:v>
                </c:pt>
                <c:pt idx="84">
                  <c:v>2.837607573060414</c:v>
                </c:pt>
                <c:pt idx="85">
                  <c:v>2.8270298725224019</c:v>
                </c:pt>
                <c:pt idx="86">
                  <c:v>2.8123268195146718</c:v>
                </c:pt>
                <c:pt idx="87">
                  <c:v>2.7956339597566551</c:v>
                </c:pt>
                <c:pt idx="88">
                  <c:v>2.7785028841627799</c:v>
                </c:pt>
                <c:pt idx="89">
                  <c:v>2.761213826191061</c:v>
                </c:pt>
                <c:pt idx="90">
                  <c:v>2.7478340476003811</c:v>
                </c:pt>
                <c:pt idx="91">
                  <c:v>2.7467288592508061</c:v>
                </c:pt>
                <c:pt idx="92">
                  <c:v>2.7547493154069151</c:v>
                </c:pt>
                <c:pt idx="93">
                  <c:v>2.767119822905284</c:v>
                </c:pt>
                <c:pt idx="94">
                  <c:v>2.7776066509788069</c:v>
                </c:pt>
                <c:pt idx="95">
                  <c:v>2.7876616505822698</c:v>
                </c:pt>
                <c:pt idx="96">
                  <c:v>2.7969281465434772</c:v>
                </c:pt>
                <c:pt idx="97">
                  <c:v>2.8012202840320888</c:v>
                </c:pt>
                <c:pt idx="98">
                  <c:v>2.802263764306268</c:v>
                </c:pt>
                <c:pt idx="99">
                  <c:v>2.800697035578104</c:v>
                </c:pt>
                <c:pt idx="100">
                  <c:v>2.7982755662602652</c:v>
                </c:pt>
                <c:pt idx="101">
                  <c:v>2.792466075907801</c:v>
                </c:pt>
                <c:pt idx="102">
                  <c:v>2.7847211533961138</c:v>
                </c:pt>
                <c:pt idx="103">
                  <c:v>2.7739246388894712</c:v>
                </c:pt>
                <c:pt idx="104">
                  <c:v>2.76254035446197</c:v>
                </c:pt>
                <c:pt idx="105">
                  <c:v>2.7535101452307802</c:v>
                </c:pt>
                <c:pt idx="106">
                  <c:v>2.7489140405344621</c:v>
                </c:pt>
                <c:pt idx="107">
                  <c:v>2.7500499991882559</c:v>
                </c:pt>
                <c:pt idx="108">
                  <c:v>2.7522230598486881</c:v>
                </c:pt>
                <c:pt idx="109">
                  <c:v>2.752601085597655</c:v>
                </c:pt>
                <c:pt idx="110">
                  <c:v>2.7494579380195661</c:v>
                </c:pt>
                <c:pt idx="111">
                  <c:v>2.743371546059362</c:v>
                </c:pt>
                <c:pt idx="112">
                  <c:v>2.7358435576872782</c:v>
                </c:pt>
                <c:pt idx="113">
                  <c:v>2.7263139288741471</c:v>
                </c:pt>
                <c:pt idx="114">
                  <c:v>2.7151589301201891</c:v>
                </c:pt>
                <c:pt idx="115">
                  <c:v>2.702976508018939</c:v>
                </c:pt>
                <c:pt idx="116">
                  <c:v>2.688925836375935</c:v>
                </c:pt>
                <c:pt idx="117">
                  <c:v>2.672707816943944</c:v>
                </c:pt>
                <c:pt idx="118">
                  <c:v>2.654568507441132</c:v>
                </c:pt>
                <c:pt idx="119">
                  <c:v>2.636009220495672</c:v>
                </c:pt>
                <c:pt idx="120">
                  <c:v>2.618183639562691</c:v>
                </c:pt>
                <c:pt idx="121">
                  <c:v>2.6014642950889368</c:v>
                </c:pt>
                <c:pt idx="122">
                  <c:v>2.5853739776573832</c:v>
                </c:pt>
                <c:pt idx="123">
                  <c:v>2.5673365435028939</c:v>
                </c:pt>
                <c:pt idx="124">
                  <c:v>2.547673759773001</c:v>
                </c:pt>
                <c:pt idx="125">
                  <c:v>2.5278921047738612</c:v>
                </c:pt>
                <c:pt idx="126">
                  <c:v>2.5090323285135918</c:v>
                </c:pt>
                <c:pt idx="127">
                  <c:v>2.4918034965781288</c:v>
                </c:pt>
                <c:pt idx="128">
                  <c:v>2.4774608734696368</c:v>
                </c:pt>
                <c:pt idx="129">
                  <c:v>2.467301699191923</c:v>
                </c:pt>
                <c:pt idx="130">
                  <c:v>2.464020614519034</c:v>
                </c:pt>
                <c:pt idx="131">
                  <c:v>2.467036134451571</c:v>
                </c:pt>
                <c:pt idx="132">
                  <c:v>2.4717553228806688</c:v>
                </c:pt>
                <c:pt idx="133">
                  <c:v>2.4725506934208439</c:v>
                </c:pt>
                <c:pt idx="134">
                  <c:v>2.4665638648397121</c:v>
                </c:pt>
                <c:pt idx="135">
                  <c:v>2.4569851710577182</c:v>
                </c:pt>
                <c:pt idx="136">
                  <c:v>2.4465243495354549</c:v>
                </c:pt>
                <c:pt idx="137">
                  <c:v>2.4336265593499471</c:v>
                </c:pt>
                <c:pt idx="138">
                  <c:v>2.4173799964917482</c:v>
                </c:pt>
                <c:pt idx="139">
                  <c:v>2.3989520944049438</c:v>
                </c:pt>
                <c:pt idx="140">
                  <c:v>2.379134552176426</c:v>
                </c:pt>
                <c:pt idx="141">
                  <c:v>2.3590741738490548</c:v>
                </c:pt>
                <c:pt idx="142">
                  <c:v>2.339656856598828</c:v>
                </c:pt>
                <c:pt idx="143">
                  <c:v>2.322088295422339</c:v>
                </c:pt>
                <c:pt idx="144">
                  <c:v>2.3066291387880611</c:v>
                </c:pt>
                <c:pt idx="145">
                  <c:v>2.290052358375255</c:v>
                </c:pt>
                <c:pt idx="146">
                  <c:v>2.272560896478256</c:v>
                </c:pt>
                <c:pt idx="147">
                  <c:v>2.259507545586303</c:v>
                </c:pt>
                <c:pt idx="148">
                  <c:v>2.2632701030411679</c:v>
                </c:pt>
                <c:pt idx="149">
                  <c:v>2.2859723527402189</c:v>
                </c:pt>
                <c:pt idx="150">
                  <c:v>2.3195289326991051</c:v>
                </c:pt>
                <c:pt idx="151">
                  <c:v>2.355133821595965</c:v>
                </c:pt>
                <c:pt idx="152">
                  <c:v>2.390668310489299</c:v>
                </c:pt>
                <c:pt idx="153">
                  <c:v>2.4238983473048772</c:v>
                </c:pt>
                <c:pt idx="154">
                  <c:v>2.452961849455134</c:v>
                </c:pt>
                <c:pt idx="155">
                  <c:v>2.4764337876451181</c:v>
                </c:pt>
                <c:pt idx="156">
                  <c:v>2.4931370744042169</c:v>
                </c:pt>
                <c:pt idx="157">
                  <c:v>2.5005229011973178</c:v>
                </c:pt>
                <c:pt idx="158">
                  <c:v>2.4976606293713601</c:v>
                </c:pt>
                <c:pt idx="159">
                  <c:v>2.4877090662783381</c:v>
                </c:pt>
                <c:pt idx="160">
                  <c:v>2.4740292093186418</c:v>
                </c:pt>
                <c:pt idx="161">
                  <c:v>2.4580448290091579</c:v>
                </c:pt>
                <c:pt idx="162">
                  <c:v>2.440542083584202</c:v>
                </c:pt>
                <c:pt idx="163">
                  <c:v>2.4227116774041111</c:v>
                </c:pt>
                <c:pt idx="164">
                  <c:v>2.4054142355223962</c:v>
                </c:pt>
                <c:pt idx="165">
                  <c:v>2.3885984978867558</c:v>
                </c:pt>
                <c:pt idx="166">
                  <c:v>2.3728846181038938</c:v>
                </c:pt>
                <c:pt idx="167">
                  <c:v>2.3617142073468091</c:v>
                </c:pt>
                <c:pt idx="168">
                  <c:v>2.358549416903553</c:v>
                </c:pt>
                <c:pt idx="169">
                  <c:v>2.3659525579074501</c:v>
                </c:pt>
                <c:pt idx="170">
                  <c:v>2.385756269467072</c:v>
                </c:pt>
                <c:pt idx="171">
                  <c:v>2.4127370726951209</c:v>
                </c:pt>
                <c:pt idx="172">
                  <c:v>2.4389013172706502</c:v>
                </c:pt>
                <c:pt idx="173">
                  <c:v>2.4618740671339072</c:v>
                </c:pt>
                <c:pt idx="174">
                  <c:v>2.480545220917862</c:v>
                </c:pt>
                <c:pt idx="175">
                  <c:v>2.4932149949140658</c:v>
                </c:pt>
                <c:pt idx="176">
                  <c:v>2.500024883818194</c:v>
                </c:pt>
                <c:pt idx="177">
                  <c:v>2.5019841790202899</c:v>
                </c:pt>
                <c:pt idx="178">
                  <c:v>2.499479179375093</c:v>
                </c:pt>
                <c:pt idx="179">
                  <c:v>2.4927264953167731</c:v>
                </c:pt>
                <c:pt idx="180">
                  <c:v>2.482884287649652</c:v>
                </c:pt>
                <c:pt idx="181">
                  <c:v>2.470499612546242</c:v>
                </c:pt>
                <c:pt idx="182">
                  <c:v>2.4564080413795222</c:v>
                </c:pt>
                <c:pt idx="183">
                  <c:v>2.440828142413805</c:v>
                </c:pt>
                <c:pt idx="184">
                  <c:v>2.4242028142982379</c:v>
                </c:pt>
                <c:pt idx="185">
                  <c:v>2.4069749470128809</c:v>
                </c:pt>
                <c:pt idx="186">
                  <c:v>2.3893820974204458</c:v>
                </c:pt>
                <c:pt idx="187">
                  <c:v>2.3716188159267171</c:v>
                </c:pt>
                <c:pt idx="188">
                  <c:v>2.353940630554102</c:v>
                </c:pt>
                <c:pt idx="189">
                  <c:v>2.3365814773702729</c:v>
                </c:pt>
                <c:pt idx="190">
                  <c:v>2.3198811516141462</c:v>
                </c:pt>
                <c:pt idx="191">
                  <c:v>2.3040988254103159</c:v>
                </c:pt>
                <c:pt idx="192">
                  <c:v>2.2890638819049189</c:v>
                </c:pt>
                <c:pt idx="193">
                  <c:v>2.2743165242540169</c:v>
                </c:pt>
                <c:pt idx="194">
                  <c:v>2.258382866892533</c:v>
                </c:pt>
                <c:pt idx="195">
                  <c:v>2.2401898046649849</c:v>
                </c:pt>
                <c:pt idx="196">
                  <c:v>2.2208397498210699</c:v>
                </c:pt>
                <c:pt idx="197">
                  <c:v>2.2014506341959659</c:v>
                </c:pt>
                <c:pt idx="198">
                  <c:v>2.1824770986193438</c:v>
                </c:pt>
                <c:pt idx="199">
                  <c:v>2.1639460928053098</c:v>
                </c:pt>
                <c:pt idx="200">
                  <c:v>2.14535172575009</c:v>
                </c:pt>
                <c:pt idx="201">
                  <c:v>2.1268308613565088</c:v>
                </c:pt>
                <c:pt idx="202">
                  <c:v>2.108997904622584</c:v>
                </c:pt>
                <c:pt idx="203">
                  <c:v>2.0924086773669628</c:v>
                </c:pt>
                <c:pt idx="204">
                  <c:v>2.0776671680440981</c:v>
                </c:pt>
                <c:pt idx="205">
                  <c:v>2.0647930243857679</c:v>
                </c:pt>
                <c:pt idx="206">
                  <c:v>2.0534173233668138</c:v>
                </c:pt>
                <c:pt idx="207">
                  <c:v>2.0431817488368389</c:v>
                </c:pt>
                <c:pt idx="208">
                  <c:v>2.0337487240747958</c:v>
                </c:pt>
                <c:pt idx="209">
                  <c:v>2.0248053924331382</c:v>
                </c:pt>
                <c:pt idx="210">
                  <c:v>2.0155869785373741</c:v>
                </c:pt>
                <c:pt idx="211">
                  <c:v>2.0055199118562341</c:v>
                </c:pt>
                <c:pt idx="212">
                  <c:v>1.994023761565604</c:v>
                </c:pt>
                <c:pt idx="213">
                  <c:v>1.981699850677102</c:v>
                </c:pt>
                <c:pt idx="214">
                  <c:v>1.9692809165747469</c:v>
                </c:pt>
                <c:pt idx="215">
                  <c:v>1.9577986210275999</c:v>
                </c:pt>
                <c:pt idx="216">
                  <c:v>1.947683369703648</c:v>
                </c:pt>
                <c:pt idx="217">
                  <c:v>1.9384570687081699</c:v>
                </c:pt>
                <c:pt idx="218">
                  <c:v>1.9303924160446071</c:v>
                </c:pt>
                <c:pt idx="219">
                  <c:v>1.923217192601411</c:v>
                </c:pt>
                <c:pt idx="220">
                  <c:v>1.9160800455953051</c:v>
                </c:pt>
                <c:pt idx="221">
                  <c:v>1.9079287013812001</c:v>
                </c:pt>
                <c:pt idx="222">
                  <c:v>1.898508916893654</c:v>
                </c:pt>
                <c:pt idx="223">
                  <c:v>1.8888128628182439</c:v>
                </c:pt>
                <c:pt idx="224">
                  <c:v>1.879040928475856</c:v>
                </c:pt>
                <c:pt idx="225">
                  <c:v>1.869386568809549</c:v>
                </c:pt>
                <c:pt idx="226">
                  <c:v>1.859296282069248</c:v>
                </c:pt>
                <c:pt idx="227">
                  <c:v>1.8495740351449801</c:v>
                </c:pt>
                <c:pt idx="228">
                  <c:v>1.8405125911648681</c:v>
                </c:pt>
                <c:pt idx="229">
                  <c:v>1.8317467097752571</c:v>
                </c:pt>
                <c:pt idx="230">
                  <c:v>1.822819068686973</c:v>
                </c:pt>
                <c:pt idx="231">
                  <c:v>1.813609531116686</c:v>
                </c:pt>
                <c:pt idx="232">
                  <c:v>1.804232928045423</c:v>
                </c:pt>
                <c:pt idx="233">
                  <c:v>1.794593864581852</c:v>
                </c:pt>
                <c:pt idx="234">
                  <c:v>1.7845971182049349</c:v>
                </c:pt>
                <c:pt idx="235">
                  <c:v>1.774274253540606</c:v>
                </c:pt>
                <c:pt idx="236">
                  <c:v>1.763255588683623</c:v>
                </c:pt>
                <c:pt idx="237">
                  <c:v>1.751117192837311</c:v>
                </c:pt>
                <c:pt idx="238">
                  <c:v>1.738294722860362</c:v>
                </c:pt>
                <c:pt idx="239">
                  <c:v>1.725142582445901</c:v>
                </c:pt>
                <c:pt idx="240">
                  <c:v>1.711846245176289</c:v>
                </c:pt>
                <c:pt idx="241">
                  <c:v>1.6988456052170029</c:v>
                </c:pt>
                <c:pt idx="242">
                  <c:v>1.686730459174435</c:v>
                </c:pt>
                <c:pt idx="243">
                  <c:v>1.6756281668972131</c:v>
                </c:pt>
                <c:pt idx="244">
                  <c:v>1.66504444130342</c:v>
                </c:pt>
                <c:pt idx="245">
                  <c:v>1.6536151603326821</c:v>
                </c:pt>
                <c:pt idx="246">
                  <c:v>1.6401164450347909</c:v>
                </c:pt>
                <c:pt idx="247">
                  <c:v>1.6256331484458719</c:v>
                </c:pt>
                <c:pt idx="248">
                  <c:v>1.6116906527612651</c:v>
                </c:pt>
                <c:pt idx="249">
                  <c:v>1.5994272699722569</c:v>
                </c:pt>
                <c:pt idx="250">
                  <c:v>1.5895826790678449</c:v>
                </c:pt>
                <c:pt idx="251">
                  <c:v>1.582478201886361</c:v>
                </c:pt>
                <c:pt idx="252">
                  <c:v>1.577108088920856</c:v>
                </c:pt>
                <c:pt idx="253">
                  <c:v>1.5713967215746161</c:v>
                </c:pt>
                <c:pt idx="254">
                  <c:v>1.565863804950099</c:v>
                </c:pt>
                <c:pt idx="255">
                  <c:v>1.5620493269568081</c:v>
                </c:pt>
                <c:pt idx="256">
                  <c:v>1.5611342647048729</c:v>
                </c:pt>
                <c:pt idx="257">
                  <c:v>1.561728555938364</c:v>
                </c:pt>
                <c:pt idx="258">
                  <c:v>1.5612059376669649</c:v>
                </c:pt>
                <c:pt idx="259">
                  <c:v>1.559427191154487</c:v>
                </c:pt>
                <c:pt idx="260">
                  <c:v>1.556578646517488</c:v>
                </c:pt>
                <c:pt idx="261">
                  <c:v>1.5526053587808191</c:v>
                </c:pt>
                <c:pt idx="262">
                  <c:v>1.547451770016526</c:v>
                </c:pt>
                <c:pt idx="263">
                  <c:v>1.5415560788220271</c:v>
                </c:pt>
                <c:pt idx="264">
                  <c:v>1.5350946749871599</c:v>
                </c:pt>
                <c:pt idx="265">
                  <c:v>1.5282375255996921</c:v>
                </c:pt>
                <c:pt idx="266">
                  <c:v>1.521305931682206</c:v>
                </c:pt>
                <c:pt idx="267">
                  <c:v>1.5145112705485091</c:v>
                </c:pt>
                <c:pt idx="268">
                  <c:v>1.508153551844996</c:v>
                </c:pt>
                <c:pt idx="269">
                  <c:v>1.5020404738216211</c:v>
                </c:pt>
                <c:pt idx="270">
                  <c:v>1.496358716513629</c:v>
                </c:pt>
                <c:pt idx="271">
                  <c:v>1.491763825308241</c:v>
                </c:pt>
                <c:pt idx="272">
                  <c:v>1.4883540352530269</c:v>
                </c:pt>
                <c:pt idx="273">
                  <c:v>1.4856939640430511</c:v>
                </c:pt>
                <c:pt idx="274">
                  <c:v>1.4840095992485081</c:v>
                </c:pt>
                <c:pt idx="275">
                  <c:v>1.4832696515003421</c:v>
                </c:pt>
                <c:pt idx="276">
                  <c:v>1.482545005552903</c:v>
                </c:pt>
                <c:pt idx="277">
                  <c:v>1.481000110833939</c:v>
                </c:pt>
                <c:pt idx="278">
                  <c:v>1.4784243240135391</c:v>
                </c:pt>
                <c:pt idx="279">
                  <c:v>1.474882849203998</c:v>
                </c:pt>
                <c:pt idx="280">
                  <c:v>1.473327598412189</c:v>
                </c:pt>
                <c:pt idx="281">
                  <c:v>1.473327383204619</c:v>
                </c:pt>
                <c:pt idx="282">
                  <c:v>1.4724616448893231</c:v>
                </c:pt>
                <c:pt idx="283">
                  <c:v>1.470603028139267</c:v>
                </c:pt>
                <c:pt idx="284">
                  <c:v>1.4681851864596389</c:v>
                </c:pt>
                <c:pt idx="285">
                  <c:v>1.464804877907161</c:v>
                </c:pt>
                <c:pt idx="286">
                  <c:v>1.461102786800643</c:v>
                </c:pt>
                <c:pt idx="287">
                  <c:v>1.457545002441299</c:v>
                </c:pt>
                <c:pt idx="288">
                  <c:v>1.4548769204589811</c:v>
                </c:pt>
                <c:pt idx="289">
                  <c:v>1.4530583346790491</c:v>
                </c:pt>
                <c:pt idx="290">
                  <c:v>1.4507174118821331</c:v>
                </c:pt>
                <c:pt idx="291">
                  <c:v>1.4469684802804641</c:v>
                </c:pt>
                <c:pt idx="292">
                  <c:v>1.442852332018641</c:v>
                </c:pt>
                <c:pt idx="293">
                  <c:v>1.4384299555820499</c:v>
                </c:pt>
                <c:pt idx="294">
                  <c:v>1.4343365508500641</c:v>
                </c:pt>
                <c:pt idx="295">
                  <c:v>1.4314301754799481</c:v>
                </c:pt>
                <c:pt idx="296">
                  <c:v>1.429296304555765</c:v>
                </c:pt>
                <c:pt idx="297">
                  <c:v>1.4277820758089641</c:v>
                </c:pt>
                <c:pt idx="298">
                  <c:v>1.425378087134602</c:v>
                </c:pt>
                <c:pt idx="299">
                  <c:v>1.4214575811712951</c:v>
                </c:pt>
                <c:pt idx="300">
                  <c:v>1.4167652622558939</c:v>
                </c:pt>
                <c:pt idx="301">
                  <c:v>1.411716570108531</c:v>
                </c:pt>
                <c:pt idx="302">
                  <c:v>1.4064419512974611</c:v>
                </c:pt>
                <c:pt idx="303">
                  <c:v>1.40112633857799</c:v>
                </c:pt>
                <c:pt idx="304">
                  <c:v>1.3964458208784569</c:v>
                </c:pt>
                <c:pt idx="305">
                  <c:v>1.39286256199187</c:v>
                </c:pt>
                <c:pt idx="306">
                  <c:v>1.390250234887626</c:v>
                </c:pt>
                <c:pt idx="307">
                  <c:v>1.3884103275581381</c:v>
                </c:pt>
                <c:pt idx="308">
                  <c:v>1.3863293171557161</c:v>
                </c:pt>
                <c:pt idx="309">
                  <c:v>1.381457037361276</c:v>
                </c:pt>
                <c:pt idx="310">
                  <c:v>1.372512429762722</c:v>
                </c:pt>
                <c:pt idx="311">
                  <c:v>1.362257059677918</c:v>
                </c:pt>
                <c:pt idx="312">
                  <c:v>1.354656531424471</c:v>
                </c:pt>
                <c:pt idx="313">
                  <c:v>1.34855914860937</c:v>
                </c:pt>
                <c:pt idx="314">
                  <c:v>1.340069867804804</c:v>
                </c:pt>
                <c:pt idx="315">
                  <c:v>1.329893315290184</c:v>
                </c:pt>
                <c:pt idx="316">
                  <c:v>1.320881699937037</c:v>
                </c:pt>
                <c:pt idx="317">
                  <c:v>1.3149371784461841</c:v>
                </c:pt>
                <c:pt idx="318">
                  <c:v>1.315378988198235</c:v>
                </c:pt>
                <c:pt idx="319">
                  <c:v>1.3307361721155531</c:v>
                </c:pt>
                <c:pt idx="320">
                  <c:v>1.358509519273482</c:v>
                </c:pt>
                <c:pt idx="321">
                  <c:v>1.394433329185558</c:v>
                </c:pt>
                <c:pt idx="322">
                  <c:v>1.441644372963047</c:v>
                </c:pt>
                <c:pt idx="323">
                  <c:v>1.5041641120051099</c:v>
                </c:pt>
                <c:pt idx="324">
                  <c:v>1.5687560045936411</c:v>
                </c:pt>
                <c:pt idx="325">
                  <c:v>1.628786063174271</c:v>
                </c:pt>
                <c:pt idx="326">
                  <c:v>1.6771772532955791</c:v>
                </c:pt>
                <c:pt idx="327">
                  <c:v>1.709111627077365</c:v>
                </c:pt>
                <c:pt idx="328">
                  <c:v>1.721824182731849</c:v>
                </c:pt>
                <c:pt idx="329">
                  <c:v>1.719484795679215</c:v>
                </c:pt>
                <c:pt idx="330">
                  <c:v>1.70913771910153</c:v>
                </c:pt>
                <c:pt idx="331">
                  <c:v>1.695865254982361</c:v>
                </c:pt>
                <c:pt idx="332">
                  <c:v>1.6809503347304839</c:v>
                </c:pt>
                <c:pt idx="333">
                  <c:v>1.6655737344417429</c:v>
                </c:pt>
                <c:pt idx="334">
                  <c:v>1.6505744211193989</c:v>
                </c:pt>
                <c:pt idx="335">
                  <c:v>1.637029177256216</c:v>
                </c:pt>
                <c:pt idx="336">
                  <c:v>1.630276499813992</c:v>
                </c:pt>
                <c:pt idx="337">
                  <c:v>1.6438181786357431</c:v>
                </c:pt>
                <c:pt idx="338">
                  <c:v>1.678158345792611</c:v>
                </c:pt>
                <c:pt idx="339">
                  <c:v>1.7266003588447261</c:v>
                </c:pt>
                <c:pt idx="340">
                  <c:v>1.7780581196405221</c:v>
                </c:pt>
                <c:pt idx="341">
                  <c:v>1.832534701057819</c:v>
                </c:pt>
                <c:pt idx="342">
                  <c:v>1.8852948747108049</c:v>
                </c:pt>
                <c:pt idx="343">
                  <c:v>1.931646883044299</c:v>
                </c:pt>
                <c:pt idx="344">
                  <c:v>1.9714969151717729</c:v>
                </c:pt>
                <c:pt idx="345">
                  <c:v>2.0095528274730161</c:v>
                </c:pt>
                <c:pt idx="346">
                  <c:v>2.0540237013687661</c:v>
                </c:pt>
                <c:pt idx="347">
                  <c:v>2.1071631977007428</c:v>
                </c:pt>
                <c:pt idx="348">
                  <c:v>2.1656523077900851</c:v>
                </c:pt>
                <c:pt idx="349">
                  <c:v>2.2243634256284199</c:v>
                </c:pt>
                <c:pt idx="350">
                  <c:v>2.2805389685660442</c:v>
                </c:pt>
                <c:pt idx="351">
                  <c:v>2.3197644760658909</c:v>
                </c:pt>
                <c:pt idx="352">
                  <c:v>2.338120855684358</c:v>
                </c:pt>
                <c:pt idx="353">
                  <c:v>2.3415642049555352</c:v>
                </c:pt>
                <c:pt idx="354">
                  <c:v>2.3371308173383949</c:v>
                </c:pt>
                <c:pt idx="355">
                  <c:v>2.3287849675982861</c:v>
                </c:pt>
                <c:pt idx="356">
                  <c:v>2.3159168314405001</c:v>
                </c:pt>
                <c:pt idx="357">
                  <c:v>2.2996886134058259</c:v>
                </c:pt>
                <c:pt idx="358">
                  <c:v>2.2814974114250171</c:v>
                </c:pt>
                <c:pt idx="359">
                  <c:v>2.2627797530669831</c:v>
                </c:pt>
                <c:pt idx="360">
                  <c:v>2.245135549727634</c:v>
                </c:pt>
                <c:pt idx="361">
                  <c:v>2.2313031122603451</c:v>
                </c:pt>
                <c:pt idx="362">
                  <c:v>2.2193192932839692</c:v>
                </c:pt>
                <c:pt idx="363">
                  <c:v>2.2048655162661071</c:v>
                </c:pt>
                <c:pt idx="364">
                  <c:v>2.187893068003139</c:v>
                </c:pt>
                <c:pt idx="365">
                  <c:v>2.1701622394249691</c:v>
                </c:pt>
                <c:pt idx="366">
                  <c:v>2.153458776916688</c:v>
                </c:pt>
                <c:pt idx="367">
                  <c:v>2.1366814024361531</c:v>
                </c:pt>
                <c:pt idx="368">
                  <c:v>2.118839382136593</c:v>
                </c:pt>
                <c:pt idx="369">
                  <c:v>2.1007563975172538</c:v>
                </c:pt>
                <c:pt idx="370">
                  <c:v>2.0839073606708252</c:v>
                </c:pt>
                <c:pt idx="371">
                  <c:v>2.070725004207921</c:v>
                </c:pt>
                <c:pt idx="372">
                  <c:v>2.0597422690745808</c:v>
                </c:pt>
                <c:pt idx="373">
                  <c:v>2.046686665204299</c:v>
                </c:pt>
                <c:pt idx="374">
                  <c:v>2.0315445282139768</c:v>
                </c:pt>
                <c:pt idx="375">
                  <c:v>2.0151567628417868</c:v>
                </c:pt>
                <c:pt idx="376">
                  <c:v>1.9979283034980651</c:v>
                </c:pt>
                <c:pt idx="377">
                  <c:v>1.980711445229745</c:v>
                </c:pt>
                <c:pt idx="378">
                  <c:v>1.9644000059508371</c:v>
                </c:pt>
                <c:pt idx="379">
                  <c:v>1.9495469211869281</c:v>
                </c:pt>
                <c:pt idx="380">
                  <c:v>1.9350365664285989</c:v>
                </c:pt>
                <c:pt idx="381">
                  <c:v>1.920101308162917</c:v>
                </c:pt>
                <c:pt idx="382">
                  <c:v>1.9051937977154401</c:v>
                </c:pt>
                <c:pt idx="383">
                  <c:v>1.891592999594325</c:v>
                </c:pt>
                <c:pt idx="384">
                  <c:v>1.885503818863923</c:v>
                </c:pt>
                <c:pt idx="385">
                  <c:v>1.8993826107452321</c:v>
                </c:pt>
                <c:pt idx="386">
                  <c:v>1.935456945825667</c:v>
                </c:pt>
                <c:pt idx="387">
                  <c:v>1.9762432725467349</c:v>
                </c:pt>
                <c:pt idx="388">
                  <c:v>2.0020439313315239</c:v>
                </c:pt>
                <c:pt idx="389">
                  <c:v>2.0127705663144568</c:v>
                </c:pt>
                <c:pt idx="390">
                  <c:v>2.0179927853106472</c:v>
                </c:pt>
                <c:pt idx="391">
                  <c:v>2.023916551705228</c:v>
                </c:pt>
                <c:pt idx="392">
                  <c:v>2.0308873735570292</c:v>
                </c:pt>
                <c:pt idx="393">
                  <c:v>2.03496673749558</c:v>
                </c:pt>
                <c:pt idx="394">
                  <c:v>2.0334295621805629</c:v>
                </c:pt>
                <c:pt idx="395">
                  <c:v>2.0265801662098522</c:v>
                </c:pt>
                <c:pt idx="396">
                  <c:v>2.016376541867186</c:v>
                </c:pt>
                <c:pt idx="397">
                  <c:v>2.004498568815829</c:v>
                </c:pt>
                <c:pt idx="398">
                  <c:v>1.991614219937911</c:v>
                </c:pt>
                <c:pt idx="399">
                  <c:v>1.979516171579524</c:v>
                </c:pt>
                <c:pt idx="400">
                  <c:v>1.96810183345142</c:v>
                </c:pt>
                <c:pt idx="401">
                  <c:v>1.9555258483176929</c:v>
                </c:pt>
                <c:pt idx="402">
                  <c:v>1.9401218070378801</c:v>
                </c:pt>
                <c:pt idx="403">
                  <c:v>1.9229169749042869</c:v>
                </c:pt>
                <c:pt idx="404">
                  <c:v>1.9053291830695831</c:v>
                </c:pt>
                <c:pt idx="405">
                  <c:v>1.888295387824128</c:v>
                </c:pt>
                <c:pt idx="406">
                  <c:v>1.872444609326112</c:v>
                </c:pt>
                <c:pt idx="407">
                  <c:v>1.8580187121325491</c:v>
                </c:pt>
                <c:pt idx="408">
                  <c:v>1.845069742866329</c:v>
                </c:pt>
                <c:pt idx="409">
                  <c:v>1.833551039315289</c:v>
                </c:pt>
                <c:pt idx="410">
                  <c:v>1.823259713406312</c:v>
                </c:pt>
                <c:pt idx="411">
                  <c:v>1.813509202596985</c:v>
                </c:pt>
                <c:pt idx="412">
                  <c:v>1.8044315516411571</c:v>
                </c:pt>
                <c:pt idx="413">
                  <c:v>1.7986626206459091</c:v>
                </c:pt>
                <c:pt idx="414">
                  <c:v>1.796617266262821</c:v>
                </c:pt>
                <c:pt idx="415">
                  <c:v>1.7926584897607249</c:v>
                </c:pt>
                <c:pt idx="416">
                  <c:v>1.7844373367559301</c:v>
                </c:pt>
                <c:pt idx="417">
                  <c:v>1.773808300486986</c:v>
                </c:pt>
                <c:pt idx="418">
                  <c:v>1.7631113164899741</c:v>
                </c:pt>
                <c:pt idx="419">
                  <c:v>1.752533632583126</c:v>
                </c:pt>
                <c:pt idx="420">
                  <c:v>1.7407880619156579</c:v>
                </c:pt>
                <c:pt idx="421">
                  <c:v>1.727837232657029</c:v>
                </c:pt>
                <c:pt idx="422">
                  <c:v>1.71461486934423</c:v>
                </c:pt>
                <c:pt idx="423">
                  <c:v>1.702770695335915</c:v>
                </c:pt>
                <c:pt idx="424">
                  <c:v>1.6947218487297411</c:v>
                </c:pt>
                <c:pt idx="425">
                  <c:v>1.6869474742329109</c:v>
                </c:pt>
                <c:pt idx="426">
                  <c:v>1.6777340943668979</c:v>
                </c:pt>
                <c:pt idx="427">
                  <c:v>1.6684317488454059</c:v>
                </c:pt>
                <c:pt idx="428">
                  <c:v>1.659553700140681</c:v>
                </c:pt>
                <c:pt idx="429">
                  <c:v>1.6561888425788089</c:v>
                </c:pt>
                <c:pt idx="430">
                  <c:v>1.6575204381515951</c:v>
                </c:pt>
                <c:pt idx="431">
                  <c:v>1.6560084169762599</c:v>
                </c:pt>
                <c:pt idx="432">
                  <c:v>1.6503367805198781</c:v>
                </c:pt>
                <c:pt idx="433">
                  <c:v>1.641676759313323</c:v>
                </c:pt>
                <c:pt idx="434">
                  <c:v>1.6321453874742831</c:v>
                </c:pt>
                <c:pt idx="435">
                  <c:v>1.624891721588583</c:v>
                </c:pt>
                <c:pt idx="436">
                  <c:v>1.621352619739169</c:v>
                </c:pt>
                <c:pt idx="437">
                  <c:v>1.6194692487760709</c:v>
                </c:pt>
                <c:pt idx="438">
                  <c:v>1.6155875421839321</c:v>
                </c:pt>
                <c:pt idx="439">
                  <c:v>1.6085092765775031</c:v>
                </c:pt>
                <c:pt idx="440">
                  <c:v>1.5992562150188041</c:v>
                </c:pt>
                <c:pt idx="441">
                  <c:v>1.587491455034028</c:v>
                </c:pt>
                <c:pt idx="442">
                  <c:v>1.573913860818464</c:v>
                </c:pt>
                <c:pt idx="443">
                  <c:v>1.5601138280381639</c:v>
                </c:pt>
                <c:pt idx="444">
                  <c:v>1.5464649945740849</c:v>
                </c:pt>
                <c:pt idx="445">
                  <c:v>1.5327504178026341</c:v>
                </c:pt>
                <c:pt idx="446">
                  <c:v>1.5195651180397109</c:v>
                </c:pt>
                <c:pt idx="447">
                  <c:v>1.5078819929302949</c:v>
                </c:pt>
                <c:pt idx="448">
                  <c:v>1.500666188296516</c:v>
                </c:pt>
                <c:pt idx="449">
                  <c:v>1.5049854984024369</c:v>
                </c:pt>
                <c:pt idx="450">
                  <c:v>1.53027408846677</c:v>
                </c:pt>
                <c:pt idx="451">
                  <c:v>1.564945493877675</c:v>
                </c:pt>
                <c:pt idx="452">
                  <c:v>1.588241180970696</c:v>
                </c:pt>
                <c:pt idx="453">
                  <c:v>1.600507854656686</c:v>
                </c:pt>
                <c:pt idx="454">
                  <c:v>1.6047482857199979</c:v>
                </c:pt>
                <c:pt idx="455">
                  <c:v>1.5998742840829661</c:v>
                </c:pt>
                <c:pt idx="456">
                  <c:v>1.58907586285069</c:v>
                </c:pt>
                <c:pt idx="457">
                  <c:v>1.576180998559626</c:v>
                </c:pt>
                <c:pt idx="458">
                  <c:v>1.5641825713093851</c:v>
                </c:pt>
                <c:pt idx="459">
                  <c:v>1.551680371942701</c:v>
                </c:pt>
                <c:pt idx="460">
                  <c:v>1.5382275373591361</c:v>
                </c:pt>
                <c:pt idx="461">
                  <c:v>1.524665346850109</c:v>
                </c:pt>
                <c:pt idx="462">
                  <c:v>1.5117872858688679</c:v>
                </c:pt>
                <c:pt idx="463">
                  <c:v>1.500036641206528</c:v>
                </c:pt>
                <c:pt idx="464">
                  <c:v>1.489643658752432</c:v>
                </c:pt>
                <c:pt idx="465">
                  <c:v>1.480778843966122</c:v>
                </c:pt>
                <c:pt idx="466">
                  <c:v>1.4732755391863639</c:v>
                </c:pt>
                <c:pt idx="467">
                  <c:v>1.464933936100062</c:v>
                </c:pt>
                <c:pt idx="468">
                  <c:v>1.4556739432284009</c:v>
                </c:pt>
                <c:pt idx="469">
                  <c:v>1.44819293074733</c:v>
                </c:pt>
                <c:pt idx="470">
                  <c:v>1.462944617524123</c:v>
                </c:pt>
                <c:pt idx="471">
                  <c:v>1.5540447076037669</c:v>
                </c:pt>
                <c:pt idx="472">
                  <c:v>1.6936736113526869</c:v>
                </c:pt>
                <c:pt idx="473">
                  <c:v>1.8191335211656929</c:v>
                </c:pt>
                <c:pt idx="474">
                  <c:v>1.913367166206031</c:v>
                </c:pt>
                <c:pt idx="475">
                  <c:v>1.9655361553036359</c:v>
                </c:pt>
                <c:pt idx="476">
                  <c:v>1.987958958181276</c:v>
                </c:pt>
                <c:pt idx="477">
                  <c:v>1.994656128694837</c:v>
                </c:pt>
                <c:pt idx="478">
                  <c:v>1.991661034967656</c:v>
                </c:pt>
                <c:pt idx="479">
                  <c:v>1.9815773093787561</c:v>
                </c:pt>
                <c:pt idx="480">
                  <c:v>1.967204226538936</c:v>
                </c:pt>
                <c:pt idx="481">
                  <c:v>1.9511240415020401</c:v>
                </c:pt>
                <c:pt idx="482">
                  <c:v>1.9351578949844019</c:v>
                </c:pt>
                <c:pt idx="483">
                  <c:v>1.920155573158937</c:v>
                </c:pt>
                <c:pt idx="484">
                  <c:v>1.9058241278549239</c:v>
                </c:pt>
                <c:pt idx="485">
                  <c:v>1.890857890101751</c:v>
                </c:pt>
                <c:pt idx="486">
                  <c:v>1.8753143474625269</c:v>
                </c:pt>
                <c:pt idx="487">
                  <c:v>1.860099569349551</c:v>
                </c:pt>
                <c:pt idx="488">
                  <c:v>1.848961842100072</c:v>
                </c:pt>
                <c:pt idx="489">
                  <c:v>1.8735334823835079</c:v>
                </c:pt>
                <c:pt idx="490">
                  <c:v>1.9973363678580409</c:v>
                </c:pt>
                <c:pt idx="491">
                  <c:v>2.1974041423523838</c:v>
                </c:pt>
                <c:pt idx="492">
                  <c:v>2.4167208409049481</c:v>
                </c:pt>
                <c:pt idx="493">
                  <c:v>2.6220185305429959</c:v>
                </c:pt>
                <c:pt idx="494">
                  <c:v>2.7877045524399522</c:v>
                </c:pt>
                <c:pt idx="495">
                  <c:v>2.9064596753277572</c:v>
                </c:pt>
                <c:pt idx="496">
                  <c:v>2.9886358165542868</c:v>
                </c:pt>
                <c:pt idx="497">
                  <c:v>3.0445014980183811</c:v>
                </c:pt>
                <c:pt idx="498">
                  <c:v>3.081252470337065</c:v>
                </c:pt>
                <c:pt idx="499">
                  <c:v>3.103814029537701</c:v>
                </c:pt>
                <c:pt idx="500">
                  <c:v>3.1143556010498901</c:v>
                </c:pt>
                <c:pt idx="501">
                  <c:v>3.115711442889042</c:v>
                </c:pt>
                <c:pt idx="502">
                  <c:v>3.1104926736227232</c:v>
                </c:pt>
                <c:pt idx="503">
                  <c:v>3.1001588422937152</c:v>
                </c:pt>
                <c:pt idx="504">
                  <c:v>3.0863883432338719</c:v>
                </c:pt>
                <c:pt idx="505">
                  <c:v>3.0709959546864121</c:v>
                </c:pt>
                <c:pt idx="506">
                  <c:v>3.0541988759817769</c:v>
                </c:pt>
                <c:pt idx="507">
                  <c:v>3.0357934798806809</c:v>
                </c:pt>
                <c:pt idx="508">
                  <c:v>3.0159854711529341</c:v>
                </c:pt>
                <c:pt idx="509">
                  <c:v>2.994929925928822</c:v>
                </c:pt>
                <c:pt idx="510">
                  <c:v>2.9729400570102529</c:v>
                </c:pt>
                <c:pt idx="511">
                  <c:v>2.9512609950373889</c:v>
                </c:pt>
                <c:pt idx="512">
                  <c:v>2.9322482178253431</c:v>
                </c:pt>
                <c:pt idx="513">
                  <c:v>2.9297269840090632</c:v>
                </c:pt>
                <c:pt idx="514">
                  <c:v>2.9544381931923249</c:v>
                </c:pt>
                <c:pt idx="515">
                  <c:v>2.9813215320368691</c:v>
                </c:pt>
                <c:pt idx="516">
                  <c:v>2.996788055568222</c:v>
                </c:pt>
                <c:pt idx="517">
                  <c:v>3.001903676667327</c:v>
                </c:pt>
                <c:pt idx="518">
                  <c:v>3.004020851673066</c:v>
                </c:pt>
                <c:pt idx="519">
                  <c:v>3.0159060481274138</c:v>
                </c:pt>
                <c:pt idx="520">
                  <c:v>3.0241100249637838</c:v>
                </c:pt>
                <c:pt idx="521">
                  <c:v>3.0235953654050358</c:v>
                </c:pt>
                <c:pt idx="522">
                  <c:v>3.016795052297633</c:v>
                </c:pt>
                <c:pt idx="523">
                  <c:v>3.0066774126883491</c:v>
                </c:pt>
                <c:pt idx="524">
                  <c:v>2.998389889162385</c:v>
                </c:pt>
                <c:pt idx="525">
                  <c:v>3.0007559507932431</c:v>
                </c:pt>
                <c:pt idx="526">
                  <c:v>3.0109155527982869</c:v>
                </c:pt>
                <c:pt idx="527">
                  <c:v>3.0174602467642901</c:v>
                </c:pt>
                <c:pt idx="528">
                  <c:v>3.0175056891073502</c:v>
                </c:pt>
                <c:pt idx="529">
                  <c:v>3.0112676793245692</c:v>
                </c:pt>
                <c:pt idx="530">
                  <c:v>3.0002847500701302</c:v>
                </c:pt>
                <c:pt idx="531">
                  <c:v>2.9860016695063751</c:v>
                </c:pt>
                <c:pt idx="532">
                  <c:v>2.9695414350421578</c:v>
                </c:pt>
                <c:pt idx="533">
                  <c:v>2.9514758264504319</c:v>
                </c:pt>
                <c:pt idx="534">
                  <c:v>2.9326908834284029</c:v>
                </c:pt>
                <c:pt idx="535">
                  <c:v>2.9141522307710681</c:v>
                </c:pt>
                <c:pt idx="536">
                  <c:v>2.8969358411465289</c:v>
                </c:pt>
                <c:pt idx="537">
                  <c:v>2.8803643954555889</c:v>
                </c:pt>
                <c:pt idx="538">
                  <c:v>2.8631335819587602</c:v>
                </c:pt>
                <c:pt idx="539">
                  <c:v>2.8451047182341811</c:v>
                </c:pt>
                <c:pt idx="540">
                  <c:v>2.8262893011187908</c:v>
                </c:pt>
                <c:pt idx="541">
                  <c:v>2.806884044805745</c:v>
                </c:pt>
                <c:pt idx="542">
                  <c:v>2.7872749197461908</c:v>
                </c:pt>
                <c:pt idx="543">
                  <c:v>2.767035759614914</c:v>
                </c:pt>
                <c:pt idx="544">
                  <c:v>2.7456718035849121</c:v>
                </c:pt>
                <c:pt idx="545">
                  <c:v>2.7233601503217661</c:v>
                </c:pt>
                <c:pt idx="546">
                  <c:v>2.7007723167289521</c:v>
                </c:pt>
                <c:pt idx="547">
                  <c:v>2.6783689325523898</c:v>
                </c:pt>
                <c:pt idx="548">
                  <c:v>2.6562394804300431</c:v>
                </c:pt>
                <c:pt idx="549">
                  <c:v>2.634535971673079</c:v>
                </c:pt>
                <c:pt idx="550">
                  <c:v>2.613513632819767</c:v>
                </c:pt>
                <c:pt idx="551">
                  <c:v>2.593269367629766</c:v>
                </c:pt>
                <c:pt idx="552">
                  <c:v>2.573560027284632</c:v>
                </c:pt>
                <c:pt idx="553">
                  <c:v>2.5539948141029729</c:v>
                </c:pt>
                <c:pt idx="554">
                  <c:v>2.534427313114163</c:v>
                </c:pt>
                <c:pt idx="555">
                  <c:v>2.5148647730877278</c:v>
                </c:pt>
                <c:pt idx="556">
                  <c:v>2.4953794614598959</c:v>
                </c:pt>
                <c:pt idx="557">
                  <c:v>2.476134109079172</c:v>
                </c:pt>
                <c:pt idx="558">
                  <c:v>2.4574352271033622</c:v>
                </c:pt>
                <c:pt idx="559">
                  <c:v>2.4396695682748439</c:v>
                </c:pt>
                <c:pt idx="560">
                  <c:v>2.4230715346980172</c:v>
                </c:pt>
                <c:pt idx="561">
                  <c:v>2.4074564648721322</c:v>
                </c:pt>
                <c:pt idx="562">
                  <c:v>2.3923812786088061</c:v>
                </c:pt>
                <c:pt idx="563">
                  <c:v>2.3778082611046312</c:v>
                </c:pt>
                <c:pt idx="564">
                  <c:v>2.363614833173826</c:v>
                </c:pt>
                <c:pt idx="565">
                  <c:v>2.353506644326246</c:v>
                </c:pt>
                <c:pt idx="566">
                  <c:v>2.3606891971324551</c:v>
                </c:pt>
                <c:pt idx="567">
                  <c:v>2.3728788600171771</c:v>
                </c:pt>
                <c:pt idx="568">
                  <c:v>2.378152637410452</c:v>
                </c:pt>
                <c:pt idx="569">
                  <c:v>2.3769251587450841</c:v>
                </c:pt>
                <c:pt idx="570">
                  <c:v>2.3707481189716382</c:v>
                </c:pt>
                <c:pt idx="571">
                  <c:v>2.363091263083525</c:v>
                </c:pt>
                <c:pt idx="572">
                  <c:v>2.3567240620828032</c:v>
                </c:pt>
                <c:pt idx="573">
                  <c:v>2.3498191896711771</c:v>
                </c:pt>
                <c:pt idx="574">
                  <c:v>2.3424785637964098</c:v>
                </c:pt>
                <c:pt idx="575">
                  <c:v>2.3392437506391128</c:v>
                </c:pt>
                <c:pt idx="576">
                  <c:v>2.3376295518755228</c:v>
                </c:pt>
                <c:pt idx="577">
                  <c:v>2.3311268401026179</c:v>
                </c:pt>
                <c:pt idx="578">
                  <c:v>2.31983172829454</c:v>
                </c:pt>
                <c:pt idx="579">
                  <c:v>2.3060247265030882</c:v>
                </c:pt>
                <c:pt idx="580">
                  <c:v>2.2909829681190521</c:v>
                </c:pt>
                <c:pt idx="581">
                  <c:v>2.2740515710674312</c:v>
                </c:pt>
                <c:pt idx="582">
                  <c:v>2.2552389434598532</c:v>
                </c:pt>
                <c:pt idx="583">
                  <c:v>2.2356124483271391</c:v>
                </c:pt>
                <c:pt idx="584">
                  <c:v>2.215807853896206</c:v>
                </c:pt>
                <c:pt idx="585">
                  <c:v>2.196297526808471</c:v>
                </c:pt>
                <c:pt idx="586">
                  <c:v>2.1773646282544781</c:v>
                </c:pt>
                <c:pt idx="587">
                  <c:v>2.1588377815014139</c:v>
                </c:pt>
                <c:pt idx="588">
                  <c:v>2.140341372769818</c:v>
                </c:pt>
                <c:pt idx="589">
                  <c:v>2.1219382940695888</c:v>
                </c:pt>
                <c:pt idx="590">
                  <c:v>2.103622254587989</c:v>
                </c:pt>
                <c:pt idx="591">
                  <c:v>2.0857728362468442</c:v>
                </c:pt>
                <c:pt idx="592">
                  <c:v>2.068504198722247</c:v>
                </c:pt>
                <c:pt idx="593">
                  <c:v>2.0518256032697182</c:v>
                </c:pt>
                <c:pt idx="594">
                  <c:v>2.0357656192053719</c:v>
                </c:pt>
                <c:pt idx="595">
                  <c:v>2.019447852103494</c:v>
                </c:pt>
                <c:pt idx="596">
                  <c:v>2.003119135446493</c:v>
                </c:pt>
                <c:pt idx="597">
                  <c:v>1.9872950575441839</c:v>
                </c:pt>
                <c:pt idx="598">
                  <c:v>1.9719656404853929</c:v>
                </c:pt>
                <c:pt idx="599">
                  <c:v>1.9564763237508349</c:v>
                </c:pt>
                <c:pt idx="600">
                  <c:v>1.941100126084593</c:v>
                </c:pt>
                <c:pt idx="601">
                  <c:v>1.9263600178805189</c:v>
                </c:pt>
                <c:pt idx="602">
                  <c:v>1.9143912544099519</c:v>
                </c:pt>
                <c:pt idx="603">
                  <c:v>1.9116568949479511</c:v>
                </c:pt>
                <c:pt idx="604">
                  <c:v>1.925467282493772</c:v>
                </c:pt>
                <c:pt idx="605">
                  <c:v>1.9519576386918449</c:v>
                </c:pt>
                <c:pt idx="606">
                  <c:v>1.9847957265293379</c:v>
                </c:pt>
                <c:pt idx="607">
                  <c:v>2.021766755086468</c:v>
                </c:pt>
                <c:pt idx="608">
                  <c:v>2.0563988831941602</c:v>
                </c:pt>
                <c:pt idx="609">
                  <c:v>2.0896227191552712</c:v>
                </c:pt>
                <c:pt idx="610">
                  <c:v>2.118966331334585</c:v>
                </c:pt>
                <c:pt idx="611">
                  <c:v>2.1383304383467738</c:v>
                </c:pt>
                <c:pt idx="612">
                  <c:v>2.1538891594752601</c:v>
                </c:pt>
                <c:pt idx="613">
                  <c:v>2.159747812852038</c:v>
                </c:pt>
                <c:pt idx="614">
                  <c:v>2.154892258755678</c:v>
                </c:pt>
                <c:pt idx="615">
                  <c:v>2.1431545471102731</c:v>
                </c:pt>
                <c:pt idx="616">
                  <c:v>2.1281273668403009</c:v>
                </c:pt>
                <c:pt idx="617">
                  <c:v>2.1121767539442029</c:v>
                </c:pt>
                <c:pt idx="618">
                  <c:v>2.0966732973906002</c:v>
                </c:pt>
                <c:pt idx="619">
                  <c:v>2.0816065222057549</c:v>
                </c:pt>
                <c:pt idx="620">
                  <c:v>2.0664021540297468</c:v>
                </c:pt>
                <c:pt idx="621">
                  <c:v>2.050517590357873</c:v>
                </c:pt>
                <c:pt idx="622">
                  <c:v>2.034570943197529</c:v>
                </c:pt>
                <c:pt idx="623">
                  <c:v>2.0206640537038671</c:v>
                </c:pt>
                <c:pt idx="624">
                  <c:v>2.025840515347201</c:v>
                </c:pt>
                <c:pt idx="625">
                  <c:v>2.0925012703608581</c:v>
                </c:pt>
                <c:pt idx="626">
                  <c:v>2.2000125704880098</c:v>
                </c:pt>
                <c:pt idx="627">
                  <c:v>2.3070202841267848</c:v>
                </c:pt>
                <c:pt idx="628">
                  <c:v>2.3972959941268419</c:v>
                </c:pt>
                <c:pt idx="629">
                  <c:v>2.4687923093012949</c:v>
                </c:pt>
                <c:pt idx="630">
                  <c:v>2.523092023516301</c:v>
                </c:pt>
                <c:pt idx="631">
                  <c:v>2.5559054760146331</c:v>
                </c:pt>
                <c:pt idx="632">
                  <c:v>2.5700652704980831</c:v>
                </c:pt>
                <c:pt idx="633">
                  <c:v>2.5717780066498119</c:v>
                </c:pt>
                <c:pt idx="634">
                  <c:v>2.566150861181558</c:v>
                </c:pt>
                <c:pt idx="635">
                  <c:v>2.5565729281870628</c:v>
                </c:pt>
                <c:pt idx="636">
                  <c:v>2.5446239948941289</c:v>
                </c:pt>
                <c:pt idx="637">
                  <c:v>2.5304460534414659</c:v>
                </c:pt>
                <c:pt idx="638">
                  <c:v>2.5143082708933622</c:v>
                </c:pt>
                <c:pt idx="639">
                  <c:v>2.497341583081047</c:v>
                </c:pt>
                <c:pt idx="640">
                  <c:v>2.480425560749338</c:v>
                </c:pt>
                <c:pt idx="641">
                  <c:v>2.4641346913675699</c:v>
                </c:pt>
                <c:pt idx="642">
                  <c:v>2.4507597517306361</c:v>
                </c:pt>
                <c:pt idx="643">
                  <c:v>2.4604621903455541</c:v>
                </c:pt>
                <c:pt idx="644">
                  <c:v>2.5187152950279299</c:v>
                </c:pt>
                <c:pt idx="645">
                  <c:v>2.6242827314693589</c:v>
                </c:pt>
                <c:pt idx="646">
                  <c:v>2.7530607600930339</c:v>
                </c:pt>
                <c:pt idx="647">
                  <c:v>2.885878167478098</c:v>
                </c:pt>
                <c:pt idx="648">
                  <c:v>3.008654936456828</c:v>
                </c:pt>
                <c:pt idx="649">
                  <c:v>3.1111832949081668</c:v>
                </c:pt>
                <c:pt idx="650">
                  <c:v>3.1995221341686322</c:v>
                </c:pt>
                <c:pt idx="651">
                  <c:v>3.2771716118730421</c:v>
                </c:pt>
                <c:pt idx="652">
                  <c:v>3.3330848146625351</c:v>
                </c:pt>
                <c:pt idx="653">
                  <c:v>3.3698604326130641</c:v>
                </c:pt>
                <c:pt idx="654">
                  <c:v>3.392960654151802</c:v>
                </c:pt>
                <c:pt idx="655">
                  <c:v>3.406541071090484</c:v>
                </c:pt>
                <c:pt idx="656">
                  <c:v>3.4115914813484789</c:v>
                </c:pt>
                <c:pt idx="657">
                  <c:v>3.4094820233832781</c:v>
                </c:pt>
                <c:pt idx="658">
                  <c:v>3.4023946930836702</c:v>
                </c:pt>
                <c:pt idx="659">
                  <c:v>3.3914000917020268</c:v>
                </c:pt>
                <c:pt idx="660">
                  <c:v>3.376828468248056</c:v>
                </c:pt>
                <c:pt idx="661">
                  <c:v>3.3597696208498</c:v>
                </c:pt>
                <c:pt idx="662">
                  <c:v>3.34171710471758</c:v>
                </c:pt>
                <c:pt idx="663">
                  <c:v>3.3236567009385372</c:v>
                </c:pt>
                <c:pt idx="664">
                  <c:v>3.3051864869194389</c:v>
                </c:pt>
                <c:pt idx="665">
                  <c:v>3.2863386750588242</c:v>
                </c:pt>
                <c:pt idx="666">
                  <c:v>3.265662030444354</c:v>
                </c:pt>
                <c:pt idx="667">
                  <c:v>3.243653981071335</c:v>
                </c:pt>
                <c:pt idx="668">
                  <c:v>3.2214507190819779</c:v>
                </c:pt>
                <c:pt idx="669">
                  <c:v>3.1999436793501328</c:v>
                </c:pt>
                <c:pt idx="670">
                  <c:v>3.1788245408307638</c:v>
                </c:pt>
                <c:pt idx="671">
                  <c:v>3.157185272800394</c:v>
                </c:pt>
                <c:pt idx="672">
                  <c:v>3.1345864377509471</c:v>
                </c:pt>
                <c:pt idx="673">
                  <c:v>3.1116127142964451</c:v>
                </c:pt>
                <c:pt idx="674">
                  <c:v>3.0888489171946838</c:v>
                </c:pt>
                <c:pt idx="675">
                  <c:v>3.0685383945101972</c:v>
                </c:pt>
                <c:pt idx="676">
                  <c:v>3.064112215410181</c:v>
                </c:pt>
                <c:pt idx="677">
                  <c:v>3.088489329503024</c:v>
                </c:pt>
                <c:pt idx="678">
                  <c:v>3.13594109513854</c:v>
                </c:pt>
                <c:pt idx="679">
                  <c:v>3.2004225599431879</c:v>
                </c:pt>
                <c:pt idx="680">
                  <c:v>3.2632888493251389</c:v>
                </c:pt>
                <c:pt idx="681">
                  <c:v>3.311923730074136</c:v>
                </c:pt>
                <c:pt idx="682">
                  <c:v>3.3494170670817578</c:v>
                </c:pt>
                <c:pt idx="683">
                  <c:v>3.378769257970665</c:v>
                </c:pt>
                <c:pt idx="684">
                  <c:v>3.3973247463467922</c:v>
                </c:pt>
                <c:pt idx="685">
                  <c:v>3.405517369411212</c:v>
                </c:pt>
                <c:pt idx="686">
                  <c:v>3.4060003919810891</c:v>
                </c:pt>
                <c:pt idx="687">
                  <c:v>3.4007571853855749</c:v>
                </c:pt>
                <c:pt idx="688">
                  <c:v>3.3911682584158318</c:v>
                </c:pt>
                <c:pt idx="689">
                  <c:v>3.3781299918960568</c:v>
                </c:pt>
                <c:pt idx="690">
                  <c:v>3.3623673106094092</c:v>
                </c:pt>
                <c:pt idx="691">
                  <c:v>3.3445364158404698</c:v>
                </c:pt>
                <c:pt idx="692">
                  <c:v>3.3249559119913008</c:v>
                </c:pt>
                <c:pt idx="693">
                  <c:v>3.3039154684401342</c:v>
                </c:pt>
                <c:pt idx="694">
                  <c:v>3.281724663006103</c:v>
                </c:pt>
                <c:pt idx="695">
                  <c:v>3.258601281770559</c:v>
                </c:pt>
                <c:pt idx="696">
                  <c:v>3.2350887292479809</c:v>
                </c:pt>
                <c:pt idx="697">
                  <c:v>3.211447492798345</c:v>
                </c:pt>
                <c:pt idx="698">
                  <c:v>3.187863897579077</c:v>
                </c:pt>
                <c:pt idx="699">
                  <c:v>3.1649868806323451</c:v>
                </c:pt>
                <c:pt idx="700">
                  <c:v>3.143411441305441</c:v>
                </c:pt>
                <c:pt idx="701">
                  <c:v>3.1220920942669679</c:v>
                </c:pt>
                <c:pt idx="702">
                  <c:v>3.1001628080485708</c:v>
                </c:pt>
                <c:pt idx="703">
                  <c:v>3.0777259805297179</c:v>
                </c:pt>
                <c:pt idx="704">
                  <c:v>3.055666686306068</c:v>
                </c:pt>
                <c:pt idx="705">
                  <c:v>3.03572068701054</c:v>
                </c:pt>
                <c:pt idx="706">
                  <c:v>3.0223821479291839</c:v>
                </c:pt>
                <c:pt idx="707">
                  <c:v>3.0196377274915172</c:v>
                </c:pt>
                <c:pt idx="708">
                  <c:v>3.023421926611793</c:v>
                </c:pt>
                <c:pt idx="709">
                  <c:v>3.0229635833774662</c:v>
                </c:pt>
                <c:pt idx="710">
                  <c:v>3.015792814102519</c:v>
                </c:pt>
                <c:pt idx="711">
                  <c:v>3.003930630043643</c:v>
                </c:pt>
                <c:pt idx="712">
                  <c:v>2.9896177826793688</c:v>
                </c:pt>
                <c:pt idx="713">
                  <c:v>2.974270382828728</c:v>
                </c:pt>
                <c:pt idx="714">
                  <c:v>2.9581027983189951</c:v>
                </c:pt>
                <c:pt idx="715">
                  <c:v>2.9433422536361649</c:v>
                </c:pt>
                <c:pt idx="716">
                  <c:v>2.933992127339021</c:v>
                </c:pt>
                <c:pt idx="717">
                  <c:v>2.93042074611343</c:v>
                </c:pt>
                <c:pt idx="718">
                  <c:v>2.9235973516207232</c:v>
                </c:pt>
                <c:pt idx="719">
                  <c:v>2.9119734779496511</c:v>
                </c:pt>
                <c:pt idx="720">
                  <c:v>2.897431813467406</c:v>
                </c:pt>
                <c:pt idx="721">
                  <c:v>2.8818276372255611</c:v>
                </c:pt>
                <c:pt idx="722">
                  <c:v>2.866463096667776</c:v>
                </c:pt>
                <c:pt idx="723">
                  <c:v>2.8501969024414242</c:v>
                </c:pt>
                <c:pt idx="724">
                  <c:v>2.833887639932712</c:v>
                </c:pt>
                <c:pt idx="725">
                  <c:v>2.818043118024403</c:v>
                </c:pt>
                <c:pt idx="726">
                  <c:v>2.799885372312144</c:v>
                </c:pt>
                <c:pt idx="727">
                  <c:v>2.7799039906293181</c:v>
                </c:pt>
                <c:pt idx="728">
                  <c:v>2.7589043549451362</c:v>
                </c:pt>
                <c:pt idx="729">
                  <c:v>2.7373108145443541</c:v>
                </c:pt>
                <c:pt idx="730">
                  <c:v>2.7156207595394859</c:v>
                </c:pt>
                <c:pt idx="731">
                  <c:v>2.693949722936416</c:v>
                </c:pt>
                <c:pt idx="732">
                  <c:v>2.6734457655074109</c:v>
                </c:pt>
                <c:pt idx="733">
                  <c:v>2.655494608909148</c:v>
                </c:pt>
                <c:pt idx="734">
                  <c:v>2.6411575020694529</c:v>
                </c:pt>
                <c:pt idx="735">
                  <c:v>2.6295118549985199</c:v>
                </c:pt>
                <c:pt idx="736">
                  <c:v>2.620550385940406</c:v>
                </c:pt>
                <c:pt idx="737">
                  <c:v>2.6138465797042572</c:v>
                </c:pt>
                <c:pt idx="738">
                  <c:v>2.6118401691578121</c:v>
                </c:pt>
                <c:pt idx="739">
                  <c:v>2.6133305175203558</c:v>
                </c:pt>
                <c:pt idx="740">
                  <c:v>2.612791711542954</c:v>
                </c:pt>
                <c:pt idx="741">
                  <c:v>2.607845743016012</c:v>
                </c:pt>
                <c:pt idx="742">
                  <c:v>2.5977650800423562</c:v>
                </c:pt>
                <c:pt idx="743">
                  <c:v>2.5834162022424181</c:v>
                </c:pt>
                <c:pt idx="744">
                  <c:v>2.5662252365727691</c:v>
                </c:pt>
                <c:pt idx="745">
                  <c:v>2.5471218062812162</c:v>
                </c:pt>
                <c:pt idx="746">
                  <c:v>2.5268825579499592</c:v>
                </c:pt>
                <c:pt idx="747">
                  <c:v>2.5062770303865092</c:v>
                </c:pt>
                <c:pt idx="748">
                  <c:v>2.485603680016466</c:v>
                </c:pt>
                <c:pt idx="749">
                  <c:v>2.4648516889270038</c:v>
                </c:pt>
                <c:pt idx="750">
                  <c:v>2.4440011300688922</c:v>
                </c:pt>
                <c:pt idx="751">
                  <c:v>2.4231858387730481</c:v>
                </c:pt>
                <c:pt idx="752">
                  <c:v>2.4026711700275278</c:v>
                </c:pt>
                <c:pt idx="753">
                  <c:v>2.38234942386417</c:v>
                </c:pt>
                <c:pt idx="754">
                  <c:v>2.361975347947999</c:v>
                </c:pt>
                <c:pt idx="755">
                  <c:v>2.3417642385242119</c:v>
                </c:pt>
                <c:pt idx="756">
                  <c:v>2.3217617319425532</c:v>
                </c:pt>
                <c:pt idx="757">
                  <c:v>2.301851344935625</c:v>
                </c:pt>
                <c:pt idx="758">
                  <c:v>2.282390472997561</c:v>
                </c:pt>
                <c:pt idx="759">
                  <c:v>2.2652559265029839</c:v>
                </c:pt>
                <c:pt idx="760">
                  <c:v>2.253265128361245</c:v>
                </c:pt>
                <c:pt idx="761">
                  <c:v>2.2457915139797229</c:v>
                </c:pt>
                <c:pt idx="762">
                  <c:v>2.2400495173026091</c:v>
                </c:pt>
                <c:pt idx="763">
                  <c:v>2.2377294774549661</c:v>
                </c:pt>
                <c:pt idx="764">
                  <c:v>2.2361713571059179</c:v>
                </c:pt>
                <c:pt idx="765">
                  <c:v>2.2348602273310201</c:v>
                </c:pt>
                <c:pt idx="766">
                  <c:v>2.2314909798411828</c:v>
                </c:pt>
                <c:pt idx="767">
                  <c:v>2.2219902188223628</c:v>
                </c:pt>
                <c:pt idx="768">
                  <c:v>2.2077226255167779</c:v>
                </c:pt>
                <c:pt idx="769">
                  <c:v>2.1920058227508421</c:v>
                </c:pt>
                <c:pt idx="770">
                  <c:v>2.1819084908150481</c:v>
                </c:pt>
                <c:pt idx="771">
                  <c:v>2.177624875927636</c:v>
                </c:pt>
                <c:pt idx="772">
                  <c:v>2.1708316253876538</c:v>
                </c:pt>
                <c:pt idx="773">
                  <c:v>2.1604311886639409</c:v>
                </c:pt>
                <c:pt idx="774">
                  <c:v>2.1546115967883832</c:v>
                </c:pt>
                <c:pt idx="775">
                  <c:v>2.1639490736412199</c:v>
                </c:pt>
                <c:pt idx="776">
                  <c:v>2.1902054565865741</c:v>
                </c:pt>
                <c:pt idx="777">
                  <c:v>2.2307679601096169</c:v>
                </c:pt>
                <c:pt idx="778">
                  <c:v>2.277035149828583</c:v>
                </c:pt>
                <c:pt idx="779">
                  <c:v>2.3202593488391909</c:v>
                </c:pt>
                <c:pt idx="780">
                  <c:v>2.3549059769623182</c:v>
                </c:pt>
                <c:pt idx="781">
                  <c:v>2.3766297949259929</c:v>
                </c:pt>
                <c:pt idx="782">
                  <c:v>2.3843259016842091</c:v>
                </c:pt>
                <c:pt idx="783">
                  <c:v>2.3808521506378679</c:v>
                </c:pt>
                <c:pt idx="784">
                  <c:v>2.3706017872004939</c:v>
                </c:pt>
                <c:pt idx="785">
                  <c:v>2.3569982444421949</c:v>
                </c:pt>
                <c:pt idx="786">
                  <c:v>2.3421035913242978</c:v>
                </c:pt>
                <c:pt idx="787">
                  <c:v>2.3261660632331269</c:v>
                </c:pt>
                <c:pt idx="788">
                  <c:v>2.3093591681406198</c:v>
                </c:pt>
                <c:pt idx="789">
                  <c:v>2.2925460400565831</c:v>
                </c:pt>
                <c:pt idx="790">
                  <c:v>2.2763486207159431</c:v>
                </c:pt>
                <c:pt idx="791">
                  <c:v>2.2608769525851131</c:v>
                </c:pt>
                <c:pt idx="792">
                  <c:v>2.248878178456041</c:v>
                </c:pt>
                <c:pt idx="793">
                  <c:v>2.249966632181184</c:v>
                </c:pt>
                <c:pt idx="794">
                  <c:v>2.2761664190208131</c:v>
                </c:pt>
                <c:pt idx="795">
                  <c:v>2.3331918667401048</c:v>
                </c:pt>
                <c:pt idx="796">
                  <c:v>2.4137696791315721</c:v>
                </c:pt>
                <c:pt idx="797">
                  <c:v>2.4974769600538882</c:v>
                </c:pt>
                <c:pt idx="798">
                  <c:v>2.5727443802014531</c:v>
                </c:pt>
                <c:pt idx="799">
                  <c:v>2.6319683250444399</c:v>
                </c:pt>
                <c:pt idx="800">
                  <c:v>2.6729529484104031</c:v>
                </c:pt>
                <c:pt idx="801">
                  <c:v>2.6998840291002129</c:v>
                </c:pt>
                <c:pt idx="802">
                  <c:v>2.715094289173912</c:v>
                </c:pt>
                <c:pt idx="803">
                  <c:v>2.7213366458112862</c:v>
                </c:pt>
                <c:pt idx="804">
                  <c:v>2.720569469318554</c:v>
                </c:pt>
                <c:pt idx="805">
                  <c:v>2.7133412910702761</c:v>
                </c:pt>
                <c:pt idx="806">
                  <c:v>2.7021575327389482</c:v>
                </c:pt>
                <c:pt idx="807">
                  <c:v>2.6873423170311641</c:v>
                </c:pt>
                <c:pt idx="808">
                  <c:v>2.669565860072201</c:v>
                </c:pt>
                <c:pt idx="809">
                  <c:v>2.6502347791581342</c:v>
                </c:pt>
                <c:pt idx="810">
                  <c:v>2.630575501178146</c:v>
                </c:pt>
                <c:pt idx="811">
                  <c:v>2.6107542568723892</c:v>
                </c:pt>
                <c:pt idx="812">
                  <c:v>2.5904627131158602</c:v>
                </c:pt>
                <c:pt idx="813">
                  <c:v>2.569921509024113</c:v>
                </c:pt>
                <c:pt idx="814">
                  <c:v>2.5499601014219939</c:v>
                </c:pt>
                <c:pt idx="815">
                  <c:v>2.530519449085995</c:v>
                </c:pt>
                <c:pt idx="816">
                  <c:v>2.5111421209476918</c:v>
                </c:pt>
                <c:pt idx="817">
                  <c:v>2.4911586328827542</c:v>
                </c:pt>
                <c:pt idx="818">
                  <c:v>2.4709041450120739</c:v>
                </c:pt>
                <c:pt idx="819">
                  <c:v>2.4511160343507639</c:v>
                </c:pt>
                <c:pt idx="820">
                  <c:v>2.4321330027945089</c:v>
                </c:pt>
                <c:pt idx="821">
                  <c:v>2.4155298063887178</c:v>
                </c:pt>
                <c:pt idx="822">
                  <c:v>2.404716131775992</c:v>
                </c:pt>
                <c:pt idx="823">
                  <c:v>2.3930627672499121</c:v>
                </c:pt>
                <c:pt idx="824">
                  <c:v>2.3788154026414552</c:v>
                </c:pt>
                <c:pt idx="825">
                  <c:v>2.3673055308255488</c:v>
                </c:pt>
                <c:pt idx="826">
                  <c:v>2.37737541344092</c:v>
                </c:pt>
                <c:pt idx="827">
                  <c:v>2.4159277687280638</c:v>
                </c:pt>
                <c:pt idx="828">
                  <c:v>2.4465920148361162</c:v>
                </c:pt>
                <c:pt idx="829">
                  <c:v>2.4603685081722011</c:v>
                </c:pt>
                <c:pt idx="830">
                  <c:v>2.4616038755919791</c:v>
                </c:pt>
                <c:pt idx="831">
                  <c:v>2.4550220433345831</c:v>
                </c:pt>
                <c:pt idx="832">
                  <c:v>2.4440524199004829</c:v>
                </c:pt>
                <c:pt idx="833">
                  <c:v>2.4320349724042019</c:v>
                </c:pt>
                <c:pt idx="834">
                  <c:v>2.4246054141683619</c:v>
                </c:pt>
                <c:pt idx="835">
                  <c:v>2.427929362282768</c:v>
                </c:pt>
                <c:pt idx="836">
                  <c:v>2.4479376641573962</c:v>
                </c:pt>
                <c:pt idx="837">
                  <c:v>2.488234050147434</c:v>
                </c:pt>
                <c:pt idx="838">
                  <c:v>2.5389320023790818</c:v>
                </c:pt>
                <c:pt idx="839">
                  <c:v>2.5737660513150251</c:v>
                </c:pt>
                <c:pt idx="840">
                  <c:v>2.5911326810015511</c:v>
                </c:pt>
                <c:pt idx="841">
                  <c:v>2.5953570368336738</c:v>
                </c:pt>
                <c:pt idx="842">
                  <c:v>2.590501466201439</c:v>
                </c:pt>
                <c:pt idx="843">
                  <c:v>2.5800479764433941</c:v>
                </c:pt>
                <c:pt idx="844">
                  <c:v>2.5665332867276711</c:v>
                </c:pt>
                <c:pt idx="845">
                  <c:v>2.5509791901708478</c:v>
                </c:pt>
                <c:pt idx="846">
                  <c:v>2.5340049636065469</c:v>
                </c:pt>
                <c:pt idx="847">
                  <c:v>2.5162120099011398</c:v>
                </c:pt>
                <c:pt idx="848">
                  <c:v>2.4976695339464179</c:v>
                </c:pt>
                <c:pt idx="849">
                  <c:v>2.4791327318630949</c:v>
                </c:pt>
                <c:pt idx="850">
                  <c:v>2.46070418251194</c:v>
                </c:pt>
                <c:pt idx="851">
                  <c:v>2.4412280398815871</c:v>
                </c:pt>
                <c:pt idx="852">
                  <c:v>2.4208810888459849</c:v>
                </c:pt>
                <c:pt idx="853">
                  <c:v>2.4004805177490369</c:v>
                </c:pt>
                <c:pt idx="854">
                  <c:v>2.3808094767214119</c:v>
                </c:pt>
                <c:pt idx="855">
                  <c:v>2.3620706246425809</c:v>
                </c:pt>
                <c:pt idx="856">
                  <c:v>2.343839245667481</c:v>
                </c:pt>
                <c:pt idx="857">
                  <c:v>2.32552966132973</c:v>
                </c:pt>
                <c:pt idx="858">
                  <c:v>2.3068973005192359</c:v>
                </c:pt>
                <c:pt idx="859">
                  <c:v>2.2884201274534788</c:v>
                </c:pt>
                <c:pt idx="860">
                  <c:v>2.2703013524385289</c:v>
                </c:pt>
                <c:pt idx="861">
                  <c:v>2.252283771817039</c:v>
                </c:pt>
                <c:pt idx="862">
                  <c:v>2.234209776884486</c:v>
                </c:pt>
                <c:pt idx="863">
                  <c:v>2.2164282876213051</c:v>
                </c:pt>
                <c:pt idx="864">
                  <c:v>2.1993710478328068</c:v>
                </c:pt>
                <c:pt idx="865">
                  <c:v>2.1834153344396832</c:v>
                </c:pt>
                <c:pt idx="866">
                  <c:v>2.1689122684457942</c:v>
                </c:pt>
                <c:pt idx="867">
                  <c:v>2.1624595187023918</c:v>
                </c:pt>
                <c:pt idx="868">
                  <c:v>2.1787760207932561</c:v>
                </c:pt>
                <c:pt idx="869">
                  <c:v>2.208517756887399</c:v>
                </c:pt>
                <c:pt idx="870">
                  <c:v>2.2317439403813562</c:v>
                </c:pt>
                <c:pt idx="871">
                  <c:v>2.2479051591859589</c:v>
                </c:pt>
                <c:pt idx="872">
                  <c:v>2.2603835155264842</c:v>
                </c:pt>
                <c:pt idx="873">
                  <c:v>2.2649084246382971</c:v>
                </c:pt>
                <c:pt idx="874">
                  <c:v>2.2604524739123129</c:v>
                </c:pt>
                <c:pt idx="875">
                  <c:v>2.2502925074266109</c:v>
                </c:pt>
                <c:pt idx="876">
                  <c:v>2.23802643011043</c:v>
                </c:pt>
                <c:pt idx="877">
                  <c:v>2.2273923510429978</c:v>
                </c:pt>
                <c:pt idx="878">
                  <c:v>2.2190395089324202</c:v>
                </c:pt>
                <c:pt idx="879">
                  <c:v>2.2094929822299072</c:v>
                </c:pt>
                <c:pt idx="880">
                  <c:v>2.196746500309807</c:v>
                </c:pt>
                <c:pt idx="881">
                  <c:v>2.181195843393875</c:v>
                </c:pt>
                <c:pt idx="882">
                  <c:v>2.1633839673723139</c:v>
                </c:pt>
                <c:pt idx="883">
                  <c:v>2.1445504192263578</c:v>
                </c:pt>
                <c:pt idx="884">
                  <c:v>2.1256426233304571</c:v>
                </c:pt>
                <c:pt idx="885">
                  <c:v>2.1069902149909061</c:v>
                </c:pt>
                <c:pt idx="886">
                  <c:v>2.088551906720542</c:v>
                </c:pt>
                <c:pt idx="887">
                  <c:v>2.070378728708282</c:v>
                </c:pt>
                <c:pt idx="888">
                  <c:v>2.052694457415742</c:v>
                </c:pt>
                <c:pt idx="889">
                  <c:v>2.0360090525928158</c:v>
                </c:pt>
                <c:pt idx="890">
                  <c:v>2.0204754139502921</c:v>
                </c:pt>
                <c:pt idx="891">
                  <c:v>2.0052891881080219</c:v>
                </c:pt>
                <c:pt idx="892">
                  <c:v>1.991455744112161</c:v>
                </c:pt>
                <c:pt idx="893">
                  <c:v>1.977268136202593</c:v>
                </c:pt>
                <c:pt idx="894">
                  <c:v>1.962118441861503</c:v>
                </c:pt>
                <c:pt idx="895">
                  <c:v>1.945924269634751</c:v>
                </c:pt>
                <c:pt idx="896">
                  <c:v>1.9289459324391489</c:v>
                </c:pt>
                <c:pt idx="897">
                  <c:v>1.9119162799613361</c:v>
                </c:pt>
                <c:pt idx="898">
                  <c:v>1.8955072822297769</c:v>
                </c:pt>
                <c:pt idx="899">
                  <c:v>1.880032463969078</c:v>
                </c:pt>
                <c:pt idx="900">
                  <c:v>1.865249811000999</c:v>
                </c:pt>
                <c:pt idx="901">
                  <c:v>1.8507575272379231</c:v>
                </c:pt>
                <c:pt idx="902">
                  <c:v>1.836963490239635</c:v>
                </c:pt>
                <c:pt idx="903">
                  <c:v>1.8261785853672829</c:v>
                </c:pt>
                <c:pt idx="904">
                  <c:v>1.822522167643329</c:v>
                </c:pt>
                <c:pt idx="905">
                  <c:v>1.8206160193296961</c:v>
                </c:pt>
                <c:pt idx="906">
                  <c:v>1.8166125834931099</c:v>
                </c:pt>
                <c:pt idx="907">
                  <c:v>1.809543310388114</c:v>
                </c:pt>
                <c:pt idx="908">
                  <c:v>1.8009535948616231</c:v>
                </c:pt>
                <c:pt idx="909">
                  <c:v>1.7930715589486641</c:v>
                </c:pt>
                <c:pt idx="910">
                  <c:v>1.789262602287168</c:v>
                </c:pt>
                <c:pt idx="911">
                  <c:v>1.791841864176938</c:v>
                </c:pt>
                <c:pt idx="912">
                  <c:v>1.7951272482873499</c:v>
                </c:pt>
                <c:pt idx="913">
                  <c:v>1.790927827937451</c:v>
                </c:pt>
                <c:pt idx="914">
                  <c:v>1.780512263616872</c:v>
                </c:pt>
                <c:pt idx="915">
                  <c:v>1.767504964381003</c:v>
                </c:pt>
                <c:pt idx="916">
                  <c:v>1.752447779783487</c:v>
                </c:pt>
                <c:pt idx="917">
                  <c:v>1.736502582285832</c:v>
                </c:pt>
                <c:pt idx="918">
                  <c:v>1.7208914475750181</c:v>
                </c:pt>
                <c:pt idx="919">
                  <c:v>1.7063833341487911</c:v>
                </c:pt>
                <c:pt idx="920">
                  <c:v>1.6933274455650049</c:v>
                </c:pt>
                <c:pt idx="921">
                  <c:v>1.681790949340396</c:v>
                </c:pt>
                <c:pt idx="922">
                  <c:v>1.671344128043698</c:v>
                </c:pt>
                <c:pt idx="923">
                  <c:v>1.66148080071106</c:v>
                </c:pt>
                <c:pt idx="924">
                  <c:v>1.651161863708164</c:v>
                </c:pt>
                <c:pt idx="925">
                  <c:v>1.6411482595614351</c:v>
                </c:pt>
                <c:pt idx="926">
                  <c:v>1.641526746400263</c:v>
                </c:pt>
                <c:pt idx="927">
                  <c:v>1.6930076474003819</c:v>
                </c:pt>
                <c:pt idx="928">
                  <c:v>1.836524351878968</c:v>
                </c:pt>
                <c:pt idx="929">
                  <c:v>2.0143292443909089</c:v>
                </c:pt>
                <c:pt idx="930">
                  <c:v>2.1510609995345091</c:v>
                </c:pt>
                <c:pt idx="931">
                  <c:v>2.2415295479391708</c:v>
                </c:pt>
                <c:pt idx="932">
                  <c:v>2.2922034795181658</c:v>
                </c:pt>
                <c:pt idx="933">
                  <c:v>2.3157132752676</c:v>
                </c:pt>
                <c:pt idx="934">
                  <c:v>2.3225120832378559</c:v>
                </c:pt>
                <c:pt idx="935">
                  <c:v>2.3188325308281561</c:v>
                </c:pt>
                <c:pt idx="936">
                  <c:v>2.309213002439976</c:v>
                </c:pt>
                <c:pt idx="937">
                  <c:v>2.2966147681201798</c:v>
                </c:pt>
                <c:pt idx="938">
                  <c:v>2.2828649857089198</c:v>
                </c:pt>
                <c:pt idx="939">
                  <c:v>2.2688620132260331</c:v>
                </c:pt>
                <c:pt idx="940">
                  <c:v>2.254278193039899</c:v>
                </c:pt>
                <c:pt idx="941">
                  <c:v>2.2389763228995849</c:v>
                </c:pt>
                <c:pt idx="942">
                  <c:v>2.223544324528798</c:v>
                </c:pt>
                <c:pt idx="943">
                  <c:v>2.208491259595573</c:v>
                </c:pt>
                <c:pt idx="944">
                  <c:v>2.1942369488459419</c:v>
                </c:pt>
                <c:pt idx="945">
                  <c:v>2.183033377438174</c:v>
                </c:pt>
                <c:pt idx="946">
                  <c:v>2.1977043826989111</c:v>
                </c:pt>
                <c:pt idx="947">
                  <c:v>2.2882484388850091</c:v>
                </c:pt>
                <c:pt idx="948">
                  <c:v>2.4367969400772602</c:v>
                </c:pt>
                <c:pt idx="949">
                  <c:v>2.5707632544506152</c:v>
                </c:pt>
                <c:pt idx="950">
                  <c:v>2.6613092049082829</c:v>
                </c:pt>
                <c:pt idx="951">
                  <c:v>2.7170710466392172</c:v>
                </c:pt>
                <c:pt idx="952">
                  <c:v>2.7482193601342768</c:v>
                </c:pt>
                <c:pt idx="953">
                  <c:v>2.7625549041341362</c:v>
                </c:pt>
                <c:pt idx="954">
                  <c:v>2.7657884598974518</c:v>
                </c:pt>
                <c:pt idx="955">
                  <c:v>2.7616101453978099</c:v>
                </c:pt>
                <c:pt idx="956">
                  <c:v>2.752219401054294</c:v>
                </c:pt>
                <c:pt idx="957">
                  <c:v>2.7391705457973998</c:v>
                </c:pt>
                <c:pt idx="958">
                  <c:v>2.7235461170217241</c:v>
                </c:pt>
                <c:pt idx="959">
                  <c:v>2.7061548063256811</c:v>
                </c:pt>
                <c:pt idx="960">
                  <c:v>2.6876602198629902</c:v>
                </c:pt>
                <c:pt idx="961">
                  <c:v>2.6680152363609428</c:v>
                </c:pt>
                <c:pt idx="962">
                  <c:v>2.6473554014599099</c:v>
                </c:pt>
                <c:pt idx="963">
                  <c:v>2.6261354411279392</c:v>
                </c:pt>
                <c:pt idx="964">
                  <c:v>2.6044599767935428</c:v>
                </c:pt>
                <c:pt idx="965">
                  <c:v>2.5826252842853692</c:v>
                </c:pt>
                <c:pt idx="966">
                  <c:v>2.5612549031176282</c:v>
                </c:pt>
                <c:pt idx="967">
                  <c:v>2.5409863075430379</c:v>
                </c:pt>
                <c:pt idx="968">
                  <c:v>2.522175346108078</c:v>
                </c:pt>
                <c:pt idx="969">
                  <c:v>2.5043818978142571</c:v>
                </c:pt>
                <c:pt idx="970">
                  <c:v>2.486764831301735</c:v>
                </c:pt>
                <c:pt idx="971">
                  <c:v>2.4685418168327788</c:v>
                </c:pt>
                <c:pt idx="972">
                  <c:v>2.4497620847338748</c:v>
                </c:pt>
                <c:pt idx="973">
                  <c:v>2.430937151025887</c:v>
                </c:pt>
                <c:pt idx="974">
                  <c:v>2.412426556140332</c:v>
                </c:pt>
                <c:pt idx="975">
                  <c:v>2.3947782466700471</c:v>
                </c:pt>
                <c:pt idx="976">
                  <c:v>2.3803683734429422</c:v>
                </c:pt>
                <c:pt idx="977">
                  <c:v>2.3670585019743742</c:v>
                </c:pt>
                <c:pt idx="978">
                  <c:v>2.351564957096195</c:v>
                </c:pt>
                <c:pt idx="979">
                  <c:v>2.334435905227382</c:v>
                </c:pt>
                <c:pt idx="980">
                  <c:v>2.319153535066834</c:v>
                </c:pt>
                <c:pt idx="981">
                  <c:v>2.3160635405667152</c:v>
                </c:pt>
                <c:pt idx="982">
                  <c:v>2.3324276942835942</c:v>
                </c:pt>
                <c:pt idx="983">
                  <c:v>2.3607836263824979</c:v>
                </c:pt>
                <c:pt idx="984">
                  <c:v>2.3913121022074142</c:v>
                </c:pt>
                <c:pt idx="985">
                  <c:v>2.4164586853229788</c:v>
                </c:pt>
                <c:pt idx="986">
                  <c:v>2.428130101710936</c:v>
                </c:pt>
                <c:pt idx="987">
                  <c:v>2.42828021447714</c:v>
                </c:pt>
                <c:pt idx="988">
                  <c:v>2.4216875542528848</c:v>
                </c:pt>
                <c:pt idx="989">
                  <c:v>2.4102643224926918</c:v>
                </c:pt>
                <c:pt idx="990">
                  <c:v>2.3962283112790459</c:v>
                </c:pt>
                <c:pt idx="991">
                  <c:v>2.3807800847743459</c:v>
                </c:pt>
                <c:pt idx="992">
                  <c:v>2.3656814022958059</c:v>
                </c:pt>
                <c:pt idx="993">
                  <c:v>2.352896229229378</c:v>
                </c:pt>
                <c:pt idx="994">
                  <c:v>2.3420944903533001</c:v>
                </c:pt>
                <c:pt idx="995">
                  <c:v>2.331048597400557</c:v>
                </c:pt>
                <c:pt idx="996">
                  <c:v>2.3184676104865551</c:v>
                </c:pt>
                <c:pt idx="997">
                  <c:v>2.3048663509072211</c:v>
                </c:pt>
                <c:pt idx="998">
                  <c:v>2.2907453906586008</c:v>
                </c:pt>
                <c:pt idx="999">
                  <c:v>2.2766634704114721</c:v>
                </c:pt>
                <c:pt idx="1000">
                  <c:v>2.2628522909808919</c:v>
                </c:pt>
                <c:pt idx="1001">
                  <c:v>2.2499328168532471</c:v>
                </c:pt>
                <c:pt idx="1002">
                  <c:v>2.2366718421056611</c:v>
                </c:pt>
                <c:pt idx="1003">
                  <c:v>2.2218518600286892</c:v>
                </c:pt>
                <c:pt idx="1004">
                  <c:v>2.205515291764776</c:v>
                </c:pt>
                <c:pt idx="1005">
                  <c:v>2.1885043760543228</c:v>
                </c:pt>
                <c:pt idx="1006">
                  <c:v>2.1708126830203689</c:v>
                </c:pt>
                <c:pt idx="1007">
                  <c:v>2.1521454553437831</c:v>
                </c:pt>
                <c:pt idx="1008">
                  <c:v>2.1327520922818048</c:v>
                </c:pt>
                <c:pt idx="1009">
                  <c:v>2.113233396843849</c:v>
                </c:pt>
                <c:pt idx="1010">
                  <c:v>2.0940526597685678</c:v>
                </c:pt>
                <c:pt idx="1011">
                  <c:v>2.0756606776293198</c:v>
                </c:pt>
                <c:pt idx="1012">
                  <c:v>2.0584302589481092</c:v>
                </c:pt>
                <c:pt idx="1013">
                  <c:v>2.0426271258777571</c:v>
                </c:pt>
                <c:pt idx="1014">
                  <c:v>2.027855695740886</c:v>
                </c:pt>
                <c:pt idx="1015">
                  <c:v>2.0137565572055971</c:v>
                </c:pt>
                <c:pt idx="1016">
                  <c:v>2.0003863810998141</c:v>
                </c:pt>
                <c:pt idx="1017">
                  <c:v>1.9878675122450009</c:v>
                </c:pt>
                <c:pt idx="1018">
                  <c:v>1.976250450199551</c:v>
                </c:pt>
                <c:pt idx="1019">
                  <c:v>1.9655189743462651</c:v>
                </c:pt>
                <c:pt idx="1020">
                  <c:v>1.9553065566345611</c:v>
                </c:pt>
                <c:pt idx="1021">
                  <c:v>1.9472771576865631</c:v>
                </c:pt>
                <c:pt idx="1022">
                  <c:v>1.9442217603746199</c:v>
                </c:pt>
                <c:pt idx="1023">
                  <c:v>1.9504175357829709</c:v>
                </c:pt>
                <c:pt idx="1024">
                  <c:v>1.967915511683848</c:v>
                </c:pt>
                <c:pt idx="1025">
                  <c:v>1.9943820543308779</c:v>
                </c:pt>
                <c:pt idx="1026">
                  <c:v>2.0243666669664711</c:v>
                </c:pt>
                <c:pt idx="1027">
                  <c:v>2.0568135373014589</c:v>
                </c:pt>
                <c:pt idx="1028">
                  <c:v>2.087409193624512</c:v>
                </c:pt>
                <c:pt idx="1029">
                  <c:v>2.11257222566051</c:v>
                </c:pt>
                <c:pt idx="1030">
                  <c:v>2.1305201801366001</c:v>
                </c:pt>
                <c:pt idx="1031">
                  <c:v>2.138983902652575</c:v>
                </c:pt>
                <c:pt idx="1032">
                  <c:v>2.139731411683369</c:v>
                </c:pt>
                <c:pt idx="1033">
                  <c:v>2.136088369083323</c:v>
                </c:pt>
                <c:pt idx="1034">
                  <c:v>2.1287674554030902</c:v>
                </c:pt>
                <c:pt idx="1035">
                  <c:v>2.1165272310472818</c:v>
                </c:pt>
                <c:pt idx="1036">
                  <c:v>2.101796849646842</c:v>
                </c:pt>
                <c:pt idx="1037">
                  <c:v>2.0886282746170579</c:v>
                </c:pt>
                <c:pt idx="1038">
                  <c:v>2.078635899808817</c:v>
                </c:pt>
                <c:pt idx="1039">
                  <c:v>2.0696332421140982</c:v>
                </c:pt>
                <c:pt idx="1040">
                  <c:v>2.058246714532844</c:v>
                </c:pt>
                <c:pt idx="1041">
                  <c:v>2.043274061500342</c:v>
                </c:pt>
                <c:pt idx="1042">
                  <c:v>2.0260603806794268</c:v>
                </c:pt>
                <c:pt idx="1043">
                  <c:v>2.0081223993596971</c:v>
                </c:pt>
                <c:pt idx="1044">
                  <c:v>1.990382515219687</c:v>
                </c:pt>
                <c:pt idx="1045">
                  <c:v>1.9735793573321869</c:v>
                </c:pt>
                <c:pt idx="1046">
                  <c:v>1.958319059489293</c:v>
                </c:pt>
                <c:pt idx="1047">
                  <c:v>1.9431798635665249</c:v>
                </c:pt>
                <c:pt idx="1048">
                  <c:v>1.927313594434213</c:v>
                </c:pt>
                <c:pt idx="1049">
                  <c:v>1.9109526606355109</c:v>
                </c:pt>
                <c:pt idx="1050">
                  <c:v>1.894552791384509</c:v>
                </c:pt>
                <c:pt idx="1051">
                  <c:v>1.87827950973562</c:v>
                </c:pt>
                <c:pt idx="1052">
                  <c:v>1.862627387263565</c:v>
                </c:pt>
                <c:pt idx="1053">
                  <c:v>1.847822581504571</c:v>
                </c:pt>
                <c:pt idx="1054">
                  <c:v>1.833860758588898</c:v>
                </c:pt>
                <c:pt idx="1055">
                  <c:v>1.8208308206476671</c:v>
                </c:pt>
                <c:pt idx="1056">
                  <c:v>1.8088949663615019</c:v>
                </c:pt>
                <c:pt idx="1057">
                  <c:v>1.7988155872667451</c:v>
                </c:pt>
                <c:pt idx="1058">
                  <c:v>1.7973095334488589</c:v>
                </c:pt>
                <c:pt idx="1059">
                  <c:v>1.8009225602500309</c:v>
                </c:pt>
                <c:pt idx="1060">
                  <c:v>1.801141067881761</c:v>
                </c:pt>
                <c:pt idx="1061">
                  <c:v>1.796871779408826</c:v>
                </c:pt>
                <c:pt idx="1062">
                  <c:v>1.7879511988357351</c:v>
                </c:pt>
                <c:pt idx="1063">
                  <c:v>1.7757053256636179</c:v>
                </c:pt>
                <c:pt idx="1064">
                  <c:v>1.762184606956374</c:v>
                </c:pt>
                <c:pt idx="1065">
                  <c:v>1.74774934925395</c:v>
                </c:pt>
                <c:pt idx="1066">
                  <c:v>1.732952742039465</c:v>
                </c:pt>
                <c:pt idx="1067">
                  <c:v>1.718447406916451</c:v>
                </c:pt>
                <c:pt idx="1068">
                  <c:v>1.7041277882330641</c:v>
                </c:pt>
                <c:pt idx="1069">
                  <c:v>1.690989851002054</c:v>
                </c:pt>
                <c:pt idx="1070">
                  <c:v>1.6810502925813999</c:v>
                </c:pt>
                <c:pt idx="1071">
                  <c:v>1.671517417210074</c:v>
                </c:pt>
                <c:pt idx="1072">
                  <c:v>1.659716805046541</c:v>
                </c:pt>
                <c:pt idx="1073">
                  <c:v>1.6461874992672501</c:v>
                </c:pt>
                <c:pt idx="1074">
                  <c:v>1.6326370651960029</c:v>
                </c:pt>
                <c:pt idx="1075">
                  <c:v>1.6226778839084841</c:v>
                </c:pt>
                <c:pt idx="1076">
                  <c:v>1.6169538022137351</c:v>
                </c:pt>
                <c:pt idx="1077">
                  <c:v>1.6091991034188351</c:v>
                </c:pt>
                <c:pt idx="1078">
                  <c:v>1.599492913240246</c:v>
                </c:pt>
                <c:pt idx="1079">
                  <c:v>1.5964273464374059</c:v>
                </c:pt>
                <c:pt idx="1080">
                  <c:v>1.59915536690036</c:v>
                </c:pt>
                <c:pt idx="1081">
                  <c:v>1.599897539358393</c:v>
                </c:pt>
                <c:pt idx="1082">
                  <c:v>1.5959490740065649</c:v>
                </c:pt>
                <c:pt idx="1083">
                  <c:v>1.5877713391378081</c:v>
                </c:pt>
                <c:pt idx="1084">
                  <c:v>1.576823934414932</c:v>
                </c:pt>
                <c:pt idx="1085">
                  <c:v>1.5641669823625211</c:v>
                </c:pt>
                <c:pt idx="1086">
                  <c:v>1.551063764226952</c:v>
                </c:pt>
                <c:pt idx="1087">
                  <c:v>1.537980281158345</c:v>
                </c:pt>
                <c:pt idx="1088">
                  <c:v>1.5249489798731251</c:v>
                </c:pt>
                <c:pt idx="1089">
                  <c:v>1.512846315393753</c:v>
                </c:pt>
                <c:pt idx="1090">
                  <c:v>1.500602042676592</c:v>
                </c:pt>
                <c:pt idx="1091">
                  <c:v>1.4881829519013841</c:v>
                </c:pt>
                <c:pt idx="1092">
                  <c:v>1.4763968782655299</c:v>
                </c:pt>
                <c:pt idx="1093">
                  <c:v>1.4669275773089561</c:v>
                </c:pt>
                <c:pt idx="1094">
                  <c:v>1.460090488068438</c:v>
                </c:pt>
                <c:pt idx="1095">
                  <c:v>1.4519432006534889</c:v>
                </c:pt>
                <c:pt idx="1096">
                  <c:v>1.441971727719479</c:v>
                </c:pt>
                <c:pt idx="1097">
                  <c:v>1.4313503472487199</c:v>
                </c:pt>
                <c:pt idx="1098">
                  <c:v>1.421834114766759</c:v>
                </c:pt>
                <c:pt idx="1099">
                  <c:v>1.4273445360253201</c:v>
                </c:pt>
                <c:pt idx="1100">
                  <c:v>1.4907841852366179</c:v>
                </c:pt>
                <c:pt idx="1101">
                  <c:v>1.605061553621042</c:v>
                </c:pt>
                <c:pt idx="1102">
                  <c:v>1.71285197435771</c:v>
                </c:pt>
                <c:pt idx="1103">
                  <c:v>1.775402812187667</c:v>
                </c:pt>
                <c:pt idx="1104">
                  <c:v>1.803817716970388</c:v>
                </c:pt>
                <c:pt idx="1105">
                  <c:v>1.812002316066295</c:v>
                </c:pt>
                <c:pt idx="1106">
                  <c:v>1.808264311839143</c:v>
                </c:pt>
                <c:pt idx="1107">
                  <c:v>1.7978053503490721</c:v>
                </c:pt>
                <c:pt idx="1108">
                  <c:v>1.784135591906562</c:v>
                </c:pt>
                <c:pt idx="1109">
                  <c:v>1.7690974331685609</c:v>
                </c:pt>
                <c:pt idx="1110">
                  <c:v>1.753534259698569</c:v>
                </c:pt>
                <c:pt idx="1111">
                  <c:v>1.7380858296992729</c:v>
                </c:pt>
                <c:pt idx="1112">
                  <c:v>1.7233849782036521</c:v>
                </c:pt>
                <c:pt idx="1113">
                  <c:v>1.710321394307168</c:v>
                </c:pt>
                <c:pt idx="1114">
                  <c:v>1.700303525018559</c:v>
                </c:pt>
                <c:pt idx="1115">
                  <c:v>1.6932846239309061</c:v>
                </c:pt>
                <c:pt idx="1116">
                  <c:v>1.688411619396508</c:v>
                </c:pt>
                <c:pt idx="1117">
                  <c:v>1.68467073402275</c:v>
                </c:pt>
                <c:pt idx="1118">
                  <c:v>1.679237033376795</c:v>
                </c:pt>
                <c:pt idx="1119">
                  <c:v>1.669736923813435</c:v>
                </c:pt>
                <c:pt idx="1120">
                  <c:v>1.6570965525933641</c:v>
                </c:pt>
                <c:pt idx="1121">
                  <c:v>1.6429450290328509</c:v>
                </c:pt>
                <c:pt idx="1122">
                  <c:v>1.6285565554813111</c:v>
                </c:pt>
                <c:pt idx="1123">
                  <c:v>1.6168100550003759</c:v>
                </c:pt>
                <c:pt idx="1124">
                  <c:v>1.616216696268749</c:v>
                </c:pt>
                <c:pt idx="1125">
                  <c:v>1.6332810018493249</c:v>
                </c:pt>
                <c:pt idx="1126">
                  <c:v>1.6440824490015289</c:v>
                </c:pt>
                <c:pt idx="1127">
                  <c:v>1.643000308334591</c:v>
                </c:pt>
                <c:pt idx="1128">
                  <c:v>1.6341130880779891</c:v>
                </c:pt>
                <c:pt idx="1129">
                  <c:v>1.6220436713540169</c:v>
                </c:pt>
                <c:pt idx="1130">
                  <c:v>1.611326473322674</c:v>
                </c:pt>
                <c:pt idx="1131">
                  <c:v>1.6006990334869149</c:v>
                </c:pt>
                <c:pt idx="1132">
                  <c:v>1.588342821515504</c:v>
                </c:pt>
                <c:pt idx="1133">
                  <c:v>1.5755855274015289</c:v>
                </c:pt>
                <c:pt idx="1134">
                  <c:v>1.568362391790816</c:v>
                </c:pt>
                <c:pt idx="1135">
                  <c:v>1.5704275986943541</c:v>
                </c:pt>
                <c:pt idx="1136">
                  <c:v>1.5741549270902211</c:v>
                </c:pt>
                <c:pt idx="1137">
                  <c:v>1.573358527491483</c:v>
                </c:pt>
                <c:pt idx="1138">
                  <c:v>1.566314581835865</c:v>
                </c:pt>
                <c:pt idx="1139">
                  <c:v>1.555579841231731</c:v>
                </c:pt>
                <c:pt idx="1140">
                  <c:v>1.5435672816071451</c:v>
                </c:pt>
                <c:pt idx="1141">
                  <c:v>1.531440278807102</c:v>
                </c:pt>
                <c:pt idx="1142">
                  <c:v>1.521762317640726</c:v>
                </c:pt>
                <c:pt idx="1143">
                  <c:v>1.519304543617902</c:v>
                </c:pt>
                <c:pt idx="1144">
                  <c:v>1.524973847386206</c:v>
                </c:pt>
                <c:pt idx="1145">
                  <c:v>1.5361695974779961</c:v>
                </c:pt>
                <c:pt idx="1146">
                  <c:v>1.563683662867789</c:v>
                </c:pt>
                <c:pt idx="1147">
                  <c:v>1.6290921692814311</c:v>
                </c:pt>
                <c:pt idx="1148">
                  <c:v>1.714900636285823</c:v>
                </c:pt>
                <c:pt idx="1149">
                  <c:v>1.8086763437894171</c:v>
                </c:pt>
                <c:pt idx="1150">
                  <c:v>1.899461654201464</c:v>
                </c:pt>
                <c:pt idx="1151">
                  <c:v>1.9836343650506529</c:v>
                </c:pt>
                <c:pt idx="1152">
                  <c:v>2.0396528701892298</c:v>
                </c:pt>
                <c:pt idx="1153">
                  <c:v>2.0800758849639829</c:v>
                </c:pt>
                <c:pt idx="1154">
                  <c:v>2.11228150550629</c:v>
                </c:pt>
                <c:pt idx="1155">
                  <c:v>2.1319994987240238</c:v>
                </c:pt>
                <c:pt idx="1156">
                  <c:v>2.1376765418693391</c:v>
                </c:pt>
                <c:pt idx="1157">
                  <c:v>2.1341173251707719</c:v>
                </c:pt>
                <c:pt idx="1158">
                  <c:v>2.1261943631625031</c:v>
                </c:pt>
                <c:pt idx="1159">
                  <c:v>2.1150563716800388</c:v>
                </c:pt>
                <c:pt idx="1160">
                  <c:v>2.1013388753557729</c:v>
                </c:pt>
                <c:pt idx="1161">
                  <c:v>2.086888388164239</c:v>
                </c:pt>
                <c:pt idx="1162">
                  <c:v>2.0703068999917789</c:v>
                </c:pt>
                <c:pt idx="1163">
                  <c:v>2.0520494101224731</c:v>
                </c:pt>
                <c:pt idx="1164">
                  <c:v>2.033398750752561</c:v>
                </c:pt>
                <c:pt idx="1165">
                  <c:v>2.015450446678833</c:v>
                </c:pt>
                <c:pt idx="1166">
                  <c:v>1.9988124584268561</c:v>
                </c:pt>
                <c:pt idx="1167">
                  <c:v>1.9836270162908729</c:v>
                </c:pt>
                <c:pt idx="1168">
                  <c:v>1.969866287606638</c:v>
                </c:pt>
                <c:pt idx="1169">
                  <c:v>1.9573941108994191</c:v>
                </c:pt>
                <c:pt idx="1170">
                  <c:v>1.946099752514997</c:v>
                </c:pt>
                <c:pt idx="1171">
                  <c:v>1.9358916200090741</c:v>
                </c:pt>
                <c:pt idx="1172">
                  <c:v>1.9265707780993659</c:v>
                </c:pt>
                <c:pt idx="1173">
                  <c:v>1.917892980054859</c:v>
                </c:pt>
                <c:pt idx="1174">
                  <c:v>1.911475709187749</c:v>
                </c:pt>
                <c:pt idx="1175">
                  <c:v>1.9045463712887321</c:v>
                </c:pt>
                <c:pt idx="1176">
                  <c:v>1.8981988273971211</c:v>
                </c:pt>
                <c:pt idx="1177">
                  <c:v>1.890346044428779</c:v>
                </c:pt>
                <c:pt idx="1178">
                  <c:v>1.8838046235902079</c:v>
                </c:pt>
                <c:pt idx="1179">
                  <c:v>1.89508733911729</c:v>
                </c:pt>
                <c:pt idx="1180">
                  <c:v>1.9602299251615021</c:v>
                </c:pt>
                <c:pt idx="1181">
                  <c:v>2.1131608893684768</c:v>
                </c:pt>
                <c:pt idx="1182">
                  <c:v>2.3125866397958168</c:v>
                </c:pt>
                <c:pt idx="1183">
                  <c:v>2.5074444904191382</c:v>
                </c:pt>
                <c:pt idx="1184">
                  <c:v>2.683172638661977</c:v>
                </c:pt>
                <c:pt idx="1185">
                  <c:v>2.815897828472798</c:v>
                </c:pt>
                <c:pt idx="1186">
                  <c:v>2.9061384631986211</c:v>
                </c:pt>
                <c:pt idx="1187">
                  <c:v>2.9643293244909148</c:v>
                </c:pt>
                <c:pt idx="1188">
                  <c:v>2.999469452494643</c:v>
                </c:pt>
                <c:pt idx="1189">
                  <c:v>3.018090559238495</c:v>
                </c:pt>
                <c:pt idx="1190">
                  <c:v>3.025065127970501</c:v>
                </c:pt>
                <c:pt idx="1191">
                  <c:v>3.0237788767521132</c:v>
                </c:pt>
                <c:pt idx="1192">
                  <c:v>3.0166414134658708</c:v>
                </c:pt>
                <c:pt idx="1193">
                  <c:v>3.0056610312456851</c:v>
                </c:pt>
                <c:pt idx="1194">
                  <c:v>2.992077860997584</c:v>
                </c:pt>
                <c:pt idx="1195">
                  <c:v>2.976591037809738</c:v>
                </c:pt>
                <c:pt idx="1196">
                  <c:v>2.9593991118048222</c:v>
                </c:pt>
                <c:pt idx="1197">
                  <c:v>2.9406903560073419</c:v>
                </c:pt>
                <c:pt idx="1198">
                  <c:v>2.920807121580772</c:v>
                </c:pt>
                <c:pt idx="1199">
                  <c:v>2.8999963340258468</c:v>
                </c:pt>
                <c:pt idx="1200">
                  <c:v>2.8788804949406099</c:v>
                </c:pt>
                <c:pt idx="1201">
                  <c:v>2.858236959453019</c:v>
                </c:pt>
                <c:pt idx="1202">
                  <c:v>2.838563065381444</c:v>
                </c:pt>
                <c:pt idx="1203">
                  <c:v>2.8200241700152242</c:v>
                </c:pt>
                <c:pt idx="1204">
                  <c:v>2.802681231034712</c:v>
                </c:pt>
                <c:pt idx="1205">
                  <c:v>2.7863637933908949</c:v>
                </c:pt>
                <c:pt idx="1206">
                  <c:v>2.7698054822804958</c:v>
                </c:pt>
                <c:pt idx="1207">
                  <c:v>2.7526051051596938</c:v>
                </c:pt>
                <c:pt idx="1208">
                  <c:v>2.734939473829443</c:v>
                </c:pt>
                <c:pt idx="1209">
                  <c:v>2.717273104429605</c:v>
                </c:pt>
                <c:pt idx="1210">
                  <c:v>2.703556135273832</c:v>
                </c:pt>
                <c:pt idx="1211">
                  <c:v>2.7000234789019002</c:v>
                </c:pt>
                <c:pt idx="1212">
                  <c:v>2.705064518006087</c:v>
                </c:pt>
                <c:pt idx="1213">
                  <c:v>2.7186983615237872</c:v>
                </c:pt>
                <c:pt idx="1214">
                  <c:v>2.736768358511565</c:v>
                </c:pt>
                <c:pt idx="1215">
                  <c:v>2.7527973822737528</c:v>
                </c:pt>
                <c:pt idx="1216">
                  <c:v>2.7661480838921251</c:v>
                </c:pt>
                <c:pt idx="1217">
                  <c:v>2.7726882330577092</c:v>
                </c:pt>
                <c:pt idx="1218">
                  <c:v>2.7710399389131819</c:v>
                </c:pt>
                <c:pt idx="1219">
                  <c:v>2.7641800386959612</c:v>
                </c:pt>
                <c:pt idx="1220">
                  <c:v>2.7539741534130018</c:v>
                </c:pt>
                <c:pt idx="1221">
                  <c:v>2.7419058052682779</c:v>
                </c:pt>
                <c:pt idx="1222">
                  <c:v>2.726564375368294</c:v>
                </c:pt>
                <c:pt idx="1223">
                  <c:v>2.70836172619097</c:v>
                </c:pt>
                <c:pt idx="1224">
                  <c:v>2.6889004274812769</c:v>
                </c:pt>
                <c:pt idx="1225">
                  <c:v>2.6695110707159642</c:v>
                </c:pt>
                <c:pt idx="1226">
                  <c:v>2.6500963484090381</c:v>
                </c:pt>
                <c:pt idx="1227">
                  <c:v>2.630292186471372</c:v>
                </c:pt>
                <c:pt idx="1228">
                  <c:v>2.6099180908573749</c:v>
                </c:pt>
                <c:pt idx="1229">
                  <c:v>2.5890530548607789</c:v>
                </c:pt>
                <c:pt idx="1230">
                  <c:v>2.5696598042987251</c:v>
                </c:pt>
                <c:pt idx="1231">
                  <c:v>2.5629050842108621</c:v>
                </c:pt>
                <c:pt idx="1232">
                  <c:v>2.5835191824091082</c:v>
                </c:pt>
                <c:pt idx="1233">
                  <c:v>2.6154350893668998</c:v>
                </c:pt>
                <c:pt idx="1234">
                  <c:v>2.638878877884931</c:v>
                </c:pt>
                <c:pt idx="1235">
                  <c:v>2.6489831702567712</c:v>
                </c:pt>
                <c:pt idx="1236">
                  <c:v>2.6488717536984541</c:v>
                </c:pt>
                <c:pt idx="1237">
                  <c:v>2.642859173379744</c:v>
                </c:pt>
                <c:pt idx="1238">
                  <c:v>2.633788025481739</c:v>
                </c:pt>
                <c:pt idx="1239">
                  <c:v>2.621575456257677</c:v>
                </c:pt>
                <c:pt idx="1240">
                  <c:v>2.6056505661649219</c:v>
                </c:pt>
                <c:pt idx="1241">
                  <c:v>2.5874193932984779</c:v>
                </c:pt>
                <c:pt idx="1242">
                  <c:v>2.568515836791847</c:v>
                </c:pt>
                <c:pt idx="1243">
                  <c:v>2.5493454210670521</c:v>
                </c:pt>
                <c:pt idx="1244">
                  <c:v>2.5297140602299448</c:v>
                </c:pt>
                <c:pt idx="1245">
                  <c:v>2.5099543765123031</c:v>
                </c:pt>
                <c:pt idx="1246">
                  <c:v>2.4907822060257661</c:v>
                </c:pt>
                <c:pt idx="1247">
                  <c:v>2.4726828386162469</c:v>
                </c:pt>
                <c:pt idx="1248">
                  <c:v>2.4554979001443882</c:v>
                </c:pt>
                <c:pt idx="1249">
                  <c:v>2.4427815969562121</c:v>
                </c:pt>
                <c:pt idx="1250">
                  <c:v>2.453140707911484</c:v>
                </c:pt>
                <c:pt idx="1251">
                  <c:v>2.508307182235741</c:v>
                </c:pt>
                <c:pt idx="1252">
                  <c:v>2.6139043585294912</c:v>
                </c:pt>
                <c:pt idx="1253">
                  <c:v>2.7567536772236738</c:v>
                </c:pt>
                <c:pt idx="1254">
                  <c:v>2.915181733268116</c:v>
                </c:pt>
                <c:pt idx="1255">
                  <c:v>3.0747575863774399</c:v>
                </c:pt>
                <c:pt idx="1256">
                  <c:v>3.228230810992387</c:v>
                </c:pt>
                <c:pt idx="1257">
                  <c:v>3.3674734079713868</c:v>
                </c:pt>
                <c:pt idx="1258">
                  <c:v>3.4838128514627038</c:v>
                </c:pt>
                <c:pt idx="1259">
                  <c:v>3.5687597316686568</c:v>
                </c:pt>
                <c:pt idx="1260">
                  <c:v>3.6274634776373929</c:v>
                </c:pt>
                <c:pt idx="1261">
                  <c:v>3.667736318514593</c:v>
                </c:pt>
                <c:pt idx="1262">
                  <c:v>3.695224357011015</c:v>
                </c:pt>
                <c:pt idx="1263">
                  <c:v>3.7137875802687872</c:v>
                </c:pt>
                <c:pt idx="1264">
                  <c:v>3.726040817721306</c:v>
                </c:pt>
                <c:pt idx="1265">
                  <c:v>3.7329708647225401</c:v>
                </c:pt>
                <c:pt idx="1266">
                  <c:v>3.7356745562960811</c:v>
                </c:pt>
                <c:pt idx="1267">
                  <c:v>3.7353406125512891</c:v>
                </c:pt>
                <c:pt idx="1268">
                  <c:v>3.7316760031434759</c:v>
                </c:pt>
                <c:pt idx="1269">
                  <c:v>3.7249487704680471</c:v>
                </c:pt>
                <c:pt idx="1270">
                  <c:v>3.715858949328767</c:v>
                </c:pt>
                <c:pt idx="1271">
                  <c:v>3.7039975954292998</c:v>
                </c:pt>
                <c:pt idx="1272">
                  <c:v>3.689213949912185</c:v>
                </c:pt>
                <c:pt idx="1273">
                  <c:v>3.671914007515872</c:v>
                </c:pt>
                <c:pt idx="1274">
                  <c:v>3.652122065353312</c:v>
                </c:pt>
                <c:pt idx="1275">
                  <c:v>3.6305713032623901</c:v>
                </c:pt>
                <c:pt idx="1276">
                  <c:v>3.608549024397596</c:v>
                </c:pt>
                <c:pt idx="1277">
                  <c:v>3.5867295459287751</c:v>
                </c:pt>
                <c:pt idx="1278">
                  <c:v>3.566257009021319</c:v>
                </c:pt>
                <c:pt idx="1279">
                  <c:v>3.5469170946817292</c:v>
                </c:pt>
                <c:pt idx="1280">
                  <c:v>3.5260320585482332</c:v>
                </c:pt>
                <c:pt idx="1281">
                  <c:v>3.5045121029376509</c:v>
                </c:pt>
                <c:pt idx="1282">
                  <c:v>3.4870881492282022</c:v>
                </c:pt>
                <c:pt idx="1283">
                  <c:v>3.4790580844675429</c:v>
                </c:pt>
                <c:pt idx="1284">
                  <c:v>3.4799998644939278</c:v>
                </c:pt>
                <c:pt idx="1285">
                  <c:v>3.4813866321104241</c:v>
                </c:pt>
                <c:pt idx="1286">
                  <c:v>3.4775956052485779</c:v>
                </c:pt>
                <c:pt idx="1287">
                  <c:v>3.468927201917571</c:v>
                </c:pt>
                <c:pt idx="1288">
                  <c:v>3.456331118779993</c:v>
                </c:pt>
                <c:pt idx="1289">
                  <c:v>3.441028184546485</c:v>
                </c:pt>
                <c:pt idx="1290">
                  <c:v>3.4238350370035961</c:v>
                </c:pt>
                <c:pt idx="1291">
                  <c:v>3.4050376925678392</c:v>
                </c:pt>
                <c:pt idx="1292">
                  <c:v>3.384869025605493</c:v>
                </c:pt>
                <c:pt idx="1293">
                  <c:v>3.363840321396522</c:v>
                </c:pt>
                <c:pt idx="1294">
                  <c:v>3.3422517266271439</c:v>
                </c:pt>
                <c:pt idx="1295">
                  <c:v>3.3199652581644412</c:v>
                </c:pt>
                <c:pt idx="1296">
                  <c:v>3.297002768382792</c:v>
                </c:pt>
                <c:pt idx="1297">
                  <c:v>3.2738983140983788</c:v>
                </c:pt>
                <c:pt idx="1298">
                  <c:v>3.2514952750158561</c:v>
                </c:pt>
                <c:pt idx="1299">
                  <c:v>3.2297097168359818</c:v>
                </c:pt>
                <c:pt idx="1300">
                  <c:v>3.207711940108255</c:v>
                </c:pt>
                <c:pt idx="1301">
                  <c:v>3.1857563283923551</c:v>
                </c:pt>
                <c:pt idx="1302">
                  <c:v>3.163253788538678</c:v>
                </c:pt>
                <c:pt idx="1303">
                  <c:v>3.1398089067160231</c:v>
                </c:pt>
                <c:pt idx="1304">
                  <c:v>3.1160388016727349</c:v>
                </c:pt>
                <c:pt idx="1305">
                  <c:v>3.092540392505005</c:v>
                </c:pt>
                <c:pt idx="1306">
                  <c:v>3.0690143197215551</c:v>
                </c:pt>
                <c:pt idx="1307">
                  <c:v>3.0448313892744672</c:v>
                </c:pt>
                <c:pt idx="1308">
                  <c:v>3.0204399570831422</c:v>
                </c:pt>
                <c:pt idx="1309">
                  <c:v>2.9965982985682191</c:v>
                </c:pt>
                <c:pt idx="1310">
                  <c:v>2.9731086084187321</c:v>
                </c:pt>
                <c:pt idx="1311">
                  <c:v>2.949718506067855</c:v>
                </c:pt>
                <c:pt idx="1312">
                  <c:v>2.9266815634779091</c:v>
                </c:pt>
                <c:pt idx="1313">
                  <c:v>2.9045056905109501</c:v>
                </c:pt>
                <c:pt idx="1314">
                  <c:v>2.8835214472538011</c:v>
                </c:pt>
                <c:pt idx="1315">
                  <c:v>2.862936823623794</c:v>
                </c:pt>
                <c:pt idx="1316">
                  <c:v>2.8411201460676829</c:v>
                </c:pt>
                <c:pt idx="1317">
                  <c:v>2.8186134581049789</c:v>
                </c:pt>
                <c:pt idx="1318">
                  <c:v>2.7964543802484418</c:v>
                </c:pt>
                <c:pt idx="1319">
                  <c:v>2.775375969635125</c:v>
                </c:pt>
                <c:pt idx="1320">
                  <c:v>2.7557705173027709</c:v>
                </c:pt>
                <c:pt idx="1321">
                  <c:v>2.7375998567737412</c:v>
                </c:pt>
                <c:pt idx="1322">
                  <c:v>2.7208140593328198</c:v>
                </c:pt>
                <c:pt idx="1323">
                  <c:v>2.7053504696639639</c:v>
                </c:pt>
                <c:pt idx="1324">
                  <c:v>2.6900883595766221</c:v>
                </c:pt>
                <c:pt idx="1325">
                  <c:v>2.6740778434704389</c:v>
                </c:pt>
                <c:pt idx="1326">
                  <c:v>2.6569860240540848</c:v>
                </c:pt>
                <c:pt idx="1327">
                  <c:v>2.63900538883528</c:v>
                </c:pt>
                <c:pt idx="1328">
                  <c:v>2.6207200303402649</c:v>
                </c:pt>
                <c:pt idx="1329">
                  <c:v>2.60278592587149</c:v>
                </c:pt>
                <c:pt idx="1330">
                  <c:v>2.5858443080862119</c:v>
                </c:pt>
                <c:pt idx="1331">
                  <c:v>2.5683106107945042</c:v>
                </c:pt>
                <c:pt idx="1332">
                  <c:v>2.549824020805572</c:v>
                </c:pt>
                <c:pt idx="1333">
                  <c:v>2.5310953566735108</c:v>
                </c:pt>
                <c:pt idx="1334">
                  <c:v>2.5125765315029391</c:v>
                </c:pt>
                <c:pt idx="1335">
                  <c:v>2.493908321111908</c:v>
                </c:pt>
                <c:pt idx="1336">
                  <c:v>2.478249055636367</c:v>
                </c:pt>
                <c:pt idx="1337">
                  <c:v>2.466393926940504</c:v>
                </c:pt>
                <c:pt idx="1338">
                  <c:v>2.456650225892214</c:v>
                </c:pt>
                <c:pt idx="1339">
                  <c:v>2.4493052361444589</c:v>
                </c:pt>
                <c:pt idx="1340">
                  <c:v>2.4430606955307268</c:v>
                </c:pt>
                <c:pt idx="1341">
                  <c:v>2.4356407446989601</c:v>
                </c:pt>
                <c:pt idx="1342">
                  <c:v>2.4259320286464989</c:v>
                </c:pt>
                <c:pt idx="1343">
                  <c:v>2.4143522411899818</c:v>
                </c:pt>
                <c:pt idx="1344">
                  <c:v>2.4017372204239971</c:v>
                </c:pt>
                <c:pt idx="1345">
                  <c:v>2.3870529848148592</c:v>
                </c:pt>
                <c:pt idx="1346">
                  <c:v>2.3706298855369838</c:v>
                </c:pt>
                <c:pt idx="1347">
                  <c:v>2.3523743749689481</c:v>
                </c:pt>
                <c:pt idx="1348">
                  <c:v>2.332943928044632</c:v>
                </c:pt>
                <c:pt idx="1349">
                  <c:v>2.3129137919912242</c:v>
                </c:pt>
                <c:pt idx="1350">
                  <c:v>2.29271725640616</c:v>
                </c:pt>
                <c:pt idx="1351">
                  <c:v>2.2724819138678458</c:v>
                </c:pt>
                <c:pt idx="1352">
                  <c:v>2.251976951485358</c:v>
                </c:pt>
                <c:pt idx="1353">
                  <c:v>2.2318709171399411</c:v>
                </c:pt>
                <c:pt idx="1354">
                  <c:v>2.2127594094915861</c:v>
                </c:pt>
                <c:pt idx="1355">
                  <c:v>2.1948937566265849</c:v>
                </c:pt>
                <c:pt idx="1356">
                  <c:v>2.178440506212548</c:v>
                </c:pt>
                <c:pt idx="1357">
                  <c:v>2.1634388426443518</c:v>
                </c:pt>
                <c:pt idx="1358">
                  <c:v>2.1493904185673758</c:v>
                </c:pt>
                <c:pt idx="1359">
                  <c:v>2.1360881687243962</c:v>
                </c:pt>
                <c:pt idx="1360">
                  <c:v>2.123624278901254</c:v>
                </c:pt>
                <c:pt idx="1361">
                  <c:v>2.1118453529210708</c:v>
                </c:pt>
                <c:pt idx="1362">
                  <c:v>2.1006695292594388</c:v>
                </c:pt>
                <c:pt idx="1363">
                  <c:v>2.093730899086931</c:v>
                </c:pt>
                <c:pt idx="1364">
                  <c:v>2.0919223045332611</c:v>
                </c:pt>
                <c:pt idx="1365">
                  <c:v>2.0888557360958799</c:v>
                </c:pt>
                <c:pt idx="1366">
                  <c:v>2.0827446526620261</c:v>
                </c:pt>
                <c:pt idx="1367">
                  <c:v>2.0719462463354619</c:v>
                </c:pt>
                <c:pt idx="1368">
                  <c:v>2.0578409458522531</c:v>
                </c:pt>
                <c:pt idx="1369">
                  <c:v>2.0422499222020449</c:v>
                </c:pt>
                <c:pt idx="1370">
                  <c:v>2.025650852695815</c:v>
                </c:pt>
                <c:pt idx="1371">
                  <c:v>2.008530336283624</c:v>
                </c:pt>
                <c:pt idx="1372">
                  <c:v>1.991505430164721</c:v>
                </c:pt>
                <c:pt idx="1373">
                  <c:v>1.975022117796956</c:v>
                </c:pt>
                <c:pt idx="1374">
                  <c:v>1.9586051307536529</c:v>
                </c:pt>
                <c:pt idx="1375">
                  <c:v>1.941940514953604</c:v>
                </c:pt>
                <c:pt idx="1376">
                  <c:v>1.925520458129296</c:v>
                </c:pt>
                <c:pt idx="1377">
                  <c:v>1.9099048295938219</c:v>
                </c:pt>
                <c:pt idx="1378">
                  <c:v>1.895459836952641</c:v>
                </c:pt>
                <c:pt idx="1379">
                  <c:v>1.8823586249582021</c:v>
                </c:pt>
                <c:pt idx="1380">
                  <c:v>1.870136379436667</c:v>
                </c:pt>
                <c:pt idx="1381">
                  <c:v>1.858207038279176</c:v>
                </c:pt>
                <c:pt idx="1382">
                  <c:v>1.8457969806736121</c:v>
                </c:pt>
                <c:pt idx="1383">
                  <c:v>1.8330368312922669</c:v>
                </c:pt>
                <c:pt idx="1384">
                  <c:v>1.8213010740012769</c:v>
                </c:pt>
                <c:pt idx="1385">
                  <c:v>1.820899302959007</c:v>
                </c:pt>
                <c:pt idx="1386">
                  <c:v>1.843412784816606</c:v>
                </c:pt>
                <c:pt idx="1387">
                  <c:v>1.8771127190722181</c:v>
                </c:pt>
                <c:pt idx="1388">
                  <c:v>1.9095647209522599</c:v>
                </c:pt>
                <c:pt idx="1389">
                  <c:v>1.9274165112670929</c:v>
                </c:pt>
                <c:pt idx="1390">
                  <c:v>1.9305078163732949</c:v>
                </c:pt>
                <c:pt idx="1391">
                  <c:v>1.9251237327330359</c:v>
                </c:pt>
                <c:pt idx="1392">
                  <c:v>1.914477224420037</c:v>
                </c:pt>
                <c:pt idx="1393">
                  <c:v>1.9000320269481159</c:v>
                </c:pt>
                <c:pt idx="1394">
                  <c:v>1.883849566682442</c:v>
                </c:pt>
                <c:pt idx="1395">
                  <c:v>1.86759122770832</c:v>
                </c:pt>
                <c:pt idx="1396">
                  <c:v>1.8522492399991839</c:v>
                </c:pt>
                <c:pt idx="1397">
                  <c:v>1.8382883273114881</c:v>
                </c:pt>
                <c:pt idx="1398">
                  <c:v>1.825177993667785</c:v>
                </c:pt>
                <c:pt idx="1399">
                  <c:v>1.8123734314564099</c:v>
                </c:pt>
                <c:pt idx="1400">
                  <c:v>1.800040542463089</c:v>
                </c:pt>
                <c:pt idx="1401">
                  <c:v>1.7883608815761241</c:v>
                </c:pt>
                <c:pt idx="1402">
                  <c:v>1.777337878816849</c:v>
                </c:pt>
                <c:pt idx="1403">
                  <c:v>1.7676858905433981</c:v>
                </c:pt>
                <c:pt idx="1404">
                  <c:v>1.771909807375128</c:v>
                </c:pt>
                <c:pt idx="1405">
                  <c:v>1.8439644156818551</c:v>
                </c:pt>
                <c:pt idx="1406">
                  <c:v>2.033084249654221</c:v>
                </c:pt>
                <c:pt idx="1407">
                  <c:v>2.2663249449402878</c:v>
                </c:pt>
                <c:pt idx="1408">
                  <c:v>2.4541375068420188</c:v>
                </c:pt>
                <c:pt idx="1409">
                  <c:v>2.5746896788537561</c:v>
                </c:pt>
                <c:pt idx="1410">
                  <c:v>2.6465550556337449</c:v>
                </c:pt>
                <c:pt idx="1411">
                  <c:v>2.687451007479789</c:v>
                </c:pt>
                <c:pt idx="1412">
                  <c:v>2.7080698033571511</c:v>
                </c:pt>
                <c:pt idx="1413">
                  <c:v>2.7152956131219632</c:v>
                </c:pt>
                <c:pt idx="1414">
                  <c:v>2.71366977033103</c:v>
                </c:pt>
                <c:pt idx="1415">
                  <c:v>2.7060604377496702</c:v>
                </c:pt>
                <c:pt idx="1416">
                  <c:v>2.6942729730628381</c:v>
                </c:pt>
                <c:pt idx="1417">
                  <c:v>2.6796181435269961</c:v>
                </c:pt>
                <c:pt idx="1418">
                  <c:v>2.662776839344104</c:v>
                </c:pt>
                <c:pt idx="1419">
                  <c:v>2.6440724663217479</c:v>
                </c:pt>
                <c:pt idx="1420">
                  <c:v>2.6245509137085339</c:v>
                </c:pt>
                <c:pt idx="1421">
                  <c:v>2.604939115601677</c:v>
                </c:pt>
                <c:pt idx="1422">
                  <c:v>2.5851297744229091</c:v>
                </c:pt>
                <c:pt idx="1423">
                  <c:v>2.5652159964889978</c:v>
                </c:pt>
                <c:pt idx="1424">
                  <c:v>2.5457922242754241</c:v>
                </c:pt>
                <c:pt idx="1425">
                  <c:v>2.5265887086071821</c:v>
                </c:pt>
                <c:pt idx="1426">
                  <c:v>2.507571425784155</c:v>
                </c:pt>
                <c:pt idx="1427">
                  <c:v>2.4892113015901649</c:v>
                </c:pt>
                <c:pt idx="1428">
                  <c:v>2.4740802222817959</c:v>
                </c:pt>
                <c:pt idx="1429">
                  <c:v>2.464844721981418</c:v>
                </c:pt>
                <c:pt idx="1430">
                  <c:v>2.459570276051132</c:v>
                </c:pt>
                <c:pt idx="1431">
                  <c:v>2.450764545795221</c:v>
                </c:pt>
                <c:pt idx="1432">
                  <c:v>2.437383728531739</c:v>
                </c:pt>
                <c:pt idx="1433">
                  <c:v>2.4214675907217158</c:v>
                </c:pt>
                <c:pt idx="1434">
                  <c:v>2.4065538223875769</c:v>
                </c:pt>
                <c:pt idx="1435">
                  <c:v>2.398360505447235</c:v>
                </c:pt>
                <c:pt idx="1436">
                  <c:v>2.394933985429192</c:v>
                </c:pt>
                <c:pt idx="1437">
                  <c:v>2.3874169729829751</c:v>
                </c:pt>
                <c:pt idx="1438">
                  <c:v>2.3753502882854649</c:v>
                </c:pt>
                <c:pt idx="1439">
                  <c:v>2.363290465872208</c:v>
                </c:pt>
                <c:pt idx="1440">
                  <c:v>2.3558367509098619</c:v>
                </c:pt>
                <c:pt idx="1441">
                  <c:v>2.3456922712704422</c:v>
                </c:pt>
                <c:pt idx="1442">
                  <c:v>2.3311272424813829</c:v>
                </c:pt>
                <c:pt idx="1443">
                  <c:v>2.3138606723940418</c:v>
                </c:pt>
                <c:pt idx="1444">
                  <c:v>2.2954929366925549</c:v>
                </c:pt>
                <c:pt idx="1445">
                  <c:v>2.2771278096647229</c:v>
                </c:pt>
                <c:pt idx="1446">
                  <c:v>2.2592471986184788</c:v>
                </c:pt>
                <c:pt idx="1447">
                  <c:v>2.2429078263565692</c:v>
                </c:pt>
                <c:pt idx="1448">
                  <c:v>2.228284256834498</c:v>
                </c:pt>
                <c:pt idx="1449">
                  <c:v>2.2126761617441879</c:v>
                </c:pt>
                <c:pt idx="1450">
                  <c:v>2.1955651588655538</c:v>
                </c:pt>
                <c:pt idx="1451">
                  <c:v>2.177624230955828</c:v>
                </c:pt>
                <c:pt idx="1452">
                  <c:v>2.1594620752906009</c:v>
                </c:pt>
                <c:pt idx="1453">
                  <c:v>2.1416389843220189</c:v>
                </c:pt>
                <c:pt idx="1454">
                  <c:v>2.1252632391852528</c:v>
                </c:pt>
                <c:pt idx="1455">
                  <c:v>2.1113918335518651</c:v>
                </c:pt>
                <c:pt idx="1456">
                  <c:v>2.0989800837350558</c:v>
                </c:pt>
                <c:pt idx="1457">
                  <c:v>2.0873987461763819</c:v>
                </c:pt>
                <c:pt idx="1458">
                  <c:v>2.077625301947259</c:v>
                </c:pt>
                <c:pt idx="1459">
                  <c:v>2.067090111447901</c:v>
                </c:pt>
                <c:pt idx="1460">
                  <c:v>2.0552929642256981</c:v>
                </c:pt>
                <c:pt idx="1461">
                  <c:v>2.0422931861849891</c:v>
                </c:pt>
                <c:pt idx="1462">
                  <c:v>2.0265537397189242</c:v>
                </c:pt>
                <c:pt idx="1463">
                  <c:v>2.0091546347257512</c:v>
                </c:pt>
                <c:pt idx="1464">
                  <c:v>1.9915483430350429</c:v>
                </c:pt>
                <c:pt idx="1465">
                  <c:v>1.974313639695235</c:v>
                </c:pt>
                <c:pt idx="1466">
                  <c:v>1.957750784174652</c:v>
                </c:pt>
                <c:pt idx="1467">
                  <c:v>1.9430938691229429</c:v>
                </c:pt>
                <c:pt idx="1468">
                  <c:v>1.933232150196095</c:v>
                </c:pt>
                <c:pt idx="1469">
                  <c:v>1.930782660461916</c:v>
                </c:pt>
                <c:pt idx="1470">
                  <c:v>1.9305166431773999</c:v>
                </c:pt>
                <c:pt idx="1471">
                  <c:v>1.924949841350843</c:v>
                </c:pt>
                <c:pt idx="1472">
                  <c:v>1.914125599930238</c:v>
                </c:pt>
                <c:pt idx="1473">
                  <c:v>1.900443207066655</c:v>
                </c:pt>
                <c:pt idx="1474">
                  <c:v>1.8848785532470169</c:v>
                </c:pt>
                <c:pt idx="1475">
                  <c:v>1.8681556828570141</c:v>
                </c:pt>
                <c:pt idx="1476">
                  <c:v>1.8512921440894641</c:v>
                </c:pt>
                <c:pt idx="1477">
                  <c:v>1.8351113287817471</c:v>
                </c:pt>
                <c:pt idx="1478">
                  <c:v>1.8201455746519011</c:v>
                </c:pt>
                <c:pt idx="1479">
                  <c:v>1.806588842376899</c:v>
                </c:pt>
                <c:pt idx="1480">
                  <c:v>1.7945647334436541</c:v>
                </c:pt>
                <c:pt idx="1481">
                  <c:v>1.789322817622665</c:v>
                </c:pt>
                <c:pt idx="1482">
                  <c:v>1.804110185446401</c:v>
                </c:pt>
                <c:pt idx="1483">
                  <c:v>1.8327116930622089</c:v>
                </c:pt>
                <c:pt idx="1484">
                  <c:v>1.857073515756765</c:v>
                </c:pt>
                <c:pt idx="1485">
                  <c:v>1.868931814423153</c:v>
                </c:pt>
                <c:pt idx="1486">
                  <c:v>1.869241044932382</c:v>
                </c:pt>
                <c:pt idx="1487">
                  <c:v>1.864230018718698</c:v>
                </c:pt>
                <c:pt idx="1488">
                  <c:v>1.856047556637765</c:v>
                </c:pt>
                <c:pt idx="1489">
                  <c:v>1.8474853860788409</c:v>
                </c:pt>
                <c:pt idx="1490">
                  <c:v>1.8411255769213639</c:v>
                </c:pt>
                <c:pt idx="1491">
                  <c:v>1.8346478435273801</c:v>
                </c:pt>
                <c:pt idx="1492">
                  <c:v>1.825532678188853</c:v>
                </c:pt>
                <c:pt idx="1493">
                  <c:v>1.812700793676542</c:v>
                </c:pt>
                <c:pt idx="1494">
                  <c:v>1.7973641247593251</c:v>
                </c:pt>
                <c:pt idx="1495">
                  <c:v>1.7811728252832999</c:v>
                </c:pt>
                <c:pt idx="1496">
                  <c:v>1.765238417200492</c:v>
                </c:pt>
                <c:pt idx="1497">
                  <c:v>1.749646305146763</c:v>
                </c:pt>
                <c:pt idx="1498">
                  <c:v>1.734287063968629</c:v>
                </c:pt>
                <c:pt idx="1499">
                  <c:v>1.7192771510763489</c:v>
                </c:pt>
                <c:pt idx="1500">
                  <c:v>1.704939730722268</c:v>
                </c:pt>
                <c:pt idx="1501">
                  <c:v>1.6914833821190951</c:v>
                </c:pt>
                <c:pt idx="1502">
                  <c:v>1.678519479672911</c:v>
                </c:pt>
                <c:pt idx="1503">
                  <c:v>1.666082691039277</c:v>
                </c:pt>
                <c:pt idx="1504">
                  <c:v>1.656284828585046</c:v>
                </c:pt>
                <c:pt idx="1505">
                  <c:v>1.648927789405833</c:v>
                </c:pt>
                <c:pt idx="1506">
                  <c:v>1.644660934545026</c:v>
                </c:pt>
                <c:pt idx="1507">
                  <c:v>1.645084083326827</c:v>
                </c:pt>
                <c:pt idx="1508">
                  <c:v>1.644031340006997</c:v>
                </c:pt>
                <c:pt idx="1509">
                  <c:v>1.637717536907936</c:v>
                </c:pt>
                <c:pt idx="1510">
                  <c:v>1.627125074430678</c:v>
                </c:pt>
                <c:pt idx="1511">
                  <c:v>1.6144616286907489</c:v>
                </c:pt>
                <c:pt idx="1512">
                  <c:v>1.6006316785115291</c:v>
                </c:pt>
                <c:pt idx="1513">
                  <c:v>1.5863818740978779</c:v>
                </c:pt>
                <c:pt idx="1514">
                  <c:v>1.572522560361681</c:v>
                </c:pt>
                <c:pt idx="1515">
                  <c:v>1.5596802793795219</c:v>
                </c:pt>
                <c:pt idx="1516">
                  <c:v>1.548314294013162</c:v>
                </c:pt>
                <c:pt idx="1517">
                  <c:v>1.5378965746545661</c:v>
                </c:pt>
                <c:pt idx="1518">
                  <c:v>1.527061327831071</c:v>
                </c:pt>
                <c:pt idx="1519">
                  <c:v>1.516091944969195</c:v>
                </c:pt>
                <c:pt idx="1520">
                  <c:v>1.506927123864894</c:v>
                </c:pt>
                <c:pt idx="1521">
                  <c:v>1.503046398479202</c:v>
                </c:pt>
                <c:pt idx="1522">
                  <c:v>1.5019305741080951</c:v>
                </c:pt>
                <c:pt idx="1523">
                  <c:v>1.500955316265415</c:v>
                </c:pt>
                <c:pt idx="1524">
                  <c:v>1.497783542192241</c:v>
                </c:pt>
                <c:pt idx="1525">
                  <c:v>1.491294323912802</c:v>
                </c:pt>
                <c:pt idx="1526">
                  <c:v>1.4826182810918</c:v>
                </c:pt>
                <c:pt idx="1527">
                  <c:v>1.4728446121992109</c:v>
                </c:pt>
                <c:pt idx="1528">
                  <c:v>1.4613852192762</c:v>
                </c:pt>
                <c:pt idx="1529">
                  <c:v>1.449572966893254</c:v>
                </c:pt>
                <c:pt idx="1530">
                  <c:v>1.4408588678367029</c:v>
                </c:pt>
                <c:pt idx="1531">
                  <c:v>1.436915452266283</c:v>
                </c:pt>
                <c:pt idx="1532">
                  <c:v>1.4307897030669341</c:v>
                </c:pt>
                <c:pt idx="1533">
                  <c:v>1.421149288405702</c:v>
                </c:pt>
                <c:pt idx="1534">
                  <c:v>1.4096842973864749</c:v>
                </c:pt>
                <c:pt idx="1535">
                  <c:v>1.397968265850837</c:v>
                </c:pt>
                <c:pt idx="1536">
                  <c:v>1.3870497297370641</c:v>
                </c:pt>
                <c:pt idx="1537">
                  <c:v>1.3780253831879139</c:v>
                </c:pt>
                <c:pt idx="1538">
                  <c:v>1.3728186851329769</c:v>
                </c:pt>
                <c:pt idx="1539">
                  <c:v>1.368656184594812</c:v>
                </c:pt>
                <c:pt idx="1540">
                  <c:v>1.3618840126061169</c:v>
                </c:pt>
                <c:pt idx="1541">
                  <c:v>1.353558267786573</c:v>
                </c:pt>
                <c:pt idx="1542">
                  <c:v>1.3486574057445879</c:v>
                </c:pt>
                <c:pt idx="1543">
                  <c:v>1.34765198159208</c:v>
                </c:pt>
                <c:pt idx="1544">
                  <c:v>1.348910270335492</c:v>
                </c:pt>
                <c:pt idx="1545">
                  <c:v>1.3460351846620531</c:v>
                </c:pt>
                <c:pt idx="1546">
                  <c:v>1.3382631375860079</c:v>
                </c:pt>
                <c:pt idx="1547">
                  <c:v>1.327893325322183</c:v>
                </c:pt>
                <c:pt idx="1548">
                  <c:v>1.316921781790007</c:v>
                </c:pt>
                <c:pt idx="1549">
                  <c:v>1.3064883777165279</c:v>
                </c:pt>
                <c:pt idx="1550">
                  <c:v>1.2970938029533281</c:v>
                </c:pt>
              </c:numCache>
            </c:numRef>
          </c:yVal>
          <c:smooth val="1"/>
          <c:extLst>
            <c:ext xmlns:c16="http://schemas.microsoft.com/office/drawing/2014/chart" uri="{C3380CC4-5D6E-409C-BE32-E72D297353CC}">
              <c16:uniqueId val="{00000000-E568-46B4-B116-9A4455D2B2DD}"/>
            </c:ext>
          </c:extLst>
        </c:ser>
        <c:ser>
          <c:idx val="1"/>
          <c:order val="1"/>
          <c:tx>
            <c:strRef>
              <c:f>Sheet2!$D$1</c:f>
              <c:strCache>
                <c:ptCount val="1"/>
                <c:pt idx="0">
                  <c:v>4 mmol/L</c:v>
                </c:pt>
              </c:strCache>
            </c:strRef>
          </c:tx>
          <c:spPr>
            <a:ln w="19050" cap="rnd">
              <a:solidFill>
                <a:srgbClr val="FF0000"/>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Sheet2!$D$2:$D$1552</c:f>
              <c:numCache>
                <c:formatCode>General</c:formatCode>
                <c:ptCount val="1551"/>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pt idx="1536">
                  <c:v>4</c:v>
                </c:pt>
                <c:pt idx="1537">
                  <c:v>4</c:v>
                </c:pt>
                <c:pt idx="1538">
                  <c:v>4</c:v>
                </c:pt>
                <c:pt idx="1539">
                  <c:v>4</c:v>
                </c:pt>
                <c:pt idx="1540">
                  <c:v>4</c:v>
                </c:pt>
                <c:pt idx="1541">
                  <c:v>4</c:v>
                </c:pt>
                <c:pt idx="1542">
                  <c:v>4</c:v>
                </c:pt>
                <c:pt idx="1543">
                  <c:v>4</c:v>
                </c:pt>
                <c:pt idx="1544">
                  <c:v>4</c:v>
                </c:pt>
                <c:pt idx="1545">
                  <c:v>4</c:v>
                </c:pt>
                <c:pt idx="1546">
                  <c:v>4</c:v>
                </c:pt>
                <c:pt idx="1547">
                  <c:v>4</c:v>
                </c:pt>
                <c:pt idx="1548">
                  <c:v>4</c:v>
                </c:pt>
                <c:pt idx="1549">
                  <c:v>4</c:v>
                </c:pt>
                <c:pt idx="1550">
                  <c:v>4</c:v>
                </c:pt>
              </c:numCache>
            </c:numRef>
          </c:yVal>
          <c:smooth val="1"/>
          <c:extLst>
            <c:ext xmlns:c16="http://schemas.microsoft.com/office/drawing/2014/chart" uri="{C3380CC4-5D6E-409C-BE32-E72D297353CC}">
              <c16:uniqueId val="{00000001-E568-46B4-B116-9A4455D2B2DD}"/>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100" baseline="0" dirty="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100" baseline="0" dirty="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92681527385123"/>
          <c:y val="3.7700025060541861E-2"/>
          <c:w val="0.85278206718637217"/>
          <c:h val="0.75995142967984086"/>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Sheet2!$C$2:$C$1552</c:f>
              <c:numCache>
                <c:formatCode>General</c:formatCode>
                <c:ptCount val="1551"/>
                <c:pt idx="0">
                  <c:v>1.2480874035589311</c:v>
                </c:pt>
                <c:pt idx="1">
                  <c:v>1.246484174109707</c:v>
                </c:pt>
                <c:pt idx="2">
                  <c:v>1.244985775291185</c:v>
                </c:pt>
                <c:pt idx="3">
                  <c:v>1.2436068595894809</c:v>
                </c:pt>
                <c:pt idx="4">
                  <c:v>1.242306526371568</c:v>
                </c:pt>
                <c:pt idx="5">
                  <c:v>1.2410607022008</c:v>
                </c:pt>
                <c:pt idx="6">
                  <c:v>1.239854015962665</c:v>
                </c:pt>
                <c:pt idx="7">
                  <c:v>1.2386760827052441</c:v>
                </c:pt>
                <c:pt idx="8">
                  <c:v>1.2375196374816879</c:v>
                </c:pt>
                <c:pt idx="9">
                  <c:v>1.2363794958370291</c:v>
                </c:pt>
                <c:pt idx="10">
                  <c:v>1.235239432284972</c:v>
                </c:pt>
                <c:pt idx="11">
                  <c:v>1.233917967077369</c:v>
                </c:pt>
                <c:pt idx="12">
                  <c:v>1.2321946246892259</c:v>
                </c:pt>
                <c:pt idx="13">
                  <c:v>1.229421504119429</c:v>
                </c:pt>
                <c:pt idx="14">
                  <c:v>1.2257210101169229</c:v>
                </c:pt>
                <c:pt idx="15">
                  <c:v>1.222303706694748</c:v>
                </c:pt>
                <c:pt idx="16">
                  <c:v>1.229313550803554</c:v>
                </c:pt>
                <c:pt idx="17">
                  <c:v>1.286906236054395</c:v>
                </c:pt>
                <c:pt idx="18">
                  <c:v>1.4391854404420159</c:v>
                </c:pt>
                <c:pt idx="19">
                  <c:v>1.6569882063035399</c:v>
                </c:pt>
                <c:pt idx="20">
                  <c:v>1.900132932184935</c:v>
                </c:pt>
                <c:pt idx="21">
                  <c:v>2.1474123034324339</c:v>
                </c:pt>
                <c:pt idx="22">
                  <c:v>2.386062489009309</c:v>
                </c:pt>
                <c:pt idx="23">
                  <c:v>2.6004928384734738</c:v>
                </c:pt>
                <c:pt idx="24">
                  <c:v>2.7697997741904659</c:v>
                </c:pt>
                <c:pt idx="25">
                  <c:v>2.882354844600044</c:v>
                </c:pt>
                <c:pt idx="26">
                  <c:v>2.953051133523215</c:v>
                </c:pt>
                <c:pt idx="27">
                  <c:v>2.997689860579829</c:v>
                </c:pt>
                <c:pt idx="28">
                  <c:v>3.0281613354144592</c:v>
                </c:pt>
                <c:pt idx="29">
                  <c:v>3.051684393465365</c:v>
                </c:pt>
                <c:pt idx="30">
                  <c:v>3.066418167914557</c:v>
                </c:pt>
                <c:pt idx="31">
                  <c:v>3.0707442202144621</c:v>
                </c:pt>
                <c:pt idx="32">
                  <c:v>3.067505383060082</c:v>
                </c:pt>
                <c:pt idx="33">
                  <c:v>3.0594411469869658</c:v>
                </c:pt>
                <c:pt idx="34">
                  <c:v>3.049535092674144</c:v>
                </c:pt>
                <c:pt idx="35">
                  <c:v>3.040101737419044</c:v>
                </c:pt>
                <c:pt idx="36">
                  <c:v>3.0274935456453851</c:v>
                </c:pt>
                <c:pt idx="37">
                  <c:v>3.0113473075032799</c:v>
                </c:pt>
                <c:pt idx="38">
                  <c:v>2.9933713701306259</c:v>
                </c:pt>
                <c:pt idx="39">
                  <c:v>2.9748279151190808</c:v>
                </c:pt>
                <c:pt idx="40">
                  <c:v>2.9596520772798769</c:v>
                </c:pt>
                <c:pt idx="41">
                  <c:v>2.9518836615016499</c:v>
                </c:pt>
                <c:pt idx="42">
                  <c:v>2.9455671712404081</c:v>
                </c:pt>
                <c:pt idx="43">
                  <c:v>2.9348911176773309</c:v>
                </c:pt>
                <c:pt idx="44">
                  <c:v>2.920203928406059</c:v>
                </c:pt>
                <c:pt idx="45">
                  <c:v>2.9035109132965768</c:v>
                </c:pt>
                <c:pt idx="46">
                  <c:v>2.8872541177998081</c:v>
                </c:pt>
                <c:pt idx="47">
                  <c:v>2.8705856299774721</c:v>
                </c:pt>
                <c:pt idx="48">
                  <c:v>2.8516939035332882</c:v>
                </c:pt>
                <c:pt idx="49">
                  <c:v>2.8317538489847278</c:v>
                </c:pt>
                <c:pt idx="50">
                  <c:v>2.814131255328872</c:v>
                </c:pt>
                <c:pt idx="51">
                  <c:v>2.8011636185323119</c:v>
                </c:pt>
                <c:pt idx="52">
                  <c:v>2.7882627545004941</c:v>
                </c:pt>
                <c:pt idx="53">
                  <c:v>2.77389141781204</c:v>
                </c:pt>
                <c:pt idx="54">
                  <c:v>2.75791913604355</c:v>
                </c:pt>
                <c:pt idx="55">
                  <c:v>2.7401920888035538</c:v>
                </c:pt>
                <c:pt idx="56">
                  <c:v>2.7205669964121548</c:v>
                </c:pt>
                <c:pt idx="57">
                  <c:v>2.699931642368858</c:v>
                </c:pt>
                <c:pt idx="58">
                  <c:v>2.679217496615165</c:v>
                </c:pt>
                <c:pt idx="59">
                  <c:v>2.658845677144118</c:v>
                </c:pt>
                <c:pt idx="60">
                  <c:v>2.6399184031209542</c:v>
                </c:pt>
                <c:pt idx="61">
                  <c:v>2.624943873139479</c:v>
                </c:pt>
                <c:pt idx="62">
                  <c:v>2.6169155220398781</c:v>
                </c:pt>
                <c:pt idx="63">
                  <c:v>2.6177662587106818</c:v>
                </c:pt>
                <c:pt idx="64">
                  <c:v>2.6244897293784688</c:v>
                </c:pt>
                <c:pt idx="65">
                  <c:v>2.634405891736979</c:v>
                </c:pt>
                <c:pt idx="66">
                  <c:v>2.6491212448299728</c:v>
                </c:pt>
                <c:pt idx="67">
                  <c:v>2.6681314651218222</c:v>
                </c:pt>
                <c:pt idx="68">
                  <c:v>2.687693079432214</c:v>
                </c:pt>
                <c:pt idx="69">
                  <c:v>2.702171766113</c:v>
                </c:pt>
                <c:pt idx="70">
                  <c:v>2.7079505926324359</c:v>
                </c:pt>
                <c:pt idx="71">
                  <c:v>2.707596840422211</c:v>
                </c:pt>
                <c:pt idx="72">
                  <c:v>2.705534594509782</c:v>
                </c:pt>
                <c:pt idx="73">
                  <c:v>2.7070857087192808</c:v>
                </c:pt>
                <c:pt idx="74">
                  <c:v>2.7156637853636179</c:v>
                </c:pt>
                <c:pt idx="75">
                  <c:v>2.7327287016991471</c:v>
                </c:pt>
                <c:pt idx="76">
                  <c:v>2.7572416250069258</c:v>
                </c:pt>
                <c:pt idx="77">
                  <c:v>2.7863119954447781</c:v>
                </c:pt>
                <c:pt idx="78">
                  <c:v>2.814383428443509</c:v>
                </c:pt>
                <c:pt idx="79">
                  <c:v>2.8334095141483822</c:v>
                </c:pt>
                <c:pt idx="80">
                  <c:v>2.842127515285056</c:v>
                </c:pt>
                <c:pt idx="81">
                  <c:v>2.8435573465388919</c:v>
                </c:pt>
                <c:pt idx="82">
                  <c:v>2.843770122229218</c:v>
                </c:pt>
                <c:pt idx="83">
                  <c:v>2.842496850020773</c:v>
                </c:pt>
                <c:pt idx="84">
                  <c:v>2.837607573060414</c:v>
                </c:pt>
                <c:pt idx="85">
                  <c:v>2.8270298725224019</c:v>
                </c:pt>
                <c:pt idx="86">
                  <c:v>2.8123268195146718</c:v>
                </c:pt>
                <c:pt idx="87">
                  <c:v>2.7956339597566551</c:v>
                </c:pt>
                <c:pt idx="88">
                  <c:v>2.7785028841627799</c:v>
                </c:pt>
                <c:pt idx="89">
                  <c:v>2.761213826191061</c:v>
                </c:pt>
                <c:pt idx="90">
                  <c:v>2.7478340476003811</c:v>
                </c:pt>
                <c:pt idx="91">
                  <c:v>2.7467288592508061</c:v>
                </c:pt>
                <c:pt idx="92">
                  <c:v>2.7547493154069151</c:v>
                </c:pt>
                <c:pt idx="93">
                  <c:v>2.767119822905284</c:v>
                </c:pt>
                <c:pt idx="94">
                  <c:v>2.7776066509788069</c:v>
                </c:pt>
                <c:pt idx="95">
                  <c:v>2.7876616505822698</c:v>
                </c:pt>
                <c:pt idx="96">
                  <c:v>2.7969281465434772</c:v>
                </c:pt>
                <c:pt idx="97">
                  <c:v>2.8012202840320888</c:v>
                </c:pt>
                <c:pt idx="98">
                  <c:v>2.802263764306268</c:v>
                </c:pt>
                <c:pt idx="99">
                  <c:v>2.800697035578104</c:v>
                </c:pt>
                <c:pt idx="100">
                  <c:v>2.7982755662602652</c:v>
                </c:pt>
                <c:pt idx="101">
                  <c:v>2.792466075907801</c:v>
                </c:pt>
                <c:pt idx="102">
                  <c:v>2.7847211533961138</c:v>
                </c:pt>
                <c:pt idx="103">
                  <c:v>2.7739246388894712</c:v>
                </c:pt>
                <c:pt idx="104">
                  <c:v>2.76254035446197</c:v>
                </c:pt>
                <c:pt idx="105">
                  <c:v>2.7535101452307802</c:v>
                </c:pt>
                <c:pt idx="106">
                  <c:v>2.7489140405344621</c:v>
                </c:pt>
                <c:pt idx="107">
                  <c:v>2.7500499991882559</c:v>
                </c:pt>
                <c:pt idx="108">
                  <c:v>2.7522230598486881</c:v>
                </c:pt>
                <c:pt idx="109">
                  <c:v>2.752601085597655</c:v>
                </c:pt>
                <c:pt idx="110">
                  <c:v>2.7494579380195661</c:v>
                </c:pt>
                <c:pt idx="111">
                  <c:v>2.743371546059362</c:v>
                </c:pt>
                <c:pt idx="112">
                  <c:v>2.7358435576872782</c:v>
                </c:pt>
                <c:pt idx="113">
                  <c:v>2.7263139288741471</c:v>
                </c:pt>
                <c:pt idx="114">
                  <c:v>2.7151589301201891</c:v>
                </c:pt>
                <c:pt idx="115">
                  <c:v>2.702976508018939</c:v>
                </c:pt>
                <c:pt idx="116">
                  <c:v>2.688925836375935</c:v>
                </c:pt>
                <c:pt idx="117">
                  <c:v>2.672707816943944</c:v>
                </c:pt>
                <c:pt idx="118">
                  <c:v>2.654568507441132</c:v>
                </c:pt>
                <c:pt idx="119">
                  <c:v>2.636009220495672</c:v>
                </c:pt>
                <c:pt idx="120">
                  <c:v>2.618183639562691</c:v>
                </c:pt>
                <c:pt idx="121">
                  <c:v>2.6014642950889368</c:v>
                </c:pt>
                <c:pt idx="122">
                  <c:v>2.5853739776573832</c:v>
                </c:pt>
                <c:pt idx="123">
                  <c:v>2.5673365435028939</c:v>
                </c:pt>
                <c:pt idx="124">
                  <c:v>2.547673759773001</c:v>
                </c:pt>
                <c:pt idx="125">
                  <c:v>2.5278921047738612</c:v>
                </c:pt>
                <c:pt idx="126">
                  <c:v>2.5090323285135918</c:v>
                </c:pt>
                <c:pt idx="127">
                  <c:v>2.4918034965781288</c:v>
                </c:pt>
                <c:pt idx="128">
                  <c:v>2.4774608734696368</c:v>
                </c:pt>
                <c:pt idx="129">
                  <c:v>2.467301699191923</c:v>
                </c:pt>
                <c:pt idx="130">
                  <c:v>2.464020614519034</c:v>
                </c:pt>
                <c:pt idx="131">
                  <c:v>2.467036134451571</c:v>
                </c:pt>
                <c:pt idx="132">
                  <c:v>2.4717553228806688</c:v>
                </c:pt>
                <c:pt idx="133">
                  <c:v>2.4725506934208439</c:v>
                </c:pt>
                <c:pt idx="134">
                  <c:v>2.4665638648397121</c:v>
                </c:pt>
                <c:pt idx="135">
                  <c:v>2.4569851710577182</c:v>
                </c:pt>
                <c:pt idx="136">
                  <c:v>2.4465243495354549</c:v>
                </c:pt>
                <c:pt idx="137">
                  <c:v>2.4336265593499471</c:v>
                </c:pt>
                <c:pt idx="138">
                  <c:v>2.4173799964917482</c:v>
                </c:pt>
                <c:pt idx="139">
                  <c:v>2.3989520944049438</c:v>
                </c:pt>
                <c:pt idx="140">
                  <c:v>2.379134552176426</c:v>
                </c:pt>
                <c:pt idx="141">
                  <c:v>2.3590741738490548</c:v>
                </c:pt>
                <c:pt idx="142">
                  <c:v>2.339656856598828</c:v>
                </c:pt>
                <c:pt idx="143">
                  <c:v>2.322088295422339</c:v>
                </c:pt>
                <c:pt idx="144">
                  <c:v>2.3066291387880611</c:v>
                </c:pt>
                <c:pt idx="145">
                  <c:v>2.290052358375255</c:v>
                </c:pt>
                <c:pt idx="146">
                  <c:v>2.272560896478256</c:v>
                </c:pt>
                <c:pt idx="147">
                  <c:v>2.259507545586303</c:v>
                </c:pt>
                <c:pt idx="148">
                  <c:v>2.2632701030411679</c:v>
                </c:pt>
                <c:pt idx="149">
                  <c:v>2.2859723527402189</c:v>
                </c:pt>
                <c:pt idx="150">
                  <c:v>2.3195289326991051</c:v>
                </c:pt>
                <c:pt idx="151">
                  <c:v>2.355133821595965</c:v>
                </c:pt>
                <c:pt idx="152">
                  <c:v>2.390668310489299</c:v>
                </c:pt>
                <c:pt idx="153">
                  <c:v>2.4238983473048772</c:v>
                </c:pt>
                <c:pt idx="154">
                  <c:v>2.452961849455134</c:v>
                </c:pt>
                <c:pt idx="155">
                  <c:v>2.4764337876451181</c:v>
                </c:pt>
                <c:pt idx="156">
                  <c:v>2.4931370744042169</c:v>
                </c:pt>
                <c:pt idx="157">
                  <c:v>2.5005229011973178</c:v>
                </c:pt>
                <c:pt idx="158">
                  <c:v>2.4976606293713601</c:v>
                </c:pt>
                <c:pt idx="159">
                  <c:v>2.4877090662783381</c:v>
                </c:pt>
                <c:pt idx="160">
                  <c:v>2.4740292093186418</c:v>
                </c:pt>
                <c:pt idx="161">
                  <c:v>2.4580448290091579</c:v>
                </c:pt>
                <c:pt idx="162">
                  <c:v>2.440542083584202</c:v>
                </c:pt>
                <c:pt idx="163">
                  <c:v>2.4227116774041111</c:v>
                </c:pt>
                <c:pt idx="164">
                  <c:v>2.4054142355223962</c:v>
                </c:pt>
                <c:pt idx="165">
                  <c:v>2.3885984978867558</c:v>
                </c:pt>
                <c:pt idx="166">
                  <c:v>2.3728846181038938</c:v>
                </c:pt>
                <c:pt idx="167">
                  <c:v>2.3617142073468091</c:v>
                </c:pt>
                <c:pt idx="168">
                  <c:v>2.358549416903553</c:v>
                </c:pt>
                <c:pt idx="169">
                  <c:v>2.3659525579074501</c:v>
                </c:pt>
                <c:pt idx="170">
                  <c:v>2.385756269467072</c:v>
                </c:pt>
                <c:pt idx="171">
                  <c:v>2.4127370726951209</c:v>
                </c:pt>
                <c:pt idx="172">
                  <c:v>2.4389013172706502</c:v>
                </c:pt>
                <c:pt idx="173">
                  <c:v>2.4618740671339072</c:v>
                </c:pt>
                <c:pt idx="174">
                  <c:v>2.480545220917862</c:v>
                </c:pt>
                <c:pt idx="175">
                  <c:v>2.4932149949140658</c:v>
                </c:pt>
                <c:pt idx="176">
                  <c:v>2.500024883818194</c:v>
                </c:pt>
                <c:pt idx="177">
                  <c:v>2.5019841790202899</c:v>
                </c:pt>
                <c:pt idx="178">
                  <c:v>2.499479179375093</c:v>
                </c:pt>
                <c:pt idx="179">
                  <c:v>2.4927264953167731</c:v>
                </c:pt>
                <c:pt idx="180">
                  <c:v>2.482884287649652</c:v>
                </c:pt>
                <c:pt idx="181">
                  <c:v>2.470499612546242</c:v>
                </c:pt>
                <c:pt idx="182">
                  <c:v>2.4564080413795222</c:v>
                </c:pt>
                <c:pt idx="183">
                  <c:v>2.440828142413805</c:v>
                </c:pt>
                <c:pt idx="184">
                  <c:v>2.4242028142982379</c:v>
                </c:pt>
                <c:pt idx="185">
                  <c:v>2.4069749470128809</c:v>
                </c:pt>
                <c:pt idx="186">
                  <c:v>2.3893820974204458</c:v>
                </c:pt>
                <c:pt idx="187">
                  <c:v>2.3716188159267171</c:v>
                </c:pt>
                <c:pt idx="188">
                  <c:v>2.353940630554102</c:v>
                </c:pt>
                <c:pt idx="189">
                  <c:v>2.3365814773702729</c:v>
                </c:pt>
                <c:pt idx="190">
                  <c:v>2.3198811516141462</c:v>
                </c:pt>
                <c:pt idx="191">
                  <c:v>2.3040988254103159</c:v>
                </c:pt>
                <c:pt idx="192">
                  <c:v>2.2890638819049189</c:v>
                </c:pt>
                <c:pt idx="193">
                  <c:v>2.2743165242540169</c:v>
                </c:pt>
                <c:pt idx="194">
                  <c:v>2.258382866892533</c:v>
                </c:pt>
                <c:pt idx="195">
                  <c:v>2.2401898046649849</c:v>
                </c:pt>
                <c:pt idx="196">
                  <c:v>2.2208397498210699</c:v>
                </c:pt>
                <c:pt idx="197">
                  <c:v>2.2014506341959659</c:v>
                </c:pt>
                <c:pt idx="198">
                  <c:v>2.1824770986193438</c:v>
                </c:pt>
                <c:pt idx="199">
                  <c:v>2.1639460928053098</c:v>
                </c:pt>
                <c:pt idx="200">
                  <c:v>2.14535172575009</c:v>
                </c:pt>
                <c:pt idx="201">
                  <c:v>2.1268308613565088</c:v>
                </c:pt>
                <c:pt idx="202">
                  <c:v>2.108997904622584</c:v>
                </c:pt>
                <c:pt idx="203">
                  <c:v>2.0924086773669628</c:v>
                </c:pt>
                <c:pt idx="204">
                  <c:v>2.0776671680440981</c:v>
                </c:pt>
                <c:pt idx="205">
                  <c:v>2.0647930243857679</c:v>
                </c:pt>
                <c:pt idx="206">
                  <c:v>2.0534173233668138</c:v>
                </c:pt>
                <c:pt idx="207">
                  <c:v>2.0431817488368389</c:v>
                </c:pt>
                <c:pt idx="208">
                  <c:v>2.0337487240747958</c:v>
                </c:pt>
                <c:pt idx="209">
                  <c:v>2.0248053924331382</c:v>
                </c:pt>
                <c:pt idx="210">
                  <c:v>2.0155869785373741</c:v>
                </c:pt>
                <c:pt idx="211">
                  <c:v>2.0055199118562341</c:v>
                </c:pt>
                <c:pt idx="212">
                  <c:v>1.994023761565604</c:v>
                </c:pt>
                <c:pt idx="213">
                  <c:v>1.981699850677102</c:v>
                </c:pt>
                <c:pt idx="214">
                  <c:v>1.9692809165747469</c:v>
                </c:pt>
                <c:pt idx="215">
                  <c:v>1.9577986210275999</c:v>
                </c:pt>
                <c:pt idx="216">
                  <c:v>1.947683369703648</c:v>
                </c:pt>
                <c:pt idx="217">
                  <c:v>1.9384570687081699</c:v>
                </c:pt>
                <c:pt idx="218">
                  <c:v>1.9303924160446071</c:v>
                </c:pt>
                <c:pt idx="219">
                  <c:v>1.923217192601411</c:v>
                </c:pt>
                <c:pt idx="220">
                  <c:v>1.9160800455953051</c:v>
                </c:pt>
                <c:pt idx="221">
                  <c:v>1.9079287013812001</c:v>
                </c:pt>
                <c:pt idx="222">
                  <c:v>1.898508916893654</c:v>
                </c:pt>
                <c:pt idx="223">
                  <c:v>1.8888128628182439</c:v>
                </c:pt>
                <c:pt idx="224">
                  <c:v>1.879040928475856</c:v>
                </c:pt>
                <c:pt idx="225">
                  <c:v>1.869386568809549</c:v>
                </c:pt>
                <c:pt idx="226">
                  <c:v>1.859296282069248</c:v>
                </c:pt>
                <c:pt idx="227">
                  <c:v>1.8495740351449801</c:v>
                </c:pt>
                <c:pt idx="228">
                  <c:v>1.8405125911648681</c:v>
                </c:pt>
                <c:pt idx="229">
                  <c:v>1.8317467097752571</c:v>
                </c:pt>
                <c:pt idx="230">
                  <c:v>1.822819068686973</c:v>
                </c:pt>
                <c:pt idx="231">
                  <c:v>1.813609531116686</c:v>
                </c:pt>
                <c:pt idx="232">
                  <c:v>1.804232928045423</c:v>
                </c:pt>
                <c:pt idx="233">
                  <c:v>1.794593864581852</c:v>
                </c:pt>
                <c:pt idx="234">
                  <c:v>1.7845971182049349</c:v>
                </c:pt>
                <c:pt idx="235">
                  <c:v>1.774274253540606</c:v>
                </c:pt>
                <c:pt idx="236">
                  <c:v>1.763255588683623</c:v>
                </c:pt>
                <c:pt idx="237">
                  <c:v>1.751117192837311</c:v>
                </c:pt>
                <c:pt idx="238">
                  <c:v>1.738294722860362</c:v>
                </c:pt>
                <c:pt idx="239">
                  <c:v>1.725142582445901</c:v>
                </c:pt>
                <c:pt idx="240">
                  <c:v>1.711846245176289</c:v>
                </c:pt>
                <c:pt idx="241">
                  <c:v>1.6988456052170029</c:v>
                </c:pt>
                <c:pt idx="242">
                  <c:v>1.686730459174435</c:v>
                </c:pt>
                <c:pt idx="243">
                  <c:v>1.6756281668972131</c:v>
                </c:pt>
                <c:pt idx="244">
                  <c:v>1.66504444130342</c:v>
                </c:pt>
                <c:pt idx="245">
                  <c:v>1.6536151603326821</c:v>
                </c:pt>
                <c:pt idx="246">
                  <c:v>1.6401164450347909</c:v>
                </c:pt>
                <c:pt idx="247">
                  <c:v>1.6256331484458719</c:v>
                </c:pt>
                <c:pt idx="248">
                  <c:v>1.6116906527612651</c:v>
                </c:pt>
                <c:pt idx="249">
                  <c:v>1.5994272699722569</c:v>
                </c:pt>
                <c:pt idx="250">
                  <c:v>1.5895826790678449</c:v>
                </c:pt>
                <c:pt idx="251">
                  <c:v>1.582478201886361</c:v>
                </c:pt>
                <c:pt idx="252">
                  <c:v>1.577108088920856</c:v>
                </c:pt>
                <c:pt idx="253">
                  <c:v>1.5713967215746161</c:v>
                </c:pt>
                <c:pt idx="254">
                  <c:v>1.565863804950099</c:v>
                </c:pt>
                <c:pt idx="255">
                  <c:v>1.5620493269568081</c:v>
                </c:pt>
                <c:pt idx="256">
                  <c:v>1.5611342647048729</c:v>
                </c:pt>
                <c:pt idx="257">
                  <c:v>1.561728555938364</c:v>
                </c:pt>
                <c:pt idx="258">
                  <c:v>1.5612059376669649</c:v>
                </c:pt>
                <c:pt idx="259">
                  <c:v>1.559427191154487</c:v>
                </c:pt>
                <c:pt idx="260">
                  <c:v>1.556578646517488</c:v>
                </c:pt>
                <c:pt idx="261">
                  <c:v>1.5526053587808191</c:v>
                </c:pt>
                <c:pt idx="262">
                  <c:v>1.547451770016526</c:v>
                </c:pt>
                <c:pt idx="263">
                  <c:v>1.5415560788220271</c:v>
                </c:pt>
                <c:pt idx="264">
                  <c:v>1.5350946749871599</c:v>
                </c:pt>
                <c:pt idx="265">
                  <c:v>1.5282375255996921</c:v>
                </c:pt>
                <c:pt idx="266">
                  <c:v>1.521305931682206</c:v>
                </c:pt>
                <c:pt idx="267">
                  <c:v>1.5145112705485091</c:v>
                </c:pt>
                <c:pt idx="268">
                  <c:v>1.508153551844996</c:v>
                </c:pt>
                <c:pt idx="269">
                  <c:v>1.5020404738216211</c:v>
                </c:pt>
                <c:pt idx="270">
                  <c:v>1.496358716513629</c:v>
                </c:pt>
                <c:pt idx="271">
                  <c:v>1.491763825308241</c:v>
                </c:pt>
                <c:pt idx="272">
                  <c:v>1.4883540352530269</c:v>
                </c:pt>
                <c:pt idx="273">
                  <c:v>1.4856939640430511</c:v>
                </c:pt>
                <c:pt idx="274">
                  <c:v>1.4840095992485081</c:v>
                </c:pt>
                <c:pt idx="275">
                  <c:v>1.4832696515003421</c:v>
                </c:pt>
                <c:pt idx="276">
                  <c:v>1.482545005552903</c:v>
                </c:pt>
                <c:pt idx="277">
                  <c:v>1.481000110833939</c:v>
                </c:pt>
                <c:pt idx="278">
                  <c:v>1.4784243240135391</c:v>
                </c:pt>
                <c:pt idx="279">
                  <c:v>1.474882849203998</c:v>
                </c:pt>
                <c:pt idx="280">
                  <c:v>1.473327598412189</c:v>
                </c:pt>
                <c:pt idx="281">
                  <c:v>1.473327383204619</c:v>
                </c:pt>
                <c:pt idx="282">
                  <c:v>1.4724616448893231</c:v>
                </c:pt>
                <c:pt idx="283">
                  <c:v>1.470603028139267</c:v>
                </c:pt>
                <c:pt idx="284">
                  <c:v>1.4681851864596389</c:v>
                </c:pt>
                <c:pt idx="285">
                  <c:v>1.464804877907161</c:v>
                </c:pt>
                <c:pt idx="286">
                  <c:v>1.461102786800643</c:v>
                </c:pt>
                <c:pt idx="287">
                  <c:v>1.457545002441299</c:v>
                </c:pt>
                <c:pt idx="288">
                  <c:v>1.4548769204589811</c:v>
                </c:pt>
                <c:pt idx="289">
                  <c:v>1.4530583346790491</c:v>
                </c:pt>
                <c:pt idx="290">
                  <c:v>1.4507174118821331</c:v>
                </c:pt>
                <c:pt idx="291">
                  <c:v>1.4469684802804641</c:v>
                </c:pt>
                <c:pt idx="292">
                  <c:v>1.442852332018641</c:v>
                </c:pt>
                <c:pt idx="293">
                  <c:v>1.4384299555820499</c:v>
                </c:pt>
                <c:pt idx="294">
                  <c:v>1.4343365508500641</c:v>
                </c:pt>
                <c:pt idx="295">
                  <c:v>1.4314301754799481</c:v>
                </c:pt>
                <c:pt idx="296">
                  <c:v>1.429296304555765</c:v>
                </c:pt>
                <c:pt idx="297">
                  <c:v>1.4277820758089641</c:v>
                </c:pt>
                <c:pt idx="298">
                  <c:v>1.425378087134602</c:v>
                </c:pt>
                <c:pt idx="299">
                  <c:v>1.4214575811712951</c:v>
                </c:pt>
                <c:pt idx="300">
                  <c:v>1.4167652622558939</c:v>
                </c:pt>
                <c:pt idx="301">
                  <c:v>1.411716570108531</c:v>
                </c:pt>
                <c:pt idx="302">
                  <c:v>1.4064419512974611</c:v>
                </c:pt>
                <c:pt idx="303">
                  <c:v>1.40112633857799</c:v>
                </c:pt>
                <c:pt idx="304">
                  <c:v>1.3964458208784569</c:v>
                </c:pt>
                <c:pt idx="305">
                  <c:v>1.39286256199187</c:v>
                </c:pt>
                <c:pt idx="306">
                  <c:v>1.390250234887626</c:v>
                </c:pt>
                <c:pt idx="307">
                  <c:v>1.3884103275581381</c:v>
                </c:pt>
                <c:pt idx="308">
                  <c:v>1.3863293171557161</c:v>
                </c:pt>
                <c:pt idx="309">
                  <c:v>1.381457037361276</c:v>
                </c:pt>
                <c:pt idx="310">
                  <c:v>1.372512429762722</c:v>
                </c:pt>
                <c:pt idx="311">
                  <c:v>1.362257059677918</c:v>
                </c:pt>
                <c:pt idx="312">
                  <c:v>1.354656531424471</c:v>
                </c:pt>
                <c:pt idx="313">
                  <c:v>1.34855914860937</c:v>
                </c:pt>
                <c:pt idx="314">
                  <c:v>1.340069867804804</c:v>
                </c:pt>
                <c:pt idx="315">
                  <c:v>1.329893315290184</c:v>
                </c:pt>
                <c:pt idx="316">
                  <c:v>1.320881699937037</c:v>
                </c:pt>
                <c:pt idx="317">
                  <c:v>1.3149371784461841</c:v>
                </c:pt>
                <c:pt idx="318">
                  <c:v>1.315378988198235</c:v>
                </c:pt>
                <c:pt idx="319">
                  <c:v>1.3307361721155531</c:v>
                </c:pt>
                <c:pt idx="320">
                  <c:v>1.358509519273482</c:v>
                </c:pt>
                <c:pt idx="321">
                  <c:v>1.394433329185558</c:v>
                </c:pt>
                <c:pt idx="322">
                  <c:v>1.441644372963047</c:v>
                </c:pt>
                <c:pt idx="323">
                  <c:v>1.5041641120051099</c:v>
                </c:pt>
                <c:pt idx="324">
                  <c:v>1.5687560045936411</c:v>
                </c:pt>
                <c:pt idx="325">
                  <c:v>1.628786063174271</c:v>
                </c:pt>
                <c:pt idx="326">
                  <c:v>1.6771772532955791</c:v>
                </c:pt>
                <c:pt idx="327">
                  <c:v>1.709111627077365</c:v>
                </c:pt>
                <c:pt idx="328">
                  <c:v>1.721824182731849</c:v>
                </c:pt>
                <c:pt idx="329">
                  <c:v>1.719484795679215</c:v>
                </c:pt>
                <c:pt idx="330">
                  <c:v>1.70913771910153</c:v>
                </c:pt>
                <c:pt idx="331">
                  <c:v>1.695865254982361</c:v>
                </c:pt>
                <c:pt idx="332">
                  <c:v>1.6809503347304839</c:v>
                </c:pt>
                <c:pt idx="333">
                  <c:v>1.6655737344417429</c:v>
                </c:pt>
                <c:pt idx="334">
                  <c:v>1.6505744211193989</c:v>
                </c:pt>
                <c:pt idx="335">
                  <c:v>1.637029177256216</c:v>
                </c:pt>
                <c:pt idx="336">
                  <c:v>1.630276499813992</c:v>
                </c:pt>
                <c:pt idx="337">
                  <c:v>1.6438181786357431</c:v>
                </c:pt>
                <c:pt idx="338">
                  <c:v>1.678158345792611</c:v>
                </c:pt>
                <c:pt idx="339">
                  <c:v>1.7266003588447261</c:v>
                </c:pt>
                <c:pt idx="340">
                  <c:v>1.7780581196405221</c:v>
                </c:pt>
                <c:pt idx="341">
                  <c:v>1.832534701057819</c:v>
                </c:pt>
                <c:pt idx="342">
                  <c:v>1.8852948747108049</c:v>
                </c:pt>
                <c:pt idx="343">
                  <c:v>1.931646883044299</c:v>
                </c:pt>
                <c:pt idx="344">
                  <c:v>1.9714969151717729</c:v>
                </c:pt>
                <c:pt idx="345">
                  <c:v>2.0095528274730161</c:v>
                </c:pt>
                <c:pt idx="346">
                  <c:v>2.0540237013687661</c:v>
                </c:pt>
                <c:pt idx="347">
                  <c:v>2.1071631977007428</c:v>
                </c:pt>
                <c:pt idx="348">
                  <c:v>2.1656523077900851</c:v>
                </c:pt>
                <c:pt idx="349">
                  <c:v>2.2243634256284199</c:v>
                </c:pt>
                <c:pt idx="350">
                  <c:v>2.2805389685660442</c:v>
                </c:pt>
                <c:pt idx="351">
                  <c:v>2.3197644760658909</c:v>
                </c:pt>
                <c:pt idx="352">
                  <c:v>2.338120855684358</c:v>
                </c:pt>
                <c:pt idx="353">
                  <c:v>2.3415642049555352</c:v>
                </c:pt>
                <c:pt idx="354">
                  <c:v>2.3371308173383949</c:v>
                </c:pt>
                <c:pt idx="355">
                  <c:v>2.3287849675982861</c:v>
                </c:pt>
                <c:pt idx="356">
                  <c:v>2.3159168314405001</c:v>
                </c:pt>
                <c:pt idx="357">
                  <c:v>2.2996886134058259</c:v>
                </c:pt>
                <c:pt idx="358">
                  <c:v>2.2814974114250171</c:v>
                </c:pt>
                <c:pt idx="359">
                  <c:v>2.2627797530669831</c:v>
                </c:pt>
                <c:pt idx="360">
                  <c:v>2.245135549727634</c:v>
                </c:pt>
                <c:pt idx="361">
                  <c:v>2.2313031122603451</c:v>
                </c:pt>
                <c:pt idx="362">
                  <c:v>2.2193192932839692</c:v>
                </c:pt>
                <c:pt idx="363">
                  <c:v>2.2048655162661071</c:v>
                </c:pt>
                <c:pt idx="364">
                  <c:v>2.187893068003139</c:v>
                </c:pt>
                <c:pt idx="365">
                  <c:v>2.1701622394249691</c:v>
                </c:pt>
                <c:pt idx="366">
                  <c:v>2.153458776916688</c:v>
                </c:pt>
                <c:pt idx="367">
                  <c:v>2.1366814024361531</c:v>
                </c:pt>
                <c:pt idx="368">
                  <c:v>2.118839382136593</c:v>
                </c:pt>
                <c:pt idx="369">
                  <c:v>2.1007563975172538</c:v>
                </c:pt>
                <c:pt idx="370">
                  <c:v>2.0839073606708252</c:v>
                </c:pt>
                <c:pt idx="371">
                  <c:v>2.070725004207921</c:v>
                </c:pt>
                <c:pt idx="372">
                  <c:v>2.0597422690745808</c:v>
                </c:pt>
                <c:pt idx="373">
                  <c:v>2.046686665204299</c:v>
                </c:pt>
                <c:pt idx="374">
                  <c:v>2.0315445282139768</c:v>
                </c:pt>
                <c:pt idx="375">
                  <c:v>2.0151567628417868</c:v>
                </c:pt>
                <c:pt idx="376">
                  <c:v>1.9979283034980651</c:v>
                </c:pt>
                <c:pt idx="377">
                  <c:v>1.980711445229745</c:v>
                </c:pt>
                <c:pt idx="378">
                  <c:v>1.9644000059508371</c:v>
                </c:pt>
                <c:pt idx="379">
                  <c:v>1.9495469211869281</c:v>
                </c:pt>
                <c:pt idx="380">
                  <c:v>1.9350365664285989</c:v>
                </c:pt>
                <c:pt idx="381">
                  <c:v>1.920101308162917</c:v>
                </c:pt>
                <c:pt idx="382">
                  <c:v>1.9051937977154401</c:v>
                </c:pt>
                <c:pt idx="383">
                  <c:v>1.891592999594325</c:v>
                </c:pt>
                <c:pt idx="384">
                  <c:v>1.885503818863923</c:v>
                </c:pt>
                <c:pt idx="385">
                  <c:v>1.8993826107452321</c:v>
                </c:pt>
                <c:pt idx="386">
                  <c:v>1.935456945825667</c:v>
                </c:pt>
                <c:pt idx="387">
                  <c:v>1.9762432725467349</c:v>
                </c:pt>
                <c:pt idx="388">
                  <c:v>2.0020439313315239</c:v>
                </c:pt>
                <c:pt idx="389">
                  <c:v>2.0127705663144568</c:v>
                </c:pt>
                <c:pt idx="390">
                  <c:v>2.0179927853106472</c:v>
                </c:pt>
                <c:pt idx="391">
                  <c:v>2.023916551705228</c:v>
                </c:pt>
                <c:pt idx="392">
                  <c:v>2.0308873735570292</c:v>
                </c:pt>
                <c:pt idx="393">
                  <c:v>2.03496673749558</c:v>
                </c:pt>
                <c:pt idx="394">
                  <c:v>2.0334295621805629</c:v>
                </c:pt>
                <c:pt idx="395">
                  <c:v>2.0265801662098522</c:v>
                </c:pt>
                <c:pt idx="396">
                  <c:v>2.016376541867186</c:v>
                </c:pt>
                <c:pt idx="397">
                  <c:v>2.004498568815829</c:v>
                </c:pt>
                <c:pt idx="398">
                  <c:v>1.991614219937911</c:v>
                </c:pt>
                <c:pt idx="399">
                  <c:v>1.979516171579524</c:v>
                </c:pt>
                <c:pt idx="400">
                  <c:v>1.96810183345142</c:v>
                </c:pt>
                <c:pt idx="401">
                  <c:v>1.9555258483176929</c:v>
                </c:pt>
                <c:pt idx="402">
                  <c:v>1.9401218070378801</c:v>
                </c:pt>
                <c:pt idx="403">
                  <c:v>1.9229169749042869</c:v>
                </c:pt>
                <c:pt idx="404">
                  <c:v>1.9053291830695831</c:v>
                </c:pt>
                <c:pt idx="405">
                  <c:v>1.888295387824128</c:v>
                </c:pt>
                <c:pt idx="406">
                  <c:v>1.872444609326112</c:v>
                </c:pt>
                <c:pt idx="407">
                  <c:v>1.8580187121325491</c:v>
                </c:pt>
                <c:pt idx="408">
                  <c:v>1.845069742866329</c:v>
                </c:pt>
                <c:pt idx="409">
                  <c:v>1.833551039315289</c:v>
                </c:pt>
                <c:pt idx="410">
                  <c:v>1.823259713406312</c:v>
                </c:pt>
                <c:pt idx="411">
                  <c:v>1.813509202596985</c:v>
                </c:pt>
                <c:pt idx="412">
                  <c:v>1.8044315516411571</c:v>
                </c:pt>
                <c:pt idx="413">
                  <c:v>1.7986626206459091</c:v>
                </c:pt>
                <c:pt idx="414">
                  <c:v>1.796617266262821</c:v>
                </c:pt>
                <c:pt idx="415">
                  <c:v>1.7926584897607249</c:v>
                </c:pt>
                <c:pt idx="416">
                  <c:v>1.7844373367559301</c:v>
                </c:pt>
                <c:pt idx="417">
                  <c:v>1.773808300486986</c:v>
                </c:pt>
                <c:pt idx="418">
                  <c:v>1.7631113164899741</c:v>
                </c:pt>
                <c:pt idx="419">
                  <c:v>1.752533632583126</c:v>
                </c:pt>
                <c:pt idx="420">
                  <c:v>1.7407880619156579</c:v>
                </c:pt>
                <c:pt idx="421">
                  <c:v>1.727837232657029</c:v>
                </c:pt>
                <c:pt idx="422">
                  <c:v>1.71461486934423</c:v>
                </c:pt>
                <c:pt idx="423">
                  <c:v>1.702770695335915</c:v>
                </c:pt>
                <c:pt idx="424">
                  <c:v>1.6947218487297411</c:v>
                </c:pt>
                <c:pt idx="425">
                  <c:v>1.6869474742329109</c:v>
                </c:pt>
                <c:pt idx="426">
                  <c:v>1.6777340943668979</c:v>
                </c:pt>
                <c:pt idx="427">
                  <c:v>1.6684317488454059</c:v>
                </c:pt>
                <c:pt idx="428">
                  <c:v>1.659553700140681</c:v>
                </c:pt>
                <c:pt idx="429">
                  <c:v>1.6561888425788089</c:v>
                </c:pt>
                <c:pt idx="430">
                  <c:v>1.6575204381515951</c:v>
                </c:pt>
                <c:pt idx="431">
                  <c:v>1.6560084169762599</c:v>
                </c:pt>
                <c:pt idx="432">
                  <c:v>1.6503367805198781</c:v>
                </c:pt>
                <c:pt idx="433">
                  <c:v>1.641676759313323</c:v>
                </c:pt>
                <c:pt idx="434">
                  <c:v>1.6321453874742831</c:v>
                </c:pt>
                <c:pt idx="435">
                  <c:v>1.624891721588583</c:v>
                </c:pt>
                <c:pt idx="436">
                  <c:v>1.621352619739169</c:v>
                </c:pt>
                <c:pt idx="437">
                  <c:v>1.6194692487760709</c:v>
                </c:pt>
                <c:pt idx="438">
                  <c:v>1.6155875421839321</c:v>
                </c:pt>
                <c:pt idx="439">
                  <c:v>1.6085092765775031</c:v>
                </c:pt>
                <c:pt idx="440">
                  <c:v>1.5992562150188041</c:v>
                </c:pt>
                <c:pt idx="441">
                  <c:v>1.587491455034028</c:v>
                </c:pt>
                <c:pt idx="442">
                  <c:v>1.573913860818464</c:v>
                </c:pt>
                <c:pt idx="443">
                  <c:v>1.5601138280381639</c:v>
                </c:pt>
                <c:pt idx="444">
                  <c:v>1.5464649945740849</c:v>
                </c:pt>
                <c:pt idx="445">
                  <c:v>1.5327504178026341</c:v>
                </c:pt>
                <c:pt idx="446">
                  <c:v>1.5195651180397109</c:v>
                </c:pt>
                <c:pt idx="447">
                  <c:v>1.5078819929302949</c:v>
                </c:pt>
                <c:pt idx="448">
                  <c:v>1.500666188296516</c:v>
                </c:pt>
                <c:pt idx="449">
                  <c:v>1.5049854984024369</c:v>
                </c:pt>
                <c:pt idx="450">
                  <c:v>1.53027408846677</c:v>
                </c:pt>
                <c:pt idx="451">
                  <c:v>1.564945493877675</c:v>
                </c:pt>
                <c:pt idx="452">
                  <c:v>1.588241180970696</c:v>
                </c:pt>
                <c:pt idx="453">
                  <c:v>1.600507854656686</c:v>
                </c:pt>
                <c:pt idx="454">
                  <c:v>1.6047482857199979</c:v>
                </c:pt>
                <c:pt idx="455">
                  <c:v>1.5998742840829661</c:v>
                </c:pt>
                <c:pt idx="456">
                  <c:v>1.58907586285069</c:v>
                </c:pt>
                <c:pt idx="457">
                  <c:v>1.576180998559626</c:v>
                </c:pt>
                <c:pt idx="458">
                  <c:v>1.5641825713093851</c:v>
                </c:pt>
                <c:pt idx="459">
                  <c:v>1.551680371942701</c:v>
                </c:pt>
                <c:pt idx="460">
                  <c:v>1.5382275373591361</c:v>
                </c:pt>
                <c:pt idx="461">
                  <c:v>1.524665346850109</c:v>
                </c:pt>
                <c:pt idx="462">
                  <c:v>1.5117872858688679</c:v>
                </c:pt>
                <c:pt idx="463">
                  <c:v>1.500036641206528</c:v>
                </c:pt>
                <c:pt idx="464">
                  <c:v>1.489643658752432</c:v>
                </c:pt>
                <c:pt idx="465">
                  <c:v>1.480778843966122</c:v>
                </c:pt>
                <c:pt idx="466">
                  <c:v>1.4732755391863639</c:v>
                </c:pt>
                <c:pt idx="467">
                  <c:v>1.464933936100062</c:v>
                </c:pt>
                <c:pt idx="468">
                  <c:v>1.4556739432284009</c:v>
                </c:pt>
                <c:pt idx="469">
                  <c:v>1.44819293074733</c:v>
                </c:pt>
                <c:pt idx="470">
                  <c:v>1.462944617524123</c:v>
                </c:pt>
                <c:pt idx="471">
                  <c:v>1.5540447076037669</c:v>
                </c:pt>
                <c:pt idx="472">
                  <c:v>1.6936736113526869</c:v>
                </c:pt>
                <c:pt idx="473">
                  <c:v>1.8191335211656929</c:v>
                </c:pt>
                <c:pt idx="474">
                  <c:v>1.913367166206031</c:v>
                </c:pt>
                <c:pt idx="475">
                  <c:v>1.9655361553036359</c:v>
                </c:pt>
                <c:pt idx="476">
                  <c:v>1.987958958181276</c:v>
                </c:pt>
                <c:pt idx="477">
                  <c:v>1.994656128694837</c:v>
                </c:pt>
                <c:pt idx="478">
                  <c:v>1.991661034967656</c:v>
                </c:pt>
                <c:pt idx="479">
                  <c:v>1.9815773093787561</c:v>
                </c:pt>
                <c:pt idx="480">
                  <c:v>1.967204226538936</c:v>
                </c:pt>
                <c:pt idx="481">
                  <c:v>1.9511240415020401</c:v>
                </c:pt>
                <c:pt idx="482">
                  <c:v>1.9351578949844019</c:v>
                </c:pt>
                <c:pt idx="483">
                  <c:v>1.920155573158937</c:v>
                </c:pt>
                <c:pt idx="484">
                  <c:v>1.9058241278549239</c:v>
                </c:pt>
                <c:pt idx="485">
                  <c:v>1.890857890101751</c:v>
                </c:pt>
                <c:pt idx="486">
                  <c:v>1.8753143474625269</c:v>
                </c:pt>
                <c:pt idx="487">
                  <c:v>1.860099569349551</c:v>
                </c:pt>
                <c:pt idx="488">
                  <c:v>1.848961842100072</c:v>
                </c:pt>
                <c:pt idx="489">
                  <c:v>1.8735334823835079</c:v>
                </c:pt>
                <c:pt idx="490">
                  <c:v>1.9973363678580409</c:v>
                </c:pt>
                <c:pt idx="491">
                  <c:v>2.1974041423523838</c:v>
                </c:pt>
                <c:pt idx="492">
                  <c:v>2.4167208409049481</c:v>
                </c:pt>
                <c:pt idx="493">
                  <c:v>2.6220185305429959</c:v>
                </c:pt>
                <c:pt idx="494">
                  <c:v>2.7877045524399522</c:v>
                </c:pt>
                <c:pt idx="495">
                  <c:v>2.9064596753277572</c:v>
                </c:pt>
                <c:pt idx="496">
                  <c:v>2.9886358165542868</c:v>
                </c:pt>
                <c:pt idx="497">
                  <c:v>3.0445014980183811</c:v>
                </c:pt>
                <c:pt idx="498">
                  <c:v>3.081252470337065</c:v>
                </c:pt>
                <c:pt idx="499">
                  <c:v>3.103814029537701</c:v>
                </c:pt>
                <c:pt idx="500">
                  <c:v>3.1143556010498901</c:v>
                </c:pt>
                <c:pt idx="501">
                  <c:v>3.115711442889042</c:v>
                </c:pt>
                <c:pt idx="502">
                  <c:v>3.1104926736227232</c:v>
                </c:pt>
                <c:pt idx="503">
                  <c:v>3.1001588422937152</c:v>
                </c:pt>
                <c:pt idx="504">
                  <c:v>3.0863883432338719</c:v>
                </c:pt>
                <c:pt idx="505">
                  <c:v>3.0709959546864121</c:v>
                </c:pt>
                <c:pt idx="506">
                  <c:v>3.0541988759817769</c:v>
                </c:pt>
                <c:pt idx="507">
                  <c:v>3.0357934798806809</c:v>
                </c:pt>
                <c:pt idx="508">
                  <c:v>3.0159854711529341</c:v>
                </c:pt>
                <c:pt idx="509">
                  <c:v>2.994929925928822</c:v>
                </c:pt>
                <c:pt idx="510">
                  <c:v>2.9729400570102529</c:v>
                </c:pt>
                <c:pt idx="511">
                  <c:v>2.9512609950373889</c:v>
                </c:pt>
                <c:pt idx="512">
                  <c:v>2.9322482178253431</c:v>
                </c:pt>
                <c:pt idx="513">
                  <c:v>2.9297269840090632</c:v>
                </c:pt>
                <c:pt idx="514">
                  <c:v>2.9544381931923249</c:v>
                </c:pt>
                <c:pt idx="515">
                  <c:v>2.9813215320368691</c:v>
                </c:pt>
                <c:pt idx="516">
                  <c:v>2.996788055568222</c:v>
                </c:pt>
                <c:pt idx="517">
                  <c:v>3.001903676667327</c:v>
                </c:pt>
                <c:pt idx="518">
                  <c:v>3.004020851673066</c:v>
                </c:pt>
                <c:pt idx="519">
                  <c:v>3.0159060481274138</c:v>
                </c:pt>
                <c:pt idx="520">
                  <c:v>3.0241100249637838</c:v>
                </c:pt>
                <c:pt idx="521">
                  <c:v>3.0235953654050358</c:v>
                </c:pt>
                <c:pt idx="522">
                  <c:v>3.016795052297633</c:v>
                </c:pt>
                <c:pt idx="523">
                  <c:v>3.0066774126883491</c:v>
                </c:pt>
                <c:pt idx="524">
                  <c:v>2.998389889162385</c:v>
                </c:pt>
                <c:pt idx="525">
                  <c:v>3.0007559507932431</c:v>
                </c:pt>
                <c:pt idx="526">
                  <c:v>3.0109155527982869</c:v>
                </c:pt>
                <c:pt idx="527">
                  <c:v>3.0174602467642901</c:v>
                </c:pt>
                <c:pt idx="528">
                  <c:v>3.0175056891073502</c:v>
                </c:pt>
                <c:pt idx="529">
                  <c:v>3.0112676793245692</c:v>
                </c:pt>
                <c:pt idx="530">
                  <c:v>3.0002847500701302</c:v>
                </c:pt>
                <c:pt idx="531">
                  <c:v>2.9860016695063751</c:v>
                </c:pt>
                <c:pt idx="532">
                  <c:v>2.9695414350421578</c:v>
                </c:pt>
                <c:pt idx="533">
                  <c:v>2.9514758264504319</c:v>
                </c:pt>
                <c:pt idx="534">
                  <c:v>2.9326908834284029</c:v>
                </c:pt>
                <c:pt idx="535">
                  <c:v>2.9141522307710681</c:v>
                </c:pt>
                <c:pt idx="536">
                  <c:v>2.8969358411465289</c:v>
                </c:pt>
                <c:pt idx="537">
                  <c:v>2.8803643954555889</c:v>
                </c:pt>
                <c:pt idx="538">
                  <c:v>2.8631335819587602</c:v>
                </c:pt>
                <c:pt idx="539">
                  <c:v>2.8451047182341811</c:v>
                </c:pt>
                <c:pt idx="540">
                  <c:v>2.8262893011187908</c:v>
                </c:pt>
                <c:pt idx="541">
                  <c:v>2.806884044805745</c:v>
                </c:pt>
                <c:pt idx="542">
                  <c:v>2.7872749197461908</c:v>
                </c:pt>
                <c:pt idx="543">
                  <c:v>2.767035759614914</c:v>
                </c:pt>
                <c:pt idx="544">
                  <c:v>2.7456718035849121</c:v>
                </c:pt>
                <c:pt idx="545">
                  <c:v>2.7233601503217661</c:v>
                </c:pt>
                <c:pt idx="546">
                  <c:v>2.7007723167289521</c:v>
                </c:pt>
                <c:pt idx="547">
                  <c:v>2.6783689325523898</c:v>
                </c:pt>
                <c:pt idx="548">
                  <c:v>2.6562394804300431</c:v>
                </c:pt>
                <c:pt idx="549">
                  <c:v>2.634535971673079</c:v>
                </c:pt>
                <c:pt idx="550">
                  <c:v>2.613513632819767</c:v>
                </c:pt>
                <c:pt idx="551">
                  <c:v>2.593269367629766</c:v>
                </c:pt>
                <c:pt idx="552">
                  <c:v>2.573560027284632</c:v>
                </c:pt>
                <c:pt idx="553">
                  <c:v>2.5539948141029729</c:v>
                </c:pt>
                <c:pt idx="554">
                  <c:v>2.534427313114163</c:v>
                </c:pt>
                <c:pt idx="555">
                  <c:v>2.5148647730877278</c:v>
                </c:pt>
                <c:pt idx="556">
                  <c:v>2.4953794614598959</c:v>
                </c:pt>
                <c:pt idx="557">
                  <c:v>2.476134109079172</c:v>
                </c:pt>
                <c:pt idx="558">
                  <c:v>2.4574352271033622</c:v>
                </c:pt>
                <c:pt idx="559">
                  <c:v>2.4396695682748439</c:v>
                </c:pt>
                <c:pt idx="560">
                  <c:v>2.4230715346980172</c:v>
                </c:pt>
                <c:pt idx="561">
                  <c:v>2.4074564648721322</c:v>
                </c:pt>
                <c:pt idx="562">
                  <c:v>2.3923812786088061</c:v>
                </c:pt>
                <c:pt idx="563">
                  <c:v>2.3778082611046312</c:v>
                </c:pt>
                <c:pt idx="564">
                  <c:v>2.363614833173826</c:v>
                </c:pt>
                <c:pt idx="565">
                  <c:v>2.353506644326246</c:v>
                </c:pt>
                <c:pt idx="566">
                  <c:v>2.3606891971324551</c:v>
                </c:pt>
                <c:pt idx="567">
                  <c:v>2.3728788600171771</c:v>
                </c:pt>
                <c:pt idx="568">
                  <c:v>2.378152637410452</c:v>
                </c:pt>
                <c:pt idx="569">
                  <c:v>2.3769251587450841</c:v>
                </c:pt>
                <c:pt idx="570">
                  <c:v>2.3707481189716382</c:v>
                </c:pt>
                <c:pt idx="571">
                  <c:v>2.363091263083525</c:v>
                </c:pt>
                <c:pt idx="572">
                  <c:v>2.3567240620828032</c:v>
                </c:pt>
                <c:pt idx="573">
                  <c:v>2.3498191896711771</c:v>
                </c:pt>
                <c:pt idx="574">
                  <c:v>2.3424785637964098</c:v>
                </c:pt>
                <c:pt idx="575">
                  <c:v>2.3392437506391128</c:v>
                </c:pt>
                <c:pt idx="576">
                  <c:v>2.3376295518755228</c:v>
                </c:pt>
                <c:pt idx="577">
                  <c:v>2.3311268401026179</c:v>
                </c:pt>
                <c:pt idx="578">
                  <c:v>2.31983172829454</c:v>
                </c:pt>
                <c:pt idx="579">
                  <c:v>2.3060247265030882</c:v>
                </c:pt>
                <c:pt idx="580">
                  <c:v>2.2909829681190521</c:v>
                </c:pt>
                <c:pt idx="581">
                  <c:v>2.2740515710674312</c:v>
                </c:pt>
                <c:pt idx="582">
                  <c:v>2.2552389434598532</c:v>
                </c:pt>
                <c:pt idx="583">
                  <c:v>2.2356124483271391</c:v>
                </c:pt>
                <c:pt idx="584">
                  <c:v>2.215807853896206</c:v>
                </c:pt>
                <c:pt idx="585">
                  <c:v>2.196297526808471</c:v>
                </c:pt>
                <c:pt idx="586">
                  <c:v>2.1773646282544781</c:v>
                </c:pt>
                <c:pt idx="587">
                  <c:v>2.1588377815014139</c:v>
                </c:pt>
                <c:pt idx="588">
                  <c:v>2.140341372769818</c:v>
                </c:pt>
                <c:pt idx="589">
                  <c:v>2.1219382940695888</c:v>
                </c:pt>
                <c:pt idx="590">
                  <c:v>2.103622254587989</c:v>
                </c:pt>
                <c:pt idx="591">
                  <c:v>2.0857728362468442</c:v>
                </c:pt>
                <c:pt idx="592">
                  <c:v>2.068504198722247</c:v>
                </c:pt>
                <c:pt idx="593">
                  <c:v>2.0518256032697182</c:v>
                </c:pt>
                <c:pt idx="594">
                  <c:v>2.0357656192053719</c:v>
                </c:pt>
                <c:pt idx="595">
                  <c:v>2.019447852103494</c:v>
                </c:pt>
                <c:pt idx="596">
                  <c:v>2.003119135446493</c:v>
                </c:pt>
                <c:pt idx="597">
                  <c:v>1.9872950575441839</c:v>
                </c:pt>
                <c:pt idx="598">
                  <c:v>1.9719656404853929</c:v>
                </c:pt>
                <c:pt idx="599">
                  <c:v>1.9564763237508349</c:v>
                </c:pt>
                <c:pt idx="600">
                  <c:v>1.941100126084593</c:v>
                </c:pt>
                <c:pt idx="601">
                  <c:v>1.9263600178805189</c:v>
                </c:pt>
                <c:pt idx="602">
                  <c:v>1.9143912544099519</c:v>
                </c:pt>
                <c:pt idx="603">
                  <c:v>1.9116568949479511</c:v>
                </c:pt>
                <c:pt idx="604">
                  <c:v>1.925467282493772</c:v>
                </c:pt>
                <c:pt idx="605">
                  <c:v>1.9519576386918449</c:v>
                </c:pt>
                <c:pt idx="606">
                  <c:v>1.9847957265293379</c:v>
                </c:pt>
                <c:pt idx="607">
                  <c:v>2.021766755086468</c:v>
                </c:pt>
                <c:pt idx="608">
                  <c:v>2.0563988831941602</c:v>
                </c:pt>
                <c:pt idx="609">
                  <c:v>2.0896227191552712</c:v>
                </c:pt>
                <c:pt idx="610">
                  <c:v>2.118966331334585</c:v>
                </c:pt>
                <c:pt idx="611">
                  <c:v>2.1383304383467738</c:v>
                </c:pt>
                <c:pt idx="612">
                  <c:v>2.1538891594752601</c:v>
                </c:pt>
                <c:pt idx="613">
                  <c:v>2.159747812852038</c:v>
                </c:pt>
                <c:pt idx="614">
                  <c:v>2.154892258755678</c:v>
                </c:pt>
                <c:pt idx="615">
                  <c:v>2.1431545471102731</c:v>
                </c:pt>
                <c:pt idx="616">
                  <c:v>2.1281273668403009</c:v>
                </c:pt>
                <c:pt idx="617">
                  <c:v>2.1121767539442029</c:v>
                </c:pt>
                <c:pt idx="618">
                  <c:v>2.0966732973906002</c:v>
                </c:pt>
                <c:pt idx="619">
                  <c:v>2.0816065222057549</c:v>
                </c:pt>
                <c:pt idx="620">
                  <c:v>2.0664021540297468</c:v>
                </c:pt>
                <c:pt idx="621">
                  <c:v>2.050517590357873</c:v>
                </c:pt>
                <c:pt idx="622">
                  <c:v>2.034570943197529</c:v>
                </c:pt>
                <c:pt idx="623">
                  <c:v>2.0206640537038671</c:v>
                </c:pt>
                <c:pt idx="624">
                  <c:v>2.025840515347201</c:v>
                </c:pt>
                <c:pt idx="625">
                  <c:v>2.0925012703608581</c:v>
                </c:pt>
                <c:pt idx="626">
                  <c:v>2.2000125704880098</c:v>
                </c:pt>
                <c:pt idx="627">
                  <c:v>2.3070202841267848</c:v>
                </c:pt>
                <c:pt idx="628">
                  <c:v>2.3972959941268419</c:v>
                </c:pt>
                <c:pt idx="629">
                  <c:v>2.4687923093012949</c:v>
                </c:pt>
                <c:pt idx="630">
                  <c:v>2.523092023516301</c:v>
                </c:pt>
                <c:pt idx="631">
                  <c:v>2.5559054760146331</c:v>
                </c:pt>
                <c:pt idx="632">
                  <c:v>2.5700652704980831</c:v>
                </c:pt>
                <c:pt idx="633">
                  <c:v>2.5717780066498119</c:v>
                </c:pt>
                <c:pt idx="634">
                  <c:v>2.566150861181558</c:v>
                </c:pt>
                <c:pt idx="635">
                  <c:v>2.5565729281870628</c:v>
                </c:pt>
                <c:pt idx="636">
                  <c:v>2.5446239948941289</c:v>
                </c:pt>
                <c:pt idx="637">
                  <c:v>2.5304460534414659</c:v>
                </c:pt>
                <c:pt idx="638">
                  <c:v>2.5143082708933622</c:v>
                </c:pt>
                <c:pt idx="639">
                  <c:v>2.497341583081047</c:v>
                </c:pt>
                <c:pt idx="640">
                  <c:v>2.480425560749338</c:v>
                </c:pt>
                <c:pt idx="641">
                  <c:v>2.4641346913675699</c:v>
                </c:pt>
                <c:pt idx="642">
                  <c:v>2.4507597517306361</c:v>
                </c:pt>
                <c:pt idx="643">
                  <c:v>2.4604621903455541</c:v>
                </c:pt>
                <c:pt idx="644">
                  <c:v>2.5187152950279299</c:v>
                </c:pt>
                <c:pt idx="645">
                  <c:v>2.6242827314693589</c:v>
                </c:pt>
                <c:pt idx="646">
                  <c:v>2.7530607600930339</c:v>
                </c:pt>
                <c:pt idx="647">
                  <c:v>2.885878167478098</c:v>
                </c:pt>
                <c:pt idx="648">
                  <c:v>3.008654936456828</c:v>
                </c:pt>
                <c:pt idx="649">
                  <c:v>3.1111832949081668</c:v>
                </c:pt>
                <c:pt idx="650">
                  <c:v>3.1995221341686322</c:v>
                </c:pt>
                <c:pt idx="651">
                  <c:v>3.2771716118730421</c:v>
                </c:pt>
                <c:pt idx="652">
                  <c:v>3.3330848146625351</c:v>
                </c:pt>
                <c:pt idx="653">
                  <c:v>3.3698604326130641</c:v>
                </c:pt>
                <c:pt idx="654">
                  <c:v>3.392960654151802</c:v>
                </c:pt>
                <c:pt idx="655">
                  <c:v>3.406541071090484</c:v>
                </c:pt>
                <c:pt idx="656">
                  <c:v>3.4115914813484789</c:v>
                </c:pt>
                <c:pt idx="657">
                  <c:v>3.4094820233832781</c:v>
                </c:pt>
                <c:pt idx="658">
                  <c:v>3.4023946930836702</c:v>
                </c:pt>
                <c:pt idx="659">
                  <c:v>3.3914000917020268</c:v>
                </c:pt>
                <c:pt idx="660">
                  <c:v>3.376828468248056</c:v>
                </c:pt>
                <c:pt idx="661">
                  <c:v>3.3597696208498</c:v>
                </c:pt>
                <c:pt idx="662">
                  <c:v>3.34171710471758</c:v>
                </c:pt>
                <c:pt idx="663">
                  <c:v>3.3236567009385372</c:v>
                </c:pt>
                <c:pt idx="664">
                  <c:v>3.3051864869194389</c:v>
                </c:pt>
                <c:pt idx="665">
                  <c:v>3.2863386750588242</c:v>
                </c:pt>
                <c:pt idx="666">
                  <c:v>3.265662030444354</c:v>
                </c:pt>
                <c:pt idx="667">
                  <c:v>3.243653981071335</c:v>
                </c:pt>
                <c:pt idx="668">
                  <c:v>3.2214507190819779</c:v>
                </c:pt>
                <c:pt idx="669">
                  <c:v>3.1999436793501328</c:v>
                </c:pt>
                <c:pt idx="670">
                  <c:v>3.1788245408307638</c:v>
                </c:pt>
                <c:pt idx="671">
                  <c:v>3.157185272800394</c:v>
                </c:pt>
                <c:pt idx="672">
                  <c:v>3.1345864377509471</c:v>
                </c:pt>
                <c:pt idx="673">
                  <c:v>3.1116127142964451</c:v>
                </c:pt>
                <c:pt idx="674">
                  <c:v>3.0888489171946838</c:v>
                </c:pt>
                <c:pt idx="675">
                  <c:v>3.0685383945101972</c:v>
                </c:pt>
                <c:pt idx="676">
                  <c:v>3.064112215410181</c:v>
                </c:pt>
                <c:pt idx="677">
                  <c:v>3.088489329503024</c:v>
                </c:pt>
                <c:pt idx="678">
                  <c:v>3.13594109513854</c:v>
                </c:pt>
                <c:pt idx="679">
                  <c:v>3.2004225599431879</c:v>
                </c:pt>
                <c:pt idx="680">
                  <c:v>3.2632888493251389</c:v>
                </c:pt>
                <c:pt idx="681">
                  <c:v>3.311923730074136</c:v>
                </c:pt>
                <c:pt idx="682">
                  <c:v>3.3494170670817578</c:v>
                </c:pt>
                <c:pt idx="683">
                  <c:v>3.378769257970665</c:v>
                </c:pt>
                <c:pt idx="684">
                  <c:v>3.3973247463467922</c:v>
                </c:pt>
                <c:pt idx="685">
                  <c:v>3.405517369411212</c:v>
                </c:pt>
                <c:pt idx="686">
                  <c:v>3.4060003919810891</c:v>
                </c:pt>
                <c:pt idx="687">
                  <c:v>3.4007571853855749</c:v>
                </c:pt>
                <c:pt idx="688">
                  <c:v>3.3911682584158318</c:v>
                </c:pt>
                <c:pt idx="689">
                  <c:v>3.3781299918960568</c:v>
                </c:pt>
                <c:pt idx="690">
                  <c:v>3.3623673106094092</c:v>
                </c:pt>
                <c:pt idx="691">
                  <c:v>3.3445364158404698</c:v>
                </c:pt>
                <c:pt idx="692">
                  <c:v>3.3249559119913008</c:v>
                </c:pt>
                <c:pt idx="693">
                  <c:v>3.3039154684401342</c:v>
                </c:pt>
                <c:pt idx="694">
                  <c:v>3.281724663006103</c:v>
                </c:pt>
                <c:pt idx="695">
                  <c:v>3.258601281770559</c:v>
                </c:pt>
                <c:pt idx="696">
                  <c:v>3.2350887292479809</c:v>
                </c:pt>
                <c:pt idx="697">
                  <c:v>3.211447492798345</c:v>
                </c:pt>
                <c:pt idx="698">
                  <c:v>3.187863897579077</c:v>
                </c:pt>
                <c:pt idx="699">
                  <c:v>3.1649868806323451</c:v>
                </c:pt>
                <c:pt idx="700">
                  <c:v>3.143411441305441</c:v>
                </c:pt>
                <c:pt idx="701">
                  <c:v>3.1220920942669679</c:v>
                </c:pt>
                <c:pt idx="702">
                  <c:v>3.1001628080485708</c:v>
                </c:pt>
                <c:pt idx="703">
                  <c:v>3.0777259805297179</c:v>
                </c:pt>
                <c:pt idx="704">
                  <c:v>3.055666686306068</c:v>
                </c:pt>
                <c:pt idx="705">
                  <c:v>3.03572068701054</c:v>
                </c:pt>
                <c:pt idx="706">
                  <c:v>3.0223821479291839</c:v>
                </c:pt>
                <c:pt idx="707">
                  <c:v>3.0196377274915172</c:v>
                </c:pt>
                <c:pt idx="708">
                  <c:v>3.023421926611793</c:v>
                </c:pt>
                <c:pt idx="709">
                  <c:v>3.0229635833774662</c:v>
                </c:pt>
                <c:pt idx="710">
                  <c:v>3.015792814102519</c:v>
                </c:pt>
                <c:pt idx="711">
                  <c:v>3.003930630043643</c:v>
                </c:pt>
                <c:pt idx="712">
                  <c:v>2.9896177826793688</c:v>
                </c:pt>
                <c:pt idx="713">
                  <c:v>2.974270382828728</c:v>
                </c:pt>
                <c:pt idx="714">
                  <c:v>2.9581027983189951</c:v>
                </c:pt>
                <c:pt idx="715">
                  <c:v>2.9433422536361649</c:v>
                </c:pt>
                <c:pt idx="716">
                  <c:v>2.933992127339021</c:v>
                </c:pt>
                <c:pt idx="717">
                  <c:v>2.93042074611343</c:v>
                </c:pt>
                <c:pt idx="718">
                  <c:v>2.9235973516207232</c:v>
                </c:pt>
                <c:pt idx="719">
                  <c:v>2.9119734779496511</c:v>
                </c:pt>
                <c:pt idx="720">
                  <c:v>2.897431813467406</c:v>
                </c:pt>
                <c:pt idx="721">
                  <c:v>2.8818276372255611</c:v>
                </c:pt>
                <c:pt idx="722">
                  <c:v>2.866463096667776</c:v>
                </c:pt>
                <c:pt idx="723">
                  <c:v>2.8501969024414242</c:v>
                </c:pt>
                <c:pt idx="724">
                  <c:v>2.833887639932712</c:v>
                </c:pt>
                <c:pt idx="725">
                  <c:v>2.818043118024403</c:v>
                </c:pt>
                <c:pt idx="726">
                  <c:v>2.799885372312144</c:v>
                </c:pt>
                <c:pt idx="727">
                  <c:v>2.7799039906293181</c:v>
                </c:pt>
                <c:pt idx="728">
                  <c:v>2.7589043549451362</c:v>
                </c:pt>
                <c:pt idx="729">
                  <c:v>2.7373108145443541</c:v>
                </c:pt>
                <c:pt idx="730">
                  <c:v>2.7156207595394859</c:v>
                </c:pt>
                <c:pt idx="731">
                  <c:v>2.693949722936416</c:v>
                </c:pt>
                <c:pt idx="732">
                  <c:v>2.6734457655074109</c:v>
                </c:pt>
                <c:pt idx="733">
                  <c:v>2.655494608909148</c:v>
                </c:pt>
                <c:pt idx="734">
                  <c:v>2.6411575020694529</c:v>
                </c:pt>
                <c:pt idx="735">
                  <c:v>2.6295118549985199</c:v>
                </c:pt>
                <c:pt idx="736">
                  <c:v>2.620550385940406</c:v>
                </c:pt>
                <c:pt idx="737">
                  <c:v>2.6138465797042572</c:v>
                </c:pt>
                <c:pt idx="738">
                  <c:v>2.6118401691578121</c:v>
                </c:pt>
                <c:pt idx="739">
                  <c:v>2.6133305175203558</c:v>
                </c:pt>
                <c:pt idx="740">
                  <c:v>2.612791711542954</c:v>
                </c:pt>
                <c:pt idx="741">
                  <c:v>2.607845743016012</c:v>
                </c:pt>
                <c:pt idx="742">
                  <c:v>2.5977650800423562</c:v>
                </c:pt>
                <c:pt idx="743">
                  <c:v>2.5834162022424181</c:v>
                </c:pt>
                <c:pt idx="744">
                  <c:v>2.5662252365727691</c:v>
                </c:pt>
                <c:pt idx="745">
                  <c:v>2.5471218062812162</c:v>
                </c:pt>
                <c:pt idx="746">
                  <c:v>2.5268825579499592</c:v>
                </c:pt>
                <c:pt idx="747">
                  <c:v>2.5062770303865092</c:v>
                </c:pt>
                <c:pt idx="748">
                  <c:v>2.485603680016466</c:v>
                </c:pt>
                <c:pt idx="749">
                  <c:v>2.4648516889270038</c:v>
                </c:pt>
                <c:pt idx="750">
                  <c:v>2.4440011300688922</c:v>
                </c:pt>
                <c:pt idx="751">
                  <c:v>2.4231858387730481</c:v>
                </c:pt>
                <c:pt idx="752">
                  <c:v>2.4026711700275278</c:v>
                </c:pt>
                <c:pt idx="753">
                  <c:v>2.38234942386417</c:v>
                </c:pt>
                <c:pt idx="754">
                  <c:v>2.361975347947999</c:v>
                </c:pt>
                <c:pt idx="755">
                  <c:v>2.3417642385242119</c:v>
                </c:pt>
                <c:pt idx="756">
                  <c:v>2.3217617319425532</c:v>
                </c:pt>
                <c:pt idx="757">
                  <c:v>2.301851344935625</c:v>
                </c:pt>
                <c:pt idx="758">
                  <c:v>2.282390472997561</c:v>
                </c:pt>
                <c:pt idx="759">
                  <c:v>2.2652559265029839</c:v>
                </c:pt>
                <c:pt idx="760">
                  <c:v>2.253265128361245</c:v>
                </c:pt>
                <c:pt idx="761">
                  <c:v>2.2457915139797229</c:v>
                </c:pt>
                <c:pt idx="762">
                  <c:v>2.2400495173026091</c:v>
                </c:pt>
                <c:pt idx="763">
                  <c:v>2.2377294774549661</c:v>
                </c:pt>
                <c:pt idx="764">
                  <c:v>2.2361713571059179</c:v>
                </c:pt>
                <c:pt idx="765">
                  <c:v>2.2348602273310201</c:v>
                </c:pt>
                <c:pt idx="766">
                  <c:v>2.2314909798411828</c:v>
                </c:pt>
                <c:pt idx="767">
                  <c:v>2.2219902188223628</c:v>
                </c:pt>
                <c:pt idx="768">
                  <c:v>2.2077226255167779</c:v>
                </c:pt>
                <c:pt idx="769">
                  <c:v>2.1920058227508421</c:v>
                </c:pt>
                <c:pt idx="770">
                  <c:v>2.1819084908150481</c:v>
                </c:pt>
                <c:pt idx="771">
                  <c:v>2.177624875927636</c:v>
                </c:pt>
                <c:pt idx="772">
                  <c:v>2.1708316253876538</c:v>
                </c:pt>
                <c:pt idx="773">
                  <c:v>2.1604311886639409</c:v>
                </c:pt>
                <c:pt idx="774">
                  <c:v>2.1546115967883832</c:v>
                </c:pt>
                <c:pt idx="775">
                  <c:v>2.1639490736412199</c:v>
                </c:pt>
                <c:pt idx="776">
                  <c:v>2.1902054565865741</c:v>
                </c:pt>
                <c:pt idx="777">
                  <c:v>2.2307679601096169</c:v>
                </c:pt>
                <c:pt idx="778">
                  <c:v>2.277035149828583</c:v>
                </c:pt>
                <c:pt idx="779">
                  <c:v>2.3202593488391909</c:v>
                </c:pt>
                <c:pt idx="780">
                  <c:v>2.3549059769623182</c:v>
                </c:pt>
                <c:pt idx="781">
                  <c:v>2.3766297949259929</c:v>
                </c:pt>
                <c:pt idx="782">
                  <c:v>2.3843259016842091</c:v>
                </c:pt>
                <c:pt idx="783">
                  <c:v>2.3808521506378679</c:v>
                </c:pt>
                <c:pt idx="784">
                  <c:v>2.3706017872004939</c:v>
                </c:pt>
                <c:pt idx="785">
                  <c:v>2.3569982444421949</c:v>
                </c:pt>
                <c:pt idx="786">
                  <c:v>2.3421035913242978</c:v>
                </c:pt>
                <c:pt idx="787">
                  <c:v>2.3261660632331269</c:v>
                </c:pt>
                <c:pt idx="788">
                  <c:v>2.3093591681406198</c:v>
                </c:pt>
                <c:pt idx="789">
                  <c:v>2.2925460400565831</c:v>
                </c:pt>
                <c:pt idx="790">
                  <c:v>2.2763486207159431</c:v>
                </c:pt>
                <c:pt idx="791">
                  <c:v>2.2608769525851131</c:v>
                </c:pt>
                <c:pt idx="792">
                  <c:v>2.248878178456041</c:v>
                </c:pt>
                <c:pt idx="793">
                  <c:v>2.249966632181184</c:v>
                </c:pt>
                <c:pt idx="794">
                  <c:v>2.2761664190208131</c:v>
                </c:pt>
                <c:pt idx="795">
                  <c:v>2.3331918667401048</c:v>
                </c:pt>
                <c:pt idx="796">
                  <c:v>2.4137696791315721</c:v>
                </c:pt>
                <c:pt idx="797">
                  <c:v>2.4974769600538882</c:v>
                </c:pt>
                <c:pt idx="798">
                  <c:v>2.5727443802014531</c:v>
                </c:pt>
                <c:pt idx="799">
                  <c:v>2.6319683250444399</c:v>
                </c:pt>
                <c:pt idx="800">
                  <c:v>2.6729529484104031</c:v>
                </c:pt>
                <c:pt idx="801">
                  <c:v>2.6998840291002129</c:v>
                </c:pt>
                <c:pt idx="802">
                  <c:v>2.715094289173912</c:v>
                </c:pt>
                <c:pt idx="803">
                  <c:v>2.7213366458112862</c:v>
                </c:pt>
                <c:pt idx="804">
                  <c:v>2.720569469318554</c:v>
                </c:pt>
                <c:pt idx="805">
                  <c:v>2.7133412910702761</c:v>
                </c:pt>
                <c:pt idx="806">
                  <c:v>2.7021575327389482</c:v>
                </c:pt>
                <c:pt idx="807">
                  <c:v>2.6873423170311641</c:v>
                </c:pt>
                <c:pt idx="808">
                  <c:v>2.669565860072201</c:v>
                </c:pt>
                <c:pt idx="809">
                  <c:v>2.6502347791581342</c:v>
                </c:pt>
                <c:pt idx="810">
                  <c:v>2.630575501178146</c:v>
                </c:pt>
                <c:pt idx="811">
                  <c:v>2.6107542568723892</c:v>
                </c:pt>
                <c:pt idx="812">
                  <c:v>2.5904627131158602</c:v>
                </c:pt>
                <c:pt idx="813">
                  <c:v>2.569921509024113</c:v>
                </c:pt>
                <c:pt idx="814">
                  <c:v>2.5499601014219939</c:v>
                </c:pt>
                <c:pt idx="815">
                  <c:v>2.530519449085995</c:v>
                </c:pt>
                <c:pt idx="816">
                  <c:v>2.5111421209476918</c:v>
                </c:pt>
                <c:pt idx="817">
                  <c:v>2.4911586328827542</c:v>
                </c:pt>
                <c:pt idx="818">
                  <c:v>2.4709041450120739</c:v>
                </c:pt>
                <c:pt idx="819">
                  <c:v>2.4511160343507639</c:v>
                </c:pt>
                <c:pt idx="820">
                  <c:v>2.4321330027945089</c:v>
                </c:pt>
                <c:pt idx="821">
                  <c:v>2.4155298063887178</c:v>
                </c:pt>
                <c:pt idx="822">
                  <c:v>2.404716131775992</c:v>
                </c:pt>
                <c:pt idx="823">
                  <c:v>2.3930627672499121</c:v>
                </c:pt>
                <c:pt idx="824">
                  <c:v>2.3788154026414552</c:v>
                </c:pt>
                <c:pt idx="825">
                  <c:v>2.3673055308255488</c:v>
                </c:pt>
                <c:pt idx="826">
                  <c:v>2.37737541344092</c:v>
                </c:pt>
                <c:pt idx="827">
                  <c:v>2.4159277687280638</c:v>
                </c:pt>
                <c:pt idx="828">
                  <c:v>2.4465920148361162</c:v>
                </c:pt>
                <c:pt idx="829">
                  <c:v>2.4603685081722011</c:v>
                </c:pt>
                <c:pt idx="830">
                  <c:v>2.4616038755919791</c:v>
                </c:pt>
                <c:pt idx="831">
                  <c:v>2.4550220433345831</c:v>
                </c:pt>
                <c:pt idx="832">
                  <c:v>2.4440524199004829</c:v>
                </c:pt>
                <c:pt idx="833">
                  <c:v>2.4320349724042019</c:v>
                </c:pt>
                <c:pt idx="834">
                  <c:v>2.4246054141683619</c:v>
                </c:pt>
                <c:pt idx="835">
                  <c:v>2.427929362282768</c:v>
                </c:pt>
                <c:pt idx="836">
                  <c:v>2.4479376641573962</c:v>
                </c:pt>
                <c:pt idx="837">
                  <c:v>2.488234050147434</c:v>
                </c:pt>
                <c:pt idx="838">
                  <c:v>2.5389320023790818</c:v>
                </c:pt>
                <c:pt idx="839">
                  <c:v>2.5737660513150251</c:v>
                </c:pt>
                <c:pt idx="840">
                  <c:v>2.5911326810015511</c:v>
                </c:pt>
                <c:pt idx="841">
                  <c:v>2.5953570368336738</c:v>
                </c:pt>
                <c:pt idx="842">
                  <c:v>2.590501466201439</c:v>
                </c:pt>
                <c:pt idx="843">
                  <c:v>2.5800479764433941</c:v>
                </c:pt>
                <c:pt idx="844">
                  <c:v>2.5665332867276711</c:v>
                </c:pt>
                <c:pt idx="845">
                  <c:v>2.5509791901708478</c:v>
                </c:pt>
                <c:pt idx="846">
                  <c:v>2.5340049636065469</c:v>
                </c:pt>
                <c:pt idx="847">
                  <c:v>2.5162120099011398</c:v>
                </c:pt>
                <c:pt idx="848">
                  <c:v>2.4976695339464179</c:v>
                </c:pt>
                <c:pt idx="849">
                  <c:v>2.4791327318630949</c:v>
                </c:pt>
                <c:pt idx="850">
                  <c:v>2.46070418251194</c:v>
                </c:pt>
                <c:pt idx="851">
                  <c:v>2.4412280398815871</c:v>
                </c:pt>
                <c:pt idx="852">
                  <c:v>2.4208810888459849</c:v>
                </c:pt>
                <c:pt idx="853">
                  <c:v>2.4004805177490369</c:v>
                </c:pt>
                <c:pt idx="854">
                  <c:v>2.3808094767214119</c:v>
                </c:pt>
                <c:pt idx="855">
                  <c:v>2.3620706246425809</c:v>
                </c:pt>
                <c:pt idx="856">
                  <c:v>2.343839245667481</c:v>
                </c:pt>
                <c:pt idx="857">
                  <c:v>2.32552966132973</c:v>
                </c:pt>
                <c:pt idx="858">
                  <c:v>2.3068973005192359</c:v>
                </c:pt>
                <c:pt idx="859">
                  <c:v>2.2884201274534788</c:v>
                </c:pt>
                <c:pt idx="860">
                  <c:v>2.2703013524385289</c:v>
                </c:pt>
                <c:pt idx="861">
                  <c:v>2.252283771817039</c:v>
                </c:pt>
                <c:pt idx="862">
                  <c:v>2.234209776884486</c:v>
                </c:pt>
                <c:pt idx="863">
                  <c:v>2.2164282876213051</c:v>
                </c:pt>
                <c:pt idx="864">
                  <c:v>2.1993710478328068</c:v>
                </c:pt>
                <c:pt idx="865">
                  <c:v>2.1834153344396832</c:v>
                </c:pt>
                <c:pt idx="866">
                  <c:v>2.1689122684457942</c:v>
                </c:pt>
                <c:pt idx="867">
                  <c:v>2.1624595187023918</c:v>
                </c:pt>
                <c:pt idx="868">
                  <c:v>2.1787760207932561</c:v>
                </c:pt>
                <c:pt idx="869">
                  <c:v>2.208517756887399</c:v>
                </c:pt>
                <c:pt idx="870">
                  <c:v>2.2317439403813562</c:v>
                </c:pt>
                <c:pt idx="871">
                  <c:v>2.2479051591859589</c:v>
                </c:pt>
                <c:pt idx="872">
                  <c:v>2.2603835155264842</c:v>
                </c:pt>
                <c:pt idx="873">
                  <c:v>2.2649084246382971</c:v>
                </c:pt>
                <c:pt idx="874">
                  <c:v>2.2604524739123129</c:v>
                </c:pt>
                <c:pt idx="875">
                  <c:v>2.2502925074266109</c:v>
                </c:pt>
                <c:pt idx="876">
                  <c:v>2.23802643011043</c:v>
                </c:pt>
                <c:pt idx="877">
                  <c:v>2.2273923510429978</c:v>
                </c:pt>
                <c:pt idx="878">
                  <c:v>2.2190395089324202</c:v>
                </c:pt>
                <c:pt idx="879">
                  <c:v>2.2094929822299072</c:v>
                </c:pt>
                <c:pt idx="880">
                  <c:v>2.196746500309807</c:v>
                </c:pt>
                <c:pt idx="881">
                  <c:v>2.181195843393875</c:v>
                </c:pt>
                <c:pt idx="882">
                  <c:v>2.1633839673723139</c:v>
                </c:pt>
                <c:pt idx="883">
                  <c:v>2.1445504192263578</c:v>
                </c:pt>
                <c:pt idx="884">
                  <c:v>2.1256426233304571</c:v>
                </c:pt>
                <c:pt idx="885">
                  <c:v>2.1069902149909061</c:v>
                </c:pt>
                <c:pt idx="886">
                  <c:v>2.088551906720542</c:v>
                </c:pt>
                <c:pt idx="887">
                  <c:v>2.070378728708282</c:v>
                </c:pt>
                <c:pt idx="888">
                  <c:v>2.052694457415742</c:v>
                </c:pt>
                <c:pt idx="889">
                  <c:v>2.0360090525928158</c:v>
                </c:pt>
                <c:pt idx="890">
                  <c:v>2.0204754139502921</c:v>
                </c:pt>
                <c:pt idx="891">
                  <c:v>2.0052891881080219</c:v>
                </c:pt>
                <c:pt idx="892">
                  <c:v>1.991455744112161</c:v>
                </c:pt>
                <c:pt idx="893">
                  <c:v>1.977268136202593</c:v>
                </c:pt>
                <c:pt idx="894">
                  <c:v>1.962118441861503</c:v>
                </c:pt>
                <c:pt idx="895">
                  <c:v>1.945924269634751</c:v>
                </c:pt>
                <c:pt idx="896">
                  <c:v>1.9289459324391489</c:v>
                </c:pt>
                <c:pt idx="897">
                  <c:v>1.9119162799613361</c:v>
                </c:pt>
                <c:pt idx="898">
                  <c:v>1.8955072822297769</c:v>
                </c:pt>
                <c:pt idx="899">
                  <c:v>1.880032463969078</c:v>
                </c:pt>
                <c:pt idx="900">
                  <c:v>1.865249811000999</c:v>
                </c:pt>
                <c:pt idx="901">
                  <c:v>1.8507575272379231</c:v>
                </c:pt>
                <c:pt idx="902">
                  <c:v>1.836963490239635</c:v>
                </c:pt>
                <c:pt idx="903">
                  <c:v>1.8261785853672829</c:v>
                </c:pt>
                <c:pt idx="904">
                  <c:v>1.822522167643329</c:v>
                </c:pt>
                <c:pt idx="905">
                  <c:v>1.8206160193296961</c:v>
                </c:pt>
                <c:pt idx="906">
                  <c:v>1.8166125834931099</c:v>
                </c:pt>
                <c:pt idx="907">
                  <c:v>1.809543310388114</c:v>
                </c:pt>
                <c:pt idx="908">
                  <c:v>1.8009535948616231</c:v>
                </c:pt>
                <c:pt idx="909">
                  <c:v>1.7930715589486641</c:v>
                </c:pt>
                <c:pt idx="910">
                  <c:v>1.789262602287168</c:v>
                </c:pt>
                <c:pt idx="911">
                  <c:v>1.791841864176938</c:v>
                </c:pt>
                <c:pt idx="912">
                  <c:v>1.7951272482873499</c:v>
                </c:pt>
                <c:pt idx="913">
                  <c:v>1.790927827937451</c:v>
                </c:pt>
                <c:pt idx="914">
                  <c:v>1.780512263616872</c:v>
                </c:pt>
                <c:pt idx="915">
                  <c:v>1.767504964381003</c:v>
                </c:pt>
                <c:pt idx="916">
                  <c:v>1.752447779783487</c:v>
                </c:pt>
                <c:pt idx="917">
                  <c:v>1.736502582285832</c:v>
                </c:pt>
                <c:pt idx="918">
                  <c:v>1.7208914475750181</c:v>
                </c:pt>
                <c:pt idx="919">
                  <c:v>1.7063833341487911</c:v>
                </c:pt>
                <c:pt idx="920">
                  <c:v>1.6933274455650049</c:v>
                </c:pt>
                <c:pt idx="921">
                  <c:v>1.681790949340396</c:v>
                </c:pt>
                <c:pt idx="922">
                  <c:v>1.671344128043698</c:v>
                </c:pt>
                <c:pt idx="923">
                  <c:v>1.66148080071106</c:v>
                </c:pt>
                <c:pt idx="924">
                  <c:v>1.651161863708164</c:v>
                </c:pt>
                <c:pt idx="925">
                  <c:v>1.6411482595614351</c:v>
                </c:pt>
                <c:pt idx="926">
                  <c:v>1.641526746400263</c:v>
                </c:pt>
                <c:pt idx="927">
                  <c:v>1.6930076474003819</c:v>
                </c:pt>
                <c:pt idx="928">
                  <c:v>1.836524351878968</c:v>
                </c:pt>
                <c:pt idx="929">
                  <c:v>2.0143292443909089</c:v>
                </c:pt>
                <c:pt idx="930">
                  <c:v>2.1510609995345091</c:v>
                </c:pt>
                <c:pt idx="931">
                  <c:v>2.2415295479391708</c:v>
                </c:pt>
                <c:pt idx="932">
                  <c:v>2.2922034795181658</c:v>
                </c:pt>
                <c:pt idx="933">
                  <c:v>2.3157132752676</c:v>
                </c:pt>
                <c:pt idx="934">
                  <c:v>2.3225120832378559</c:v>
                </c:pt>
                <c:pt idx="935">
                  <c:v>2.3188325308281561</c:v>
                </c:pt>
                <c:pt idx="936">
                  <c:v>2.309213002439976</c:v>
                </c:pt>
                <c:pt idx="937">
                  <c:v>2.2966147681201798</c:v>
                </c:pt>
                <c:pt idx="938">
                  <c:v>2.2828649857089198</c:v>
                </c:pt>
                <c:pt idx="939">
                  <c:v>2.2688620132260331</c:v>
                </c:pt>
                <c:pt idx="940">
                  <c:v>2.254278193039899</c:v>
                </c:pt>
                <c:pt idx="941">
                  <c:v>2.2389763228995849</c:v>
                </c:pt>
                <c:pt idx="942">
                  <c:v>2.223544324528798</c:v>
                </c:pt>
                <c:pt idx="943">
                  <c:v>2.208491259595573</c:v>
                </c:pt>
                <c:pt idx="944">
                  <c:v>2.1942369488459419</c:v>
                </c:pt>
                <c:pt idx="945">
                  <c:v>2.183033377438174</c:v>
                </c:pt>
                <c:pt idx="946">
                  <c:v>2.1977043826989111</c:v>
                </c:pt>
                <c:pt idx="947">
                  <c:v>2.2882484388850091</c:v>
                </c:pt>
                <c:pt idx="948">
                  <c:v>2.4367969400772602</c:v>
                </c:pt>
                <c:pt idx="949">
                  <c:v>2.5707632544506152</c:v>
                </c:pt>
                <c:pt idx="950">
                  <c:v>2.6613092049082829</c:v>
                </c:pt>
                <c:pt idx="951">
                  <c:v>2.7170710466392172</c:v>
                </c:pt>
                <c:pt idx="952">
                  <c:v>2.7482193601342768</c:v>
                </c:pt>
                <c:pt idx="953">
                  <c:v>2.7625549041341362</c:v>
                </c:pt>
                <c:pt idx="954">
                  <c:v>2.7657884598974518</c:v>
                </c:pt>
                <c:pt idx="955">
                  <c:v>2.7616101453978099</c:v>
                </c:pt>
                <c:pt idx="956">
                  <c:v>2.752219401054294</c:v>
                </c:pt>
                <c:pt idx="957">
                  <c:v>2.7391705457973998</c:v>
                </c:pt>
                <c:pt idx="958">
                  <c:v>2.7235461170217241</c:v>
                </c:pt>
                <c:pt idx="959">
                  <c:v>2.7061548063256811</c:v>
                </c:pt>
                <c:pt idx="960">
                  <c:v>2.6876602198629902</c:v>
                </c:pt>
                <c:pt idx="961">
                  <c:v>2.6680152363609428</c:v>
                </c:pt>
                <c:pt idx="962">
                  <c:v>2.6473554014599099</c:v>
                </c:pt>
                <c:pt idx="963">
                  <c:v>2.6261354411279392</c:v>
                </c:pt>
                <c:pt idx="964">
                  <c:v>2.6044599767935428</c:v>
                </c:pt>
                <c:pt idx="965">
                  <c:v>2.5826252842853692</c:v>
                </c:pt>
                <c:pt idx="966">
                  <c:v>2.5612549031176282</c:v>
                </c:pt>
                <c:pt idx="967">
                  <c:v>2.5409863075430379</c:v>
                </c:pt>
                <c:pt idx="968">
                  <c:v>2.522175346108078</c:v>
                </c:pt>
                <c:pt idx="969">
                  <c:v>2.5043818978142571</c:v>
                </c:pt>
                <c:pt idx="970">
                  <c:v>2.486764831301735</c:v>
                </c:pt>
                <c:pt idx="971">
                  <c:v>2.4685418168327788</c:v>
                </c:pt>
                <c:pt idx="972">
                  <c:v>2.4497620847338748</c:v>
                </c:pt>
                <c:pt idx="973">
                  <c:v>2.430937151025887</c:v>
                </c:pt>
                <c:pt idx="974">
                  <c:v>2.412426556140332</c:v>
                </c:pt>
                <c:pt idx="975">
                  <c:v>2.3947782466700471</c:v>
                </c:pt>
                <c:pt idx="976">
                  <c:v>2.3803683734429422</c:v>
                </c:pt>
                <c:pt idx="977">
                  <c:v>2.3670585019743742</c:v>
                </c:pt>
                <c:pt idx="978">
                  <c:v>2.351564957096195</c:v>
                </c:pt>
                <c:pt idx="979">
                  <c:v>2.334435905227382</c:v>
                </c:pt>
                <c:pt idx="980">
                  <c:v>2.319153535066834</c:v>
                </c:pt>
                <c:pt idx="981">
                  <c:v>2.3160635405667152</c:v>
                </c:pt>
                <c:pt idx="982">
                  <c:v>2.3324276942835942</c:v>
                </c:pt>
                <c:pt idx="983">
                  <c:v>2.3607836263824979</c:v>
                </c:pt>
                <c:pt idx="984">
                  <c:v>2.3913121022074142</c:v>
                </c:pt>
                <c:pt idx="985">
                  <c:v>2.4164586853229788</c:v>
                </c:pt>
                <c:pt idx="986">
                  <c:v>2.428130101710936</c:v>
                </c:pt>
                <c:pt idx="987">
                  <c:v>2.42828021447714</c:v>
                </c:pt>
                <c:pt idx="988">
                  <c:v>2.4216875542528848</c:v>
                </c:pt>
                <c:pt idx="989">
                  <c:v>2.4102643224926918</c:v>
                </c:pt>
                <c:pt idx="990">
                  <c:v>2.3962283112790459</c:v>
                </c:pt>
                <c:pt idx="991">
                  <c:v>2.3807800847743459</c:v>
                </c:pt>
                <c:pt idx="992">
                  <c:v>2.3656814022958059</c:v>
                </c:pt>
                <c:pt idx="993">
                  <c:v>2.352896229229378</c:v>
                </c:pt>
                <c:pt idx="994">
                  <c:v>2.3420944903533001</c:v>
                </c:pt>
                <c:pt idx="995">
                  <c:v>2.331048597400557</c:v>
                </c:pt>
                <c:pt idx="996">
                  <c:v>2.3184676104865551</c:v>
                </c:pt>
                <c:pt idx="997">
                  <c:v>2.3048663509072211</c:v>
                </c:pt>
                <c:pt idx="998">
                  <c:v>2.2907453906586008</c:v>
                </c:pt>
                <c:pt idx="999">
                  <c:v>2.2766634704114721</c:v>
                </c:pt>
                <c:pt idx="1000">
                  <c:v>2.2628522909808919</c:v>
                </c:pt>
                <c:pt idx="1001">
                  <c:v>2.2499328168532471</c:v>
                </c:pt>
                <c:pt idx="1002">
                  <c:v>2.2366718421056611</c:v>
                </c:pt>
                <c:pt idx="1003">
                  <c:v>2.2218518600286892</c:v>
                </c:pt>
                <c:pt idx="1004">
                  <c:v>2.205515291764776</c:v>
                </c:pt>
                <c:pt idx="1005">
                  <c:v>2.1885043760543228</c:v>
                </c:pt>
                <c:pt idx="1006">
                  <c:v>2.1708126830203689</c:v>
                </c:pt>
                <c:pt idx="1007">
                  <c:v>2.1521454553437831</c:v>
                </c:pt>
                <c:pt idx="1008">
                  <c:v>2.1327520922818048</c:v>
                </c:pt>
                <c:pt idx="1009">
                  <c:v>2.113233396843849</c:v>
                </c:pt>
                <c:pt idx="1010">
                  <c:v>2.0940526597685678</c:v>
                </c:pt>
                <c:pt idx="1011">
                  <c:v>2.0756606776293198</c:v>
                </c:pt>
                <c:pt idx="1012">
                  <c:v>2.0584302589481092</c:v>
                </c:pt>
                <c:pt idx="1013">
                  <c:v>2.0426271258777571</c:v>
                </c:pt>
                <c:pt idx="1014">
                  <c:v>2.027855695740886</c:v>
                </c:pt>
                <c:pt idx="1015">
                  <c:v>2.0137565572055971</c:v>
                </c:pt>
                <c:pt idx="1016">
                  <c:v>2.0003863810998141</c:v>
                </c:pt>
                <c:pt idx="1017">
                  <c:v>1.9878675122450009</c:v>
                </c:pt>
                <c:pt idx="1018">
                  <c:v>1.976250450199551</c:v>
                </c:pt>
                <c:pt idx="1019">
                  <c:v>1.9655189743462651</c:v>
                </c:pt>
                <c:pt idx="1020">
                  <c:v>1.9553065566345611</c:v>
                </c:pt>
                <c:pt idx="1021">
                  <c:v>1.9472771576865631</c:v>
                </c:pt>
                <c:pt idx="1022">
                  <c:v>1.9442217603746199</c:v>
                </c:pt>
                <c:pt idx="1023">
                  <c:v>1.9504175357829709</c:v>
                </c:pt>
                <c:pt idx="1024">
                  <c:v>1.967915511683848</c:v>
                </c:pt>
                <c:pt idx="1025">
                  <c:v>1.9943820543308779</c:v>
                </c:pt>
                <c:pt idx="1026">
                  <c:v>2.0243666669664711</c:v>
                </c:pt>
                <c:pt idx="1027">
                  <c:v>2.0568135373014589</c:v>
                </c:pt>
                <c:pt idx="1028">
                  <c:v>2.087409193624512</c:v>
                </c:pt>
                <c:pt idx="1029">
                  <c:v>2.11257222566051</c:v>
                </c:pt>
                <c:pt idx="1030">
                  <c:v>2.1305201801366001</c:v>
                </c:pt>
                <c:pt idx="1031">
                  <c:v>2.138983902652575</c:v>
                </c:pt>
                <c:pt idx="1032">
                  <c:v>2.139731411683369</c:v>
                </c:pt>
                <c:pt idx="1033">
                  <c:v>2.136088369083323</c:v>
                </c:pt>
                <c:pt idx="1034">
                  <c:v>2.1287674554030902</c:v>
                </c:pt>
                <c:pt idx="1035">
                  <c:v>2.1165272310472818</c:v>
                </c:pt>
                <c:pt idx="1036">
                  <c:v>2.101796849646842</c:v>
                </c:pt>
                <c:pt idx="1037">
                  <c:v>2.0886282746170579</c:v>
                </c:pt>
                <c:pt idx="1038">
                  <c:v>2.078635899808817</c:v>
                </c:pt>
                <c:pt idx="1039">
                  <c:v>2.0696332421140982</c:v>
                </c:pt>
                <c:pt idx="1040">
                  <c:v>2.058246714532844</c:v>
                </c:pt>
                <c:pt idx="1041">
                  <c:v>2.043274061500342</c:v>
                </c:pt>
                <c:pt idx="1042">
                  <c:v>2.0260603806794268</c:v>
                </c:pt>
                <c:pt idx="1043">
                  <c:v>2.0081223993596971</c:v>
                </c:pt>
                <c:pt idx="1044">
                  <c:v>1.990382515219687</c:v>
                </c:pt>
                <c:pt idx="1045">
                  <c:v>1.9735793573321869</c:v>
                </c:pt>
                <c:pt idx="1046">
                  <c:v>1.958319059489293</c:v>
                </c:pt>
                <c:pt idx="1047">
                  <c:v>1.9431798635665249</c:v>
                </c:pt>
                <c:pt idx="1048">
                  <c:v>1.927313594434213</c:v>
                </c:pt>
                <c:pt idx="1049">
                  <c:v>1.9109526606355109</c:v>
                </c:pt>
                <c:pt idx="1050">
                  <c:v>1.894552791384509</c:v>
                </c:pt>
                <c:pt idx="1051">
                  <c:v>1.87827950973562</c:v>
                </c:pt>
                <c:pt idx="1052">
                  <c:v>1.862627387263565</c:v>
                </c:pt>
                <c:pt idx="1053">
                  <c:v>1.847822581504571</c:v>
                </c:pt>
                <c:pt idx="1054">
                  <c:v>1.833860758588898</c:v>
                </c:pt>
                <c:pt idx="1055">
                  <c:v>1.8208308206476671</c:v>
                </c:pt>
                <c:pt idx="1056">
                  <c:v>1.8088949663615019</c:v>
                </c:pt>
                <c:pt idx="1057">
                  <c:v>1.7988155872667451</c:v>
                </c:pt>
                <c:pt idx="1058">
                  <c:v>1.7973095334488589</c:v>
                </c:pt>
                <c:pt idx="1059">
                  <c:v>1.8009225602500309</c:v>
                </c:pt>
                <c:pt idx="1060">
                  <c:v>1.801141067881761</c:v>
                </c:pt>
                <c:pt idx="1061">
                  <c:v>1.796871779408826</c:v>
                </c:pt>
                <c:pt idx="1062">
                  <c:v>1.7879511988357351</c:v>
                </c:pt>
                <c:pt idx="1063">
                  <c:v>1.7757053256636179</c:v>
                </c:pt>
                <c:pt idx="1064">
                  <c:v>1.762184606956374</c:v>
                </c:pt>
                <c:pt idx="1065">
                  <c:v>1.74774934925395</c:v>
                </c:pt>
                <c:pt idx="1066">
                  <c:v>1.732952742039465</c:v>
                </c:pt>
                <c:pt idx="1067">
                  <c:v>1.718447406916451</c:v>
                </c:pt>
                <c:pt idx="1068">
                  <c:v>1.7041277882330641</c:v>
                </c:pt>
                <c:pt idx="1069">
                  <c:v>1.690989851002054</c:v>
                </c:pt>
                <c:pt idx="1070">
                  <c:v>1.6810502925813999</c:v>
                </c:pt>
                <c:pt idx="1071">
                  <c:v>1.671517417210074</c:v>
                </c:pt>
                <c:pt idx="1072">
                  <c:v>1.659716805046541</c:v>
                </c:pt>
                <c:pt idx="1073">
                  <c:v>1.6461874992672501</c:v>
                </c:pt>
                <c:pt idx="1074">
                  <c:v>1.6326370651960029</c:v>
                </c:pt>
                <c:pt idx="1075">
                  <c:v>1.6226778839084841</c:v>
                </c:pt>
                <c:pt idx="1076">
                  <c:v>1.6169538022137351</c:v>
                </c:pt>
                <c:pt idx="1077">
                  <c:v>1.6091991034188351</c:v>
                </c:pt>
                <c:pt idx="1078">
                  <c:v>1.599492913240246</c:v>
                </c:pt>
                <c:pt idx="1079">
                  <c:v>1.5964273464374059</c:v>
                </c:pt>
                <c:pt idx="1080">
                  <c:v>1.59915536690036</c:v>
                </c:pt>
                <c:pt idx="1081">
                  <c:v>1.599897539358393</c:v>
                </c:pt>
                <c:pt idx="1082">
                  <c:v>1.5959490740065649</c:v>
                </c:pt>
                <c:pt idx="1083">
                  <c:v>1.5877713391378081</c:v>
                </c:pt>
                <c:pt idx="1084">
                  <c:v>1.576823934414932</c:v>
                </c:pt>
                <c:pt idx="1085">
                  <c:v>1.5641669823625211</c:v>
                </c:pt>
                <c:pt idx="1086">
                  <c:v>1.551063764226952</c:v>
                </c:pt>
                <c:pt idx="1087">
                  <c:v>1.537980281158345</c:v>
                </c:pt>
                <c:pt idx="1088">
                  <c:v>1.5249489798731251</c:v>
                </c:pt>
                <c:pt idx="1089">
                  <c:v>1.512846315393753</c:v>
                </c:pt>
                <c:pt idx="1090">
                  <c:v>1.500602042676592</c:v>
                </c:pt>
                <c:pt idx="1091">
                  <c:v>1.4881829519013841</c:v>
                </c:pt>
                <c:pt idx="1092">
                  <c:v>1.4763968782655299</c:v>
                </c:pt>
                <c:pt idx="1093">
                  <c:v>1.4669275773089561</c:v>
                </c:pt>
                <c:pt idx="1094">
                  <c:v>1.460090488068438</c:v>
                </c:pt>
                <c:pt idx="1095">
                  <c:v>1.4519432006534889</c:v>
                </c:pt>
                <c:pt idx="1096">
                  <c:v>1.441971727719479</c:v>
                </c:pt>
                <c:pt idx="1097">
                  <c:v>1.4313503472487199</c:v>
                </c:pt>
                <c:pt idx="1098">
                  <c:v>1.421834114766759</c:v>
                </c:pt>
                <c:pt idx="1099">
                  <c:v>1.4273445360253201</c:v>
                </c:pt>
                <c:pt idx="1100">
                  <c:v>1.4907841852366179</c:v>
                </c:pt>
                <c:pt idx="1101">
                  <c:v>1.605061553621042</c:v>
                </c:pt>
                <c:pt idx="1102">
                  <c:v>1.71285197435771</c:v>
                </c:pt>
                <c:pt idx="1103">
                  <c:v>1.775402812187667</c:v>
                </c:pt>
                <c:pt idx="1104">
                  <c:v>1.803817716970388</c:v>
                </c:pt>
                <c:pt idx="1105">
                  <c:v>1.812002316066295</c:v>
                </c:pt>
                <c:pt idx="1106">
                  <c:v>1.808264311839143</c:v>
                </c:pt>
                <c:pt idx="1107">
                  <c:v>1.7978053503490721</c:v>
                </c:pt>
                <c:pt idx="1108">
                  <c:v>1.784135591906562</c:v>
                </c:pt>
                <c:pt idx="1109">
                  <c:v>1.7690974331685609</c:v>
                </c:pt>
                <c:pt idx="1110">
                  <c:v>1.753534259698569</c:v>
                </c:pt>
                <c:pt idx="1111">
                  <c:v>1.7380858296992729</c:v>
                </c:pt>
                <c:pt idx="1112">
                  <c:v>1.7233849782036521</c:v>
                </c:pt>
                <c:pt idx="1113">
                  <c:v>1.710321394307168</c:v>
                </c:pt>
                <c:pt idx="1114">
                  <c:v>1.700303525018559</c:v>
                </c:pt>
                <c:pt idx="1115">
                  <c:v>1.6932846239309061</c:v>
                </c:pt>
                <c:pt idx="1116">
                  <c:v>1.688411619396508</c:v>
                </c:pt>
                <c:pt idx="1117">
                  <c:v>1.68467073402275</c:v>
                </c:pt>
                <c:pt idx="1118">
                  <c:v>1.679237033376795</c:v>
                </c:pt>
                <c:pt idx="1119">
                  <c:v>1.669736923813435</c:v>
                </c:pt>
                <c:pt idx="1120">
                  <c:v>1.6570965525933641</c:v>
                </c:pt>
                <c:pt idx="1121">
                  <c:v>1.6429450290328509</c:v>
                </c:pt>
                <c:pt idx="1122">
                  <c:v>1.6285565554813111</c:v>
                </c:pt>
                <c:pt idx="1123">
                  <c:v>1.6168100550003759</c:v>
                </c:pt>
                <c:pt idx="1124">
                  <c:v>1.616216696268749</c:v>
                </c:pt>
                <c:pt idx="1125">
                  <c:v>1.6332810018493249</c:v>
                </c:pt>
                <c:pt idx="1126">
                  <c:v>1.6440824490015289</c:v>
                </c:pt>
                <c:pt idx="1127">
                  <c:v>1.643000308334591</c:v>
                </c:pt>
                <c:pt idx="1128">
                  <c:v>1.6341130880779891</c:v>
                </c:pt>
                <c:pt idx="1129">
                  <c:v>1.6220436713540169</c:v>
                </c:pt>
                <c:pt idx="1130">
                  <c:v>1.611326473322674</c:v>
                </c:pt>
                <c:pt idx="1131">
                  <c:v>1.6006990334869149</c:v>
                </c:pt>
                <c:pt idx="1132">
                  <c:v>1.588342821515504</c:v>
                </c:pt>
                <c:pt idx="1133">
                  <c:v>1.5755855274015289</c:v>
                </c:pt>
                <c:pt idx="1134">
                  <c:v>1.568362391790816</c:v>
                </c:pt>
                <c:pt idx="1135">
                  <c:v>1.5704275986943541</c:v>
                </c:pt>
                <c:pt idx="1136">
                  <c:v>1.5741549270902211</c:v>
                </c:pt>
                <c:pt idx="1137">
                  <c:v>1.573358527491483</c:v>
                </c:pt>
                <c:pt idx="1138">
                  <c:v>1.566314581835865</c:v>
                </c:pt>
                <c:pt idx="1139">
                  <c:v>1.555579841231731</c:v>
                </c:pt>
                <c:pt idx="1140">
                  <c:v>1.5435672816071451</c:v>
                </c:pt>
                <c:pt idx="1141">
                  <c:v>1.531440278807102</c:v>
                </c:pt>
                <c:pt idx="1142">
                  <c:v>1.521762317640726</c:v>
                </c:pt>
                <c:pt idx="1143">
                  <c:v>1.519304543617902</c:v>
                </c:pt>
                <c:pt idx="1144">
                  <c:v>1.524973847386206</c:v>
                </c:pt>
                <c:pt idx="1145">
                  <c:v>1.5361695974779961</c:v>
                </c:pt>
                <c:pt idx="1146">
                  <c:v>1.563683662867789</c:v>
                </c:pt>
                <c:pt idx="1147">
                  <c:v>1.6290921692814311</c:v>
                </c:pt>
                <c:pt idx="1148">
                  <c:v>1.714900636285823</c:v>
                </c:pt>
                <c:pt idx="1149">
                  <c:v>1.8086763437894171</c:v>
                </c:pt>
                <c:pt idx="1150">
                  <c:v>1.899461654201464</c:v>
                </c:pt>
                <c:pt idx="1151">
                  <c:v>1.9836343650506529</c:v>
                </c:pt>
                <c:pt idx="1152">
                  <c:v>2.0396528701892298</c:v>
                </c:pt>
                <c:pt idx="1153">
                  <c:v>2.0800758849639829</c:v>
                </c:pt>
                <c:pt idx="1154">
                  <c:v>2.11228150550629</c:v>
                </c:pt>
                <c:pt idx="1155">
                  <c:v>2.1319994987240238</c:v>
                </c:pt>
                <c:pt idx="1156">
                  <c:v>2.1376765418693391</c:v>
                </c:pt>
                <c:pt idx="1157">
                  <c:v>2.1341173251707719</c:v>
                </c:pt>
                <c:pt idx="1158">
                  <c:v>2.1261943631625031</c:v>
                </c:pt>
                <c:pt idx="1159">
                  <c:v>2.1150563716800388</c:v>
                </c:pt>
                <c:pt idx="1160">
                  <c:v>2.1013388753557729</c:v>
                </c:pt>
                <c:pt idx="1161">
                  <c:v>2.086888388164239</c:v>
                </c:pt>
                <c:pt idx="1162">
                  <c:v>2.0703068999917789</c:v>
                </c:pt>
                <c:pt idx="1163">
                  <c:v>2.0520494101224731</c:v>
                </c:pt>
                <c:pt idx="1164">
                  <c:v>2.033398750752561</c:v>
                </c:pt>
                <c:pt idx="1165">
                  <c:v>2.015450446678833</c:v>
                </c:pt>
                <c:pt idx="1166">
                  <c:v>1.9988124584268561</c:v>
                </c:pt>
                <c:pt idx="1167">
                  <c:v>1.9836270162908729</c:v>
                </c:pt>
                <c:pt idx="1168">
                  <c:v>1.969866287606638</c:v>
                </c:pt>
                <c:pt idx="1169">
                  <c:v>1.9573941108994191</c:v>
                </c:pt>
                <c:pt idx="1170">
                  <c:v>1.946099752514997</c:v>
                </c:pt>
                <c:pt idx="1171">
                  <c:v>1.9358916200090741</c:v>
                </c:pt>
                <c:pt idx="1172">
                  <c:v>1.9265707780993659</c:v>
                </c:pt>
                <c:pt idx="1173">
                  <c:v>1.917892980054859</c:v>
                </c:pt>
                <c:pt idx="1174">
                  <c:v>1.911475709187749</c:v>
                </c:pt>
                <c:pt idx="1175">
                  <c:v>1.9045463712887321</c:v>
                </c:pt>
                <c:pt idx="1176">
                  <c:v>1.8981988273971211</c:v>
                </c:pt>
                <c:pt idx="1177">
                  <c:v>1.890346044428779</c:v>
                </c:pt>
                <c:pt idx="1178">
                  <c:v>1.8838046235902079</c:v>
                </c:pt>
                <c:pt idx="1179">
                  <c:v>1.89508733911729</c:v>
                </c:pt>
                <c:pt idx="1180">
                  <c:v>1.9602299251615021</c:v>
                </c:pt>
                <c:pt idx="1181">
                  <c:v>2.1131608893684768</c:v>
                </c:pt>
                <c:pt idx="1182">
                  <c:v>2.3125866397958168</c:v>
                </c:pt>
                <c:pt idx="1183">
                  <c:v>2.5074444904191382</c:v>
                </c:pt>
                <c:pt idx="1184">
                  <c:v>2.683172638661977</c:v>
                </c:pt>
                <c:pt idx="1185">
                  <c:v>2.815897828472798</c:v>
                </c:pt>
                <c:pt idx="1186">
                  <c:v>2.9061384631986211</c:v>
                </c:pt>
                <c:pt idx="1187">
                  <c:v>2.9643293244909148</c:v>
                </c:pt>
                <c:pt idx="1188">
                  <c:v>2.999469452494643</c:v>
                </c:pt>
                <c:pt idx="1189">
                  <c:v>3.018090559238495</c:v>
                </c:pt>
                <c:pt idx="1190">
                  <c:v>3.025065127970501</c:v>
                </c:pt>
                <c:pt idx="1191">
                  <c:v>3.0237788767521132</c:v>
                </c:pt>
                <c:pt idx="1192">
                  <c:v>3.0166414134658708</c:v>
                </c:pt>
                <c:pt idx="1193">
                  <c:v>3.0056610312456851</c:v>
                </c:pt>
                <c:pt idx="1194">
                  <c:v>2.992077860997584</c:v>
                </c:pt>
                <c:pt idx="1195">
                  <c:v>2.976591037809738</c:v>
                </c:pt>
                <c:pt idx="1196">
                  <c:v>2.9593991118048222</c:v>
                </c:pt>
                <c:pt idx="1197">
                  <c:v>2.9406903560073419</c:v>
                </c:pt>
                <c:pt idx="1198">
                  <c:v>2.920807121580772</c:v>
                </c:pt>
                <c:pt idx="1199">
                  <c:v>2.8999963340258468</c:v>
                </c:pt>
                <c:pt idx="1200">
                  <c:v>2.8788804949406099</c:v>
                </c:pt>
                <c:pt idx="1201">
                  <c:v>2.858236959453019</c:v>
                </c:pt>
                <c:pt idx="1202">
                  <c:v>2.838563065381444</c:v>
                </c:pt>
                <c:pt idx="1203">
                  <c:v>2.8200241700152242</c:v>
                </c:pt>
                <c:pt idx="1204">
                  <c:v>2.802681231034712</c:v>
                </c:pt>
                <c:pt idx="1205">
                  <c:v>2.7863637933908949</c:v>
                </c:pt>
                <c:pt idx="1206">
                  <c:v>2.7698054822804958</c:v>
                </c:pt>
                <c:pt idx="1207">
                  <c:v>2.7526051051596938</c:v>
                </c:pt>
                <c:pt idx="1208">
                  <c:v>2.734939473829443</c:v>
                </c:pt>
                <c:pt idx="1209">
                  <c:v>2.717273104429605</c:v>
                </c:pt>
                <c:pt idx="1210">
                  <c:v>2.703556135273832</c:v>
                </c:pt>
                <c:pt idx="1211">
                  <c:v>2.7000234789019002</c:v>
                </c:pt>
                <c:pt idx="1212">
                  <c:v>2.705064518006087</c:v>
                </c:pt>
                <c:pt idx="1213">
                  <c:v>2.7186983615237872</c:v>
                </c:pt>
                <c:pt idx="1214">
                  <c:v>2.736768358511565</c:v>
                </c:pt>
                <c:pt idx="1215">
                  <c:v>2.7527973822737528</c:v>
                </c:pt>
                <c:pt idx="1216">
                  <c:v>2.7661480838921251</c:v>
                </c:pt>
                <c:pt idx="1217">
                  <c:v>2.7726882330577092</c:v>
                </c:pt>
                <c:pt idx="1218">
                  <c:v>2.7710399389131819</c:v>
                </c:pt>
                <c:pt idx="1219">
                  <c:v>2.7641800386959612</c:v>
                </c:pt>
                <c:pt idx="1220">
                  <c:v>2.7539741534130018</c:v>
                </c:pt>
                <c:pt idx="1221">
                  <c:v>2.7419058052682779</c:v>
                </c:pt>
                <c:pt idx="1222">
                  <c:v>2.726564375368294</c:v>
                </c:pt>
                <c:pt idx="1223">
                  <c:v>2.70836172619097</c:v>
                </c:pt>
                <c:pt idx="1224">
                  <c:v>2.6889004274812769</c:v>
                </c:pt>
                <c:pt idx="1225">
                  <c:v>2.6695110707159642</c:v>
                </c:pt>
                <c:pt idx="1226">
                  <c:v>2.6500963484090381</c:v>
                </c:pt>
                <c:pt idx="1227">
                  <c:v>2.630292186471372</c:v>
                </c:pt>
                <c:pt idx="1228">
                  <c:v>2.6099180908573749</c:v>
                </c:pt>
                <c:pt idx="1229">
                  <c:v>2.5890530548607789</c:v>
                </c:pt>
                <c:pt idx="1230">
                  <c:v>2.5696598042987251</c:v>
                </c:pt>
                <c:pt idx="1231">
                  <c:v>2.5629050842108621</c:v>
                </c:pt>
                <c:pt idx="1232">
                  <c:v>2.5835191824091082</c:v>
                </c:pt>
                <c:pt idx="1233">
                  <c:v>2.6154350893668998</c:v>
                </c:pt>
                <c:pt idx="1234">
                  <c:v>2.638878877884931</c:v>
                </c:pt>
                <c:pt idx="1235">
                  <c:v>2.6489831702567712</c:v>
                </c:pt>
                <c:pt idx="1236">
                  <c:v>2.6488717536984541</c:v>
                </c:pt>
                <c:pt idx="1237">
                  <c:v>2.642859173379744</c:v>
                </c:pt>
                <c:pt idx="1238">
                  <c:v>2.633788025481739</c:v>
                </c:pt>
                <c:pt idx="1239">
                  <c:v>2.621575456257677</c:v>
                </c:pt>
                <c:pt idx="1240">
                  <c:v>2.6056505661649219</c:v>
                </c:pt>
                <c:pt idx="1241">
                  <c:v>2.5874193932984779</c:v>
                </c:pt>
                <c:pt idx="1242">
                  <c:v>2.568515836791847</c:v>
                </c:pt>
                <c:pt idx="1243">
                  <c:v>2.5493454210670521</c:v>
                </c:pt>
                <c:pt idx="1244">
                  <c:v>2.5297140602299448</c:v>
                </c:pt>
                <c:pt idx="1245">
                  <c:v>2.5099543765123031</c:v>
                </c:pt>
                <c:pt idx="1246">
                  <c:v>2.4907822060257661</c:v>
                </c:pt>
                <c:pt idx="1247">
                  <c:v>2.4726828386162469</c:v>
                </c:pt>
                <c:pt idx="1248">
                  <c:v>2.4554979001443882</c:v>
                </c:pt>
                <c:pt idx="1249">
                  <c:v>2.4427815969562121</c:v>
                </c:pt>
                <c:pt idx="1250">
                  <c:v>2.453140707911484</c:v>
                </c:pt>
                <c:pt idx="1251">
                  <c:v>2.508307182235741</c:v>
                </c:pt>
                <c:pt idx="1252">
                  <c:v>2.6139043585294912</c:v>
                </c:pt>
                <c:pt idx="1253">
                  <c:v>2.7567536772236738</c:v>
                </c:pt>
                <c:pt idx="1254">
                  <c:v>2.915181733268116</c:v>
                </c:pt>
                <c:pt idx="1255">
                  <c:v>3.0747575863774399</c:v>
                </c:pt>
                <c:pt idx="1256">
                  <c:v>3.228230810992387</c:v>
                </c:pt>
                <c:pt idx="1257">
                  <c:v>3.3674734079713868</c:v>
                </c:pt>
                <c:pt idx="1258">
                  <c:v>3.4838128514627038</c:v>
                </c:pt>
                <c:pt idx="1259">
                  <c:v>3.5687597316686568</c:v>
                </c:pt>
                <c:pt idx="1260">
                  <c:v>3.6274634776373929</c:v>
                </c:pt>
                <c:pt idx="1261">
                  <c:v>3.667736318514593</c:v>
                </c:pt>
                <c:pt idx="1262">
                  <c:v>3.695224357011015</c:v>
                </c:pt>
                <c:pt idx="1263">
                  <c:v>3.7137875802687872</c:v>
                </c:pt>
                <c:pt idx="1264">
                  <c:v>3.726040817721306</c:v>
                </c:pt>
                <c:pt idx="1265">
                  <c:v>3.7329708647225401</c:v>
                </c:pt>
                <c:pt idx="1266">
                  <c:v>3.7356745562960811</c:v>
                </c:pt>
                <c:pt idx="1267">
                  <c:v>3.7353406125512891</c:v>
                </c:pt>
                <c:pt idx="1268">
                  <c:v>3.7316760031434759</c:v>
                </c:pt>
                <c:pt idx="1269">
                  <c:v>3.7249487704680471</c:v>
                </c:pt>
                <c:pt idx="1270">
                  <c:v>3.715858949328767</c:v>
                </c:pt>
                <c:pt idx="1271">
                  <c:v>3.7039975954292998</c:v>
                </c:pt>
                <c:pt idx="1272">
                  <c:v>3.689213949912185</c:v>
                </c:pt>
                <c:pt idx="1273">
                  <c:v>3.671914007515872</c:v>
                </c:pt>
                <c:pt idx="1274">
                  <c:v>3.652122065353312</c:v>
                </c:pt>
                <c:pt idx="1275">
                  <c:v>3.6305713032623901</c:v>
                </c:pt>
                <c:pt idx="1276">
                  <c:v>3.608549024397596</c:v>
                </c:pt>
                <c:pt idx="1277">
                  <c:v>3.5867295459287751</c:v>
                </c:pt>
                <c:pt idx="1278">
                  <c:v>3.566257009021319</c:v>
                </c:pt>
                <c:pt idx="1279">
                  <c:v>3.5469170946817292</c:v>
                </c:pt>
                <c:pt idx="1280">
                  <c:v>3.5260320585482332</c:v>
                </c:pt>
                <c:pt idx="1281">
                  <c:v>3.5045121029376509</c:v>
                </c:pt>
                <c:pt idx="1282">
                  <c:v>3.4870881492282022</c:v>
                </c:pt>
                <c:pt idx="1283">
                  <c:v>3.4790580844675429</c:v>
                </c:pt>
                <c:pt idx="1284">
                  <c:v>3.4799998644939278</c:v>
                </c:pt>
                <c:pt idx="1285">
                  <c:v>3.4813866321104241</c:v>
                </c:pt>
                <c:pt idx="1286">
                  <c:v>3.4775956052485779</c:v>
                </c:pt>
                <c:pt idx="1287">
                  <c:v>3.468927201917571</c:v>
                </c:pt>
                <c:pt idx="1288">
                  <c:v>3.456331118779993</c:v>
                </c:pt>
                <c:pt idx="1289">
                  <c:v>3.441028184546485</c:v>
                </c:pt>
                <c:pt idx="1290">
                  <c:v>3.4238350370035961</c:v>
                </c:pt>
                <c:pt idx="1291">
                  <c:v>3.4050376925678392</c:v>
                </c:pt>
                <c:pt idx="1292">
                  <c:v>3.384869025605493</c:v>
                </c:pt>
                <c:pt idx="1293">
                  <c:v>3.363840321396522</c:v>
                </c:pt>
                <c:pt idx="1294">
                  <c:v>3.3422517266271439</c:v>
                </c:pt>
                <c:pt idx="1295">
                  <c:v>3.3199652581644412</c:v>
                </c:pt>
                <c:pt idx="1296">
                  <c:v>3.297002768382792</c:v>
                </c:pt>
                <c:pt idx="1297">
                  <c:v>3.2738983140983788</c:v>
                </c:pt>
                <c:pt idx="1298">
                  <c:v>3.2514952750158561</c:v>
                </c:pt>
                <c:pt idx="1299">
                  <c:v>3.2297097168359818</c:v>
                </c:pt>
                <c:pt idx="1300">
                  <c:v>3.207711940108255</c:v>
                </c:pt>
                <c:pt idx="1301">
                  <c:v>3.1857563283923551</c:v>
                </c:pt>
                <c:pt idx="1302">
                  <c:v>3.163253788538678</c:v>
                </c:pt>
                <c:pt idx="1303">
                  <c:v>3.1398089067160231</c:v>
                </c:pt>
                <c:pt idx="1304">
                  <c:v>3.1160388016727349</c:v>
                </c:pt>
                <c:pt idx="1305">
                  <c:v>3.092540392505005</c:v>
                </c:pt>
                <c:pt idx="1306">
                  <c:v>3.0690143197215551</c:v>
                </c:pt>
                <c:pt idx="1307">
                  <c:v>3.0448313892744672</c:v>
                </c:pt>
                <c:pt idx="1308">
                  <c:v>3.0204399570831422</c:v>
                </c:pt>
                <c:pt idx="1309">
                  <c:v>2.9965982985682191</c:v>
                </c:pt>
                <c:pt idx="1310">
                  <c:v>2.9731086084187321</c:v>
                </c:pt>
                <c:pt idx="1311">
                  <c:v>2.949718506067855</c:v>
                </c:pt>
                <c:pt idx="1312">
                  <c:v>2.9266815634779091</c:v>
                </c:pt>
                <c:pt idx="1313">
                  <c:v>2.9045056905109501</c:v>
                </c:pt>
                <c:pt idx="1314">
                  <c:v>2.8835214472538011</c:v>
                </c:pt>
                <c:pt idx="1315">
                  <c:v>2.862936823623794</c:v>
                </c:pt>
                <c:pt idx="1316">
                  <c:v>2.8411201460676829</c:v>
                </c:pt>
                <c:pt idx="1317">
                  <c:v>2.8186134581049789</c:v>
                </c:pt>
                <c:pt idx="1318">
                  <c:v>2.7964543802484418</c:v>
                </c:pt>
                <c:pt idx="1319">
                  <c:v>2.775375969635125</c:v>
                </c:pt>
                <c:pt idx="1320">
                  <c:v>2.7557705173027709</c:v>
                </c:pt>
                <c:pt idx="1321">
                  <c:v>2.7375998567737412</c:v>
                </c:pt>
                <c:pt idx="1322">
                  <c:v>2.7208140593328198</c:v>
                </c:pt>
                <c:pt idx="1323">
                  <c:v>2.7053504696639639</c:v>
                </c:pt>
                <c:pt idx="1324">
                  <c:v>2.6900883595766221</c:v>
                </c:pt>
                <c:pt idx="1325">
                  <c:v>2.6740778434704389</c:v>
                </c:pt>
                <c:pt idx="1326">
                  <c:v>2.6569860240540848</c:v>
                </c:pt>
                <c:pt idx="1327">
                  <c:v>2.63900538883528</c:v>
                </c:pt>
                <c:pt idx="1328">
                  <c:v>2.6207200303402649</c:v>
                </c:pt>
                <c:pt idx="1329">
                  <c:v>2.60278592587149</c:v>
                </c:pt>
                <c:pt idx="1330">
                  <c:v>2.5858443080862119</c:v>
                </c:pt>
                <c:pt idx="1331">
                  <c:v>2.5683106107945042</c:v>
                </c:pt>
                <c:pt idx="1332">
                  <c:v>2.549824020805572</c:v>
                </c:pt>
                <c:pt idx="1333">
                  <c:v>2.5310953566735108</c:v>
                </c:pt>
                <c:pt idx="1334">
                  <c:v>2.5125765315029391</c:v>
                </c:pt>
                <c:pt idx="1335">
                  <c:v>2.493908321111908</c:v>
                </c:pt>
                <c:pt idx="1336">
                  <c:v>2.478249055636367</c:v>
                </c:pt>
                <c:pt idx="1337">
                  <c:v>2.466393926940504</c:v>
                </c:pt>
                <c:pt idx="1338">
                  <c:v>2.456650225892214</c:v>
                </c:pt>
                <c:pt idx="1339">
                  <c:v>2.4493052361444589</c:v>
                </c:pt>
                <c:pt idx="1340">
                  <c:v>2.4430606955307268</c:v>
                </c:pt>
                <c:pt idx="1341">
                  <c:v>2.4356407446989601</c:v>
                </c:pt>
                <c:pt idx="1342">
                  <c:v>2.4259320286464989</c:v>
                </c:pt>
                <c:pt idx="1343">
                  <c:v>2.4143522411899818</c:v>
                </c:pt>
                <c:pt idx="1344">
                  <c:v>2.4017372204239971</c:v>
                </c:pt>
                <c:pt idx="1345">
                  <c:v>2.3870529848148592</c:v>
                </c:pt>
                <c:pt idx="1346">
                  <c:v>2.3706298855369838</c:v>
                </c:pt>
                <c:pt idx="1347">
                  <c:v>2.3523743749689481</c:v>
                </c:pt>
                <c:pt idx="1348">
                  <c:v>2.332943928044632</c:v>
                </c:pt>
                <c:pt idx="1349">
                  <c:v>2.3129137919912242</c:v>
                </c:pt>
                <c:pt idx="1350">
                  <c:v>2.29271725640616</c:v>
                </c:pt>
                <c:pt idx="1351">
                  <c:v>2.2724819138678458</c:v>
                </c:pt>
                <c:pt idx="1352">
                  <c:v>2.251976951485358</c:v>
                </c:pt>
                <c:pt idx="1353">
                  <c:v>2.2318709171399411</c:v>
                </c:pt>
                <c:pt idx="1354">
                  <c:v>2.2127594094915861</c:v>
                </c:pt>
                <c:pt idx="1355">
                  <c:v>2.1948937566265849</c:v>
                </c:pt>
                <c:pt idx="1356">
                  <c:v>2.178440506212548</c:v>
                </c:pt>
                <c:pt idx="1357">
                  <c:v>2.1634388426443518</c:v>
                </c:pt>
                <c:pt idx="1358">
                  <c:v>2.1493904185673758</c:v>
                </c:pt>
                <c:pt idx="1359">
                  <c:v>2.1360881687243962</c:v>
                </c:pt>
                <c:pt idx="1360">
                  <c:v>2.123624278901254</c:v>
                </c:pt>
                <c:pt idx="1361">
                  <c:v>2.1118453529210708</c:v>
                </c:pt>
                <c:pt idx="1362">
                  <c:v>2.1006695292594388</c:v>
                </c:pt>
                <c:pt idx="1363">
                  <c:v>2.093730899086931</c:v>
                </c:pt>
                <c:pt idx="1364">
                  <c:v>2.0919223045332611</c:v>
                </c:pt>
                <c:pt idx="1365">
                  <c:v>2.0888557360958799</c:v>
                </c:pt>
                <c:pt idx="1366">
                  <c:v>2.0827446526620261</c:v>
                </c:pt>
                <c:pt idx="1367">
                  <c:v>2.0719462463354619</c:v>
                </c:pt>
                <c:pt idx="1368">
                  <c:v>2.0578409458522531</c:v>
                </c:pt>
                <c:pt idx="1369">
                  <c:v>2.0422499222020449</c:v>
                </c:pt>
                <c:pt idx="1370">
                  <c:v>2.025650852695815</c:v>
                </c:pt>
                <c:pt idx="1371">
                  <c:v>2.008530336283624</c:v>
                </c:pt>
                <c:pt idx="1372">
                  <c:v>1.991505430164721</c:v>
                </c:pt>
                <c:pt idx="1373">
                  <c:v>1.975022117796956</c:v>
                </c:pt>
                <c:pt idx="1374">
                  <c:v>1.9586051307536529</c:v>
                </c:pt>
                <c:pt idx="1375">
                  <c:v>1.941940514953604</c:v>
                </c:pt>
                <c:pt idx="1376">
                  <c:v>1.925520458129296</c:v>
                </c:pt>
                <c:pt idx="1377">
                  <c:v>1.9099048295938219</c:v>
                </c:pt>
                <c:pt idx="1378">
                  <c:v>1.895459836952641</c:v>
                </c:pt>
                <c:pt idx="1379">
                  <c:v>1.8823586249582021</c:v>
                </c:pt>
                <c:pt idx="1380">
                  <c:v>1.870136379436667</c:v>
                </c:pt>
                <c:pt idx="1381">
                  <c:v>1.858207038279176</c:v>
                </c:pt>
                <c:pt idx="1382">
                  <c:v>1.8457969806736121</c:v>
                </c:pt>
                <c:pt idx="1383">
                  <c:v>1.8330368312922669</c:v>
                </c:pt>
                <c:pt idx="1384">
                  <c:v>1.8213010740012769</c:v>
                </c:pt>
                <c:pt idx="1385">
                  <c:v>1.820899302959007</c:v>
                </c:pt>
                <c:pt idx="1386">
                  <c:v>1.843412784816606</c:v>
                </c:pt>
                <c:pt idx="1387">
                  <c:v>1.8771127190722181</c:v>
                </c:pt>
                <c:pt idx="1388">
                  <c:v>1.9095647209522599</c:v>
                </c:pt>
                <c:pt idx="1389">
                  <c:v>1.9274165112670929</c:v>
                </c:pt>
                <c:pt idx="1390">
                  <c:v>1.9305078163732949</c:v>
                </c:pt>
                <c:pt idx="1391">
                  <c:v>1.9251237327330359</c:v>
                </c:pt>
                <c:pt idx="1392">
                  <c:v>1.914477224420037</c:v>
                </c:pt>
                <c:pt idx="1393">
                  <c:v>1.9000320269481159</c:v>
                </c:pt>
                <c:pt idx="1394">
                  <c:v>1.883849566682442</c:v>
                </c:pt>
                <c:pt idx="1395">
                  <c:v>1.86759122770832</c:v>
                </c:pt>
                <c:pt idx="1396">
                  <c:v>1.8522492399991839</c:v>
                </c:pt>
                <c:pt idx="1397">
                  <c:v>1.8382883273114881</c:v>
                </c:pt>
                <c:pt idx="1398">
                  <c:v>1.825177993667785</c:v>
                </c:pt>
                <c:pt idx="1399">
                  <c:v>1.8123734314564099</c:v>
                </c:pt>
                <c:pt idx="1400">
                  <c:v>1.800040542463089</c:v>
                </c:pt>
                <c:pt idx="1401">
                  <c:v>1.7883608815761241</c:v>
                </c:pt>
                <c:pt idx="1402">
                  <c:v>1.777337878816849</c:v>
                </c:pt>
                <c:pt idx="1403">
                  <c:v>1.7676858905433981</c:v>
                </c:pt>
                <c:pt idx="1404">
                  <c:v>1.771909807375128</c:v>
                </c:pt>
                <c:pt idx="1405">
                  <c:v>1.8439644156818551</c:v>
                </c:pt>
                <c:pt idx="1406">
                  <c:v>2.033084249654221</c:v>
                </c:pt>
                <c:pt idx="1407">
                  <c:v>2.2663249449402878</c:v>
                </c:pt>
                <c:pt idx="1408">
                  <c:v>2.4541375068420188</c:v>
                </c:pt>
                <c:pt idx="1409">
                  <c:v>2.5746896788537561</c:v>
                </c:pt>
                <c:pt idx="1410">
                  <c:v>2.6465550556337449</c:v>
                </c:pt>
                <c:pt idx="1411">
                  <c:v>2.687451007479789</c:v>
                </c:pt>
                <c:pt idx="1412">
                  <c:v>2.7080698033571511</c:v>
                </c:pt>
                <c:pt idx="1413">
                  <c:v>2.7152956131219632</c:v>
                </c:pt>
                <c:pt idx="1414">
                  <c:v>2.71366977033103</c:v>
                </c:pt>
                <c:pt idx="1415">
                  <c:v>2.7060604377496702</c:v>
                </c:pt>
                <c:pt idx="1416">
                  <c:v>2.6942729730628381</c:v>
                </c:pt>
                <c:pt idx="1417">
                  <c:v>2.6796181435269961</c:v>
                </c:pt>
                <c:pt idx="1418">
                  <c:v>2.662776839344104</c:v>
                </c:pt>
                <c:pt idx="1419">
                  <c:v>2.6440724663217479</c:v>
                </c:pt>
                <c:pt idx="1420">
                  <c:v>2.6245509137085339</c:v>
                </c:pt>
                <c:pt idx="1421">
                  <c:v>2.604939115601677</c:v>
                </c:pt>
                <c:pt idx="1422">
                  <c:v>2.5851297744229091</c:v>
                </c:pt>
                <c:pt idx="1423">
                  <c:v>2.5652159964889978</c:v>
                </c:pt>
                <c:pt idx="1424">
                  <c:v>2.5457922242754241</c:v>
                </c:pt>
                <c:pt idx="1425">
                  <c:v>2.5265887086071821</c:v>
                </c:pt>
                <c:pt idx="1426">
                  <c:v>2.507571425784155</c:v>
                </c:pt>
                <c:pt idx="1427">
                  <c:v>2.4892113015901649</c:v>
                </c:pt>
                <c:pt idx="1428">
                  <c:v>2.4740802222817959</c:v>
                </c:pt>
                <c:pt idx="1429">
                  <c:v>2.464844721981418</c:v>
                </c:pt>
                <c:pt idx="1430">
                  <c:v>2.459570276051132</c:v>
                </c:pt>
                <c:pt idx="1431">
                  <c:v>2.450764545795221</c:v>
                </c:pt>
                <c:pt idx="1432">
                  <c:v>2.437383728531739</c:v>
                </c:pt>
                <c:pt idx="1433">
                  <c:v>2.4214675907217158</c:v>
                </c:pt>
                <c:pt idx="1434">
                  <c:v>2.4065538223875769</c:v>
                </c:pt>
                <c:pt idx="1435">
                  <c:v>2.398360505447235</c:v>
                </c:pt>
                <c:pt idx="1436">
                  <c:v>2.394933985429192</c:v>
                </c:pt>
                <c:pt idx="1437">
                  <c:v>2.3874169729829751</c:v>
                </c:pt>
                <c:pt idx="1438">
                  <c:v>2.3753502882854649</c:v>
                </c:pt>
                <c:pt idx="1439">
                  <c:v>2.363290465872208</c:v>
                </c:pt>
                <c:pt idx="1440">
                  <c:v>2.3558367509098619</c:v>
                </c:pt>
                <c:pt idx="1441">
                  <c:v>2.3456922712704422</c:v>
                </c:pt>
                <c:pt idx="1442">
                  <c:v>2.3311272424813829</c:v>
                </c:pt>
                <c:pt idx="1443">
                  <c:v>2.3138606723940418</c:v>
                </c:pt>
                <c:pt idx="1444">
                  <c:v>2.2954929366925549</c:v>
                </c:pt>
                <c:pt idx="1445">
                  <c:v>2.2771278096647229</c:v>
                </c:pt>
                <c:pt idx="1446">
                  <c:v>2.2592471986184788</c:v>
                </c:pt>
                <c:pt idx="1447">
                  <c:v>2.2429078263565692</c:v>
                </c:pt>
                <c:pt idx="1448">
                  <c:v>2.228284256834498</c:v>
                </c:pt>
                <c:pt idx="1449">
                  <c:v>2.2126761617441879</c:v>
                </c:pt>
                <c:pt idx="1450">
                  <c:v>2.1955651588655538</c:v>
                </c:pt>
                <c:pt idx="1451">
                  <c:v>2.177624230955828</c:v>
                </c:pt>
                <c:pt idx="1452">
                  <c:v>2.1594620752906009</c:v>
                </c:pt>
                <c:pt idx="1453">
                  <c:v>2.1416389843220189</c:v>
                </c:pt>
                <c:pt idx="1454">
                  <c:v>2.1252632391852528</c:v>
                </c:pt>
                <c:pt idx="1455">
                  <c:v>2.1113918335518651</c:v>
                </c:pt>
                <c:pt idx="1456">
                  <c:v>2.0989800837350558</c:v>
                </c:pt>
                <c:pt idx="1457">
                  <c:v>2.0873987461763819</c:v>
                </c:pt>
                <c:pt idx="1458">
                  <c:v>2.077625301947259</c:v>
                </c:pt>
                <c:pt idx="1459">
                  <c:v>2.067090111447901</c:v>
                </c:pt>
                <c:pt idx="1460">
                  <c:v>2.0552929642256981</c:v>
                </c:pt>
                <c:pt idx="1461">
                  <c:v>2.0422931861849891</c:v>
                </c:pt>
                <c:pt idx="1462">
                  <c:v>2.0265537397189242</c:v>
                </c:pt>
                <c:pt idx="1463">
                  <c:v>2.0091546347257512</c:v>
                </c:pt>
                <c:pt idx="1464">
                  <c:v>1.9915483430350429</c:v>
                </c:pt>
                <c:pt idx="1465">
                  <c:v>1.974313639695235</c:v>
                </c:pt>
                <c:pt idx="1466">
                  <c:v>1.957750784174652</c:v>
                </c:pt>
                <c:pt idx="1467">
                  <c:v>1.9430938691229429</c:v>
                </c:pt>
                <c:pt idx="1468">
                  <c:v>1.933232150196095</c:v>
                </c:pt>
                <c:pt idx="1469">
                  <c:v>1.930782660461916</c:v>
                </c:pt>
                <c:pt idx="1470">
                  <c:v>1.9305166431773999</c:v>
                </c:pt>
                <c:pt idx="1471">
                  <c:v>1.924949841350843</c:v>
                </c:pt>
                <c:pt idx="1472">
                  <c:v>1.914125599930238</c:v>
                </c:pt>
                <c:pt idx="1473">
                  <c:v>1.900443207066655</c:v>
                </c:pt>
                <c:pt idx="1474">
                  <c:v>1.8848785532470169</c:v>
                </c:pt>
                <c:pt idx="1475">
                  <c:v>1.8681556828570141</c:v>
                </c:pt>
                <c:pt idx="1476">
                  <c:v>1.8512921440894641</c:v>
                </c:pt>
                <c:pt idx="1477">
                  <c:v>1.8351113287817471</c:v>
                </c:pt>
                <c:pt idx="1478">
                  <c:v>1.8201455746519011</c:v>
                </c:pt>
                <c:pt idx="1479">
                  <c:v>1.806588842376899</c:v>
                </c:pt>
                <c:pt idx="1480">
                  <c:v>1.7945647334436541</c:v>
                </c:pt>
                <c:pt idx="1481">
                  <c:v>1.789322817622665</c:v>
                </c:pt>
                <c:pt idx="1482">
                  <c:v>1.804110185446401</c:v>
                </c:pt>
                <c:pt idx="1483">
                  <c:v>1.8327116930622089</c:v>
                </c:pt>
                <c:pt idx="1484">
                  <c:v>1.857073515756765</c:v>
                </c:pt>
                <c:pt idx="1485">
                  <c:v>1.868931814423153</c:v>
                </c:pt>
                <c:pt idx="1486">
                  <c:v>1.869241044932382</c:v>
                </c:pt>
                <c:pt idx="1487">
                  <c:v>1.864230018718698</c:v>
                </c:pt>
                <c:pt idx="1488">
                  <c:v>1.856047556637765</c:v>
                </c:pt>
                <c:pt idx="1489">
                  <c:v>1.8474853860788409</c:v>
                </c:pt>
                <c:pt idx="1490">
                  <c:v>1.8411255769213639</c:v>
                </c:pt>
                <c:pt idx="1491">
                  <c:v>1.8346478435273801</c:v>
                </c:pt>
                <c:pt idx="1492">
                  <c:v>1.825532678188853</c:v>
                </c:pt>
                <c:pt idx="1493">
                  <c:v>1.812700793676542</c:v>
                </c:pt>
                <c:pt idx="1494">
                  <c:v>1.7973641247593251</c:v>
                </c:pt>
                <c:pt idx="1495">
                  <c:v>1.7811728252832999</c:v>
                </c:pt>
                <c:pt idx="1496">
                  <c:v>1.765238417200492</c:v>
                </c:pt>
                <c:pt idx="1497">
                  <c:v>1.749646305146763</c:v>
                </c:pt>
                <c:pt idx="1498">
                  <c:v>1.734287063968629</c:v>
                </c:pt>
                <c:pt idx="1499">
                  <c:v>1.7192771510763489</c:v>
                </c:pt>
                <c:pt idx="1500">
                  <c:v>1.704939730722268</c:v>
                </c:pt>
                <c:pt idx="1501">
                  <c:v>1.6914833821190951</c:v>
                </c:pt>
                <c:pt idx="1502">
                  <c:v>1.678519479672911</c:v>
                </c:pt>
                <c:pt idx="1503">
                  <c:v>1.666082691039277</c:v>
                </c:pt>
                <c:pt idx="1504">
                  <c:v>1.656284828585046</c:v>
                </c:pt>
                <c:pt idx="1505">
                  <c:v>1.648927789405833</c:v>
                </c:pt>
                <c:pt idx="1506">
                  <c:v>1.644660934545026</c:v>
                </c:pt>
                <c:pt idx="1507">
                  <c:v>1.645084083326827</c:v>
                </c:pt>
                <c:pt idx="1508">
                  <c:v>1.644031340006997</c:v>
                </c:pt>
                <c:pt idx="1509">
                  <c:v>1.637717536907936</c:v>
                </c:pt>
                <c:pt idx="1510">
                  <c:v>1.627125074430678</c:v>
                </c:pt>
                <c:pt idx="1511">
                  <c:v>1.6144616286907489</c:v>
                </c:pt>
                <c:pt idx="1512">
                  <c:v>1.6006316785115291</c:v>
                </c:pt>
                <c:pt idx="1513">
                  <c:v>1.5863818740978779</c:v>
                </c:pt>
                <c:pt idx="1514">
                  <c:v>1.572522560361681</c:v>
                </c:pt>
                <c:pt idx="1515">
                  <c:v>1.5596802793795219</c:v>
                </c:pt>
                <c:pt idx="1516">
                  <c:v>1.548314294013162</c:v>
                </c:pt>
                <c:pt idx="1517">
                  <c:v>1.5378965746545661</c:v>
                </c:pt>
                <c:pt idx="1518">
                  <c:v>1.527061327831071</c:v>
                </c:pt>
                <c:pt idx="1519">
                  <c:v>1.516091944969195</c:v>
                </c:pt>
                <c:pt idx="1520">
                  <c:v>1.506927123864894</c:v>
                </c:pt>
                <c:pt idx="1521">
                  <c:v>1.503046398479202</c:v>
                </c:pt>
                <c:pt idx="1522">
                  <c:v>1.5019305741080951</c:v>
                </c:pt>
                <c:pt idx="1523">
                  <c:v>1.500955316265415</c:v>
                </c:pt>
                <c:pt idx="1524">
                  <c:v>1.497783542192241</c:v>
                </c:pt>
                <c:pt idx="1525">
                  <c:v>1.491294323912802</c:v>
                </c:pt>
                <c:pt idx="1526">
                  <c:v>1.4826182810918</c:v>
                </c:pt>
                <c:pt idx="1527">
                  <c:v>1.4728446121992109</c:v>
                </c:pt>
                <c:pt idx="1528">
                  <c:v>1.4613852192762</c:v>
                </c:pt>
                <c:pt idx="1529">
                  <c:v>1.449572966893254</c:v>
                </c:pt>
                <c:pt idx="1530">
                  <c:v>1.4408588678367029</c:v>
                </c:pt>
                <c:pt idx="1531">
                  <c:v>1.436915452266283</c:v>
                </c:pt>
                <c:pt idx="1532">
                  <c:v>1.4307897030669341</c:v>
                </c:pt>
                <c:pt idx="1533">
                  <c:v>1.421149288405702</c:v>
                </c:pt>
                <c:pt idx="1534">
                  <c:v>1.4096842973864749</c:v>
                </c:pt>
                <c:pt idx="1535">
                  <c:v>1.397968265850837</c:v>
                </c:pt>
                <c:pt idx="1536">
                  <c:v>1.3870497297370641</c:v>
                </c:pt>
                <c:pt idx="1537">
                  <c:v>1.3780253831879139</c:v>
                </c:pt>
                <c:pt idx="1538">
                  <c:v>1.3728186851329769</c:v>
                </c:pt>
                <c:pt idx="1539">
                  <c:v>1.368656184594812</c:v>
                </c:pt>
                <c:pt idx="1540">
                  <c:v>1.3618840126061169</c:v>
                </c:pt>
                <c:pt idx="1541">
                  <c:v>1.353558267786573</c:v>
                </c:pt>
                <c:pt idx="1542">
                  <c:v>1.3486574057445879</c:v>
                </c:pt>
                <c:pt idx="1543">
                  <c:v>1.34765198159208</c:v>
                </c:pt>
                <c:pt idx="1544">
                  <c:v>1.348910270335492</c:v>
                </c:pt>
                <c:pt idx="1545">
                  <c:v>1.3460351846620531</c:v>
                </c:pt>
                <c:pt idx="1546">
                  <c:v>1.3382631375860079</c:v>
                </c:pt>
                <c:pt idx="1547">
                  <c:v>1.327893325322183</c:v>
                </c:pt>
                <c:pt idx="1548">
                  <c:v>1.316921781790007</c:v>
                </c:pt>
                <c:pt idx="1549">
                  <c:v>1.3064883777165279</c:v>
                </c:pt>
                <c:pt idx="1550">
                  <c:v>1.2970938029533281</c:v>
                </c:pt>
              </c:numCache>
            </c:numRef>
          </c:yVal>
          <c:smooth val="1"/>
          <c:extLst>
            <c:ext xmlns:c16="http://schemas.microsoft.com/office/drawing/2014/chart" uri="{C3380CC4-5D6E-409C-BE32-E72D297353CC}">
              <c16:uniqueId val="{00000000-6F34-459A-963F-44A1161E6025}"/>
            </c:ext>
          </c:extLst>
        </c:ser>
        <c:ser>
          <c:idx val="1"/>
          <c:order val="1"/>
          <c:tx>
            <c:strRef>
              <c:f>Sheet2!$D$1</c:f>
              <c:strCache>
                <c:ptCount val="1"/>
                <c:pt idx="0">
                  <c:v>4 mmol/L</c:v>
                </c:pt>
              </c:strCache>
            </c:strRef>
          </c:tx>
          <c:spPr>
            <a:ln w="19050" cap="rnd">
              <a:solidFill>
                <a:srgbClr val="FF0000"/>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Sheet2!$D$2:$D$1552</c:f>
              <c:numCache>
                <c:formatCode>General</c:formatCode>
                <c:ptCount val="1551"/>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pt idx="1536">
                  <c:v>4</c:v>
                </c:pt>
                <c:pt idx="1537">
                  <c:v>4</c:v>
                </c:pt>
                <c:pt idx="1538">
                  <c:v>4</c:v>
                </c:pt>
                <c:pt idx="1539">
                  <c:v>4</c:v>
                </c:pt>
                <c:pt idx="1540">
                  <c:v>4</c:v>
                </c:pt>
                <c:pt idx="1541">
                  <c:v>4</c:v>
                </c:pt>
                <c:pt idx="1542">
                  <c:v>4</c:v>
                </c:pt>
                <c:pt idx="1543">
                  <c:v>4</c:v>
                </c:pt>
                <c:pt idx="1544">
                  <c:v>4</c:v>
                </c:pt>
                <c:pt idx="1545">
                  <c:v>4</c:v>
                </c:pt>
                <c:pt idx="1546">
                  <c:v>4</c:v>
                </c:pt>
                <c:pt idx="1547">
                  <c:v>4</c:v>
                </c:pt>
                <c:pt idx="1548">
                  <c:v>4</c:v>
                </c:pt>
                <c:pt idx="1549">
                  <c:v>4</c:v>
                </c:pt>
                <c:pt idx="1550">
                  <c:v>4</c:v>
                </c:pt>
              </c:numCache>
            </c:numRef>
          </c:yVal>
          <c:smooth val="1"/>
          <c:extLst>
            <c:ext xmlns:c16="http://schemas.microsoft.com/office/drawing/2014/chart" uri="{C3380CC4-5D6E-409C-BE32-E72D297353CC}">
              <c16:uniqueId val="{00000003-6F34-459A-963F-44A1161E6025}"/>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636991302549787"/>
          <c:y val="3.7700015507631683E-2"/>
          <c:w val="0.86722326391214088"/>
          <c:h val="0.65202542960158283"/>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Sheet2!$C$2:$C$1552</c:f>
              <c:numCache>
                <c:formatCode>General</c:formatCode>
                <c:ptCount val="1551"/>
                <c:pt idx="0">
                  <c:v>1.2480718435153351</c:v>
                </c:pt>
                <c:pt idx="1">
                  <c:v>1.246264724781226</c:v>
                </c:pt>
                <c:pt idx="2">
                  <c:v>1.244284976221814</c:v>
                </c:pt>
                <c:pt idx="3">
                  <c:v>1.243077564445334</c:v>
                </c:pt>
                <c:pt idx="4">
                  <c:v>1.2449637523857091</c:v>
                </c:pt>
                <c:pt idx="5">
                  <c:v>1.2507021547210291</c:v>
                </c:pt>
                <c:pt idx="6">
                  <c:v>1.2599911050266741</c:v>
                </c:pt>
                <c:pt idx="7">
                  <c:v>1.2706853767763491</c:v>
                </c:pt>
                <c:pt idx="8">
                  <c:v>1.2783541928330819</c:v>
                </c:pt>
                <c:pt idx="9">
                  <c:v>1.2807634155115519</c:v>
                </c:pt>
                <c:pt idx="10">
                  <c:v>1.278333840903251</c:v>
                </c:pt>
                <c:pt idx="11">
                  <c:v>1.274646376564321</c:v>
                </c:pt>
                <c:pt idx="12">
                  <c:v>1.2740761569430561</c:v>
                </c:pt>
                <c:pt idx="13">
                  <c:v>1.282763420935745</c:v>
                </c:pt>
                <c:pt idx="14">
                  <c:v>1.3025633875406559</c:v>
                </c:pt>
                <c:pt idx="15">
                  <c:v>1.3269108529012441</c:v>
                </c:pt>
                <c:pt idx="16">
                  <c:v>1.3455997533033821</c:v>
                </c:pt>
                <c:pt idx="17">
                  <c:v>1.351282573575936</c:v>
                </c:pt>
                <c:pt idx="18">
                  <c:v>1.348602562158641</c:v>
                </c:pt>
                <c:pt idx="19">
                  <c:v>1.339716885257016</c:v>
                </c:pt>
                <c:pt idx="20">
                  <c:v>1.3278954762291759</c:v>
                </c:pt>
                <c:pt idx="21">
                  <c:v>1.315670061027981</c:v>
                </c:pt>
                <c:pt idx="22">
                  <c:v>1.3043404020959031</c:v>
                </c:pt>
                <c:pt idx="23">
                  <c:v>1.2943923517465039</c:v>
                </c:pt>
                <c:pt idx="24">
                  <c:v>1.28588130852334</c:v>
                </c:pt>
                <c:pt idx="25">
                  <c:v>1.278584964719695</c:v>
                </c:pt>
                <c:pt idx="26">
                  <c:v>1.2722445302643111</c:v>
                </c:pt>
                <c:pt idx="27">
                  <c:v>1.266720902826274</c:v>
                </c:pt>
                <c:pt idx="28">
                  <c:v>1.262274135107524</c:v>
                </c:pt>
                <c:pt idx="29">
                  <c:v>1.263714607358297</c:v>
                </c:pt>
                <c:pt idx="30">
                  <c:v>1.2785891368568321</c:v>
                </c:pt>
                <c:pt idx="31">
                  <c:v>1.309395621700703</c:v>
                </c:pt>
                <c:pt idx="32">
                  <c:v>1.347306724067038</c:v>
                </c:pt>
                <c:pt idx="33">
                  <c:v>1.3916154736485871</c:v>
                </c:pt>
                <c:pt idx="34">
                  <c:v>1.450920290980636</c:v>
                </c:pt>
                <c:pt idx="35">
                  <c:v>1.521535570671712</c:v>
                </c:pt>
                <c:pt idx="36">
                  <c:v>1.5783911403488</c:v>
                </c:pt>
                <c:pt idx="37">
                  <c:v>1.6207973366970101</c:v>
                </c:pt>
                <c:pt idx="38">
                  <c:v>1.6529479091995201</c:v>
                </c:pt>
                <c:pt idx="39">
                  <c:v>1.6741127002744041</c:v>
                </c:pt>
                <c:pt idx="40">
                  <c:v>1.682103865453086</c:v>
                </c:pt>
                <c:pt idx="41">
                  <c:v>1.6789347522781981</c:v>
                </c:pt>
                <c:pt idx="42">
                  <c:v>1.668596645434187</c:v>
                </c:pt>
                <c:pt idx="43">
                  <c:v>1.6555028015572359</c:v>
                </c:pt>
                <c:pt idx="44">
                  <c:v>1.643388075553605</c:v>
                </c:pt>
                <c:pt idx="45">
                  <c:v>1.6362975022064381</c:v>
                </c:pt>
                <c:pt idx="46">
                  <c:v>1.632913381100815</c:v>
                </c:pt>
                <c:pt idx="47">
                  <c:v>1.6320655003220741</c:v>
                </c:pt>
                <c:pt idx="48">
                  <c:v>1.6308855452873441</c:v>
                </c:pt>
                <c:pt idx="49">
                  <c:v>1.628137626017665</c:v>
                </c:pt>
                <c:pt idx="50">
                  <c:v>1.6262755839562431</c:v>
                </c:pt>
                <c:pt idx="51">
                  <c:v>1.630070421872805</c:v>
                </c:pt>
                <c:pt idx="52">
                  <c:v>1.639326994541257</c:v>
                </c:pt>
                <c:pt idx="53">
                  <c:v>1.6444251867016111</c:v>
                </c:pt>
                <c:pt idx="54">
                  <c:v>1.6408530433163331</c:v>
                </c:pt>
                <c:pt idx="55">
                  <c:v>1.631266653425961</c:v>
                </c:pt>
                <c:pt idx="56">
                  <c:v>1.6186179296131851</c:v>
                </c:pt>
                <c:pt idx="57">
                  <c:v>1.604750954376452</c:v>
                </c:pt>
                <c:pt idx="58">
                  <c:v>1.590101413116592</c:v>
                </c:pt>
                <c:pt idx="59">
                  <c:v>1.5752193907049821</c:v>
                </c:pt>
                <c:pt idx="60">
                  <c:v>1.560959028798969</c:v>
                </c:pt>
                <c:pt idx="61">
                  <c:v>1.5478945844113781</c:v>
                </c:pt>
                <c:pt idx="62">
                  <c:v>1.536265125939728</c:v>
                </c:pt>
                <c:pt idx="63">
                  <c:v>1.5261231290887269</c:v>
                </c:pt>
                <c:pt idx="64">
                  <c:v>1.5177452017963911</c:v>
                </c:pt>
                <c:pt idx="65">
                  <c:v>1.5138533249994759</c:v>
                </c:pt>
                <c:pt idx="66">
                  <c:v>1.514576239438721</c:v>
                </c:pt>
                <c:pt idx="67">
                  <c:v>1.514681094974748</c:v>
                </c:pt>
                <c:pt idx="68">
                  <c:v>1.511527908315041</c:v>
                </c:pt>
                <c:pt idx="69">
                  <c:v>1.5105344860179959</c:v>
                </c:pt>
                <c:pt idx="70">
                  <c:v>1.5098736578708369</c:v>
                </c:pt>
                <c:pt idx="71">
                  <c:v>1.5037982768502269</c:v>
                </c:pt>
                <c:pt idx="72">
                  <c:v>1.493280569775727</c:v>
                </c:pt>
                <c:pt idx="73">
                  <c:v>1.4810935701547541</c:v>
                </c:pt>
                <c:pt idx="74">
                  <c:v>1.469400896312868</c:v>
                </c:pt>
                <c:pt idx="75">
                  <c:v>1.458526102228376</c:v>
                </c:pt>
                <c:pt idx="76">
                  <c:v>1.4475358350777849</c:v>
                </c:pt>
                <c:pt idx="77">
                  <c:v>1.435921157848975</c:v>
                </c:pt>
                <c:pt idx="78">
                  <c:v>1.4242579736516801</c:v>
                </c:pt>
                <c:pt idx="79">
                  <c:v>1.413199828486678</c:v>
                </c:pt>
                <c:pt idx="80">
                  <c:v>1.403206060835422</c:v>
                </c:pt>
                <c:pt idx="81">
                  <c:v>1.395466845753226</c:v>
                </c:pt>
                <c:pt idx="82">
                  <c:v>1.393187573687656</c:v>
                </c:pt>
                <c:pt idx="83">
                  <c:v>1.389551267639993</c:v>
                </c:pt>
                <c:pt idx="84">
                  <c:v>1.3824011585059821</c:v>
                </c:pt>
                <c:pt idx="85">
                  <c:v>1.3735404809999849</c:v>
                </c:pt>
                <c:pt idx="86">
                  <c:v>1.3687796335742231</c:v>
                </c:pt>
                <c:pt idx="87">
                  <c:v>1.3895665590481041</c:v>
                </c:pt>
                <c:pt idx="88">
                  <c:v>1.4488528032858821</c:v>
                </c:pt>
                <c:pt idx="89">
                  <c:v>1.5171892536396281</c:v>
                </c:pt>
                <c:pt idx="90">
                  <c:v>1.5841493469776511</c:v>
                </c:pt>
                <c:pt idx="91">
                  <c:v>1.64481925595178</c:v>
                </c:pt>
                <c:pt idx="92">
                  <c:v>1.675954575888623</c:v>
                </c:pt>
                <c:pt idx="93">
                  <c:v>1.6830908228217509</c:v>
                </c:pt>
                <c:pt idx="94">
                  <c:v>1.6770939446580591</c:v>
                </c:pt>
                <c:pt idx="95">
                  <c:v>1.6652605454593741</c:v>
                </c:pt>
                <c:pt idx="96">
                  <c:v>1.6516720700345571</c:v>
                </c:pt>
                <c:pt idx="97">
                  <c:v>1.638376906837985</c:v>
                </c:pt>
                <c:pt idx="98">
                  <c:v>1.6262650184188381</c:v>
                </c:pt>
                <c:pt idx="99">
                  <c:v>1.615617679287229</c:v>
                </c:pt>
                <c:pt idx="100">
                  <c:v>1.6067157236036631</c:v>
                </c:pt>
                <c:pt idx="101">
                  <c:v>1.600757370186064</c:v>
                </c:pt>
                <c:pt idx="102">
                  <c:v>1.593566110166287</c:v>
                </c:pt>
                <c:pt idx="103">
                  <c:v>1.5839519252119441</c:v>
                </c:pt>
                <c:pt idx="104">
                  <c:v>1.5728808294586849</c:v>
                </c:pt>
                <c:pt idx="105">
                  <c:v>1.561895809628568</c:v>
                </c:pt>
                <c:pt idx="106">
                  <c:v>1.5579953962577091</c:v>
                </c:pt>
                <c:pt idx="107">
                  <c:v>1.5937432836995979</c:v>
                </c:pt>
                <c:pt idx="108">
                  <c:v>1.7246158498713491</c:v>
                </c:pt>
                <c:pt idx="109">
                  <c:v>1.9394182701297751</c:v>
                </c:pt>
                <c:pt idx="110">
                  <c:v>2.144963307868287</c:v>
                </c:pt>
                <c:pt idx="111">
                  <c:v>2.314047593574462</c:v>
                </c:pt>
                <c:pt idx="112">
                  <c:v>2.4469556315568388</c:v>
                </c:pt>
                <c:pt idx="113">
                  <c:v>2.5526138867222148</c:v>
                </c:pt>
                <c:pt idx="114">
                  <c:v>2.6331645368322771</c:v>
                </c:pt>
                <c:pt idx="115">
                  <c:v>2.6866923816226369</c:v>
                </c:pt>
                <c:pt idx="116">
                  <c:v>2.7171379305300811</c:v>
                </c:pt>
                <c:pt idx="117">
                  <c:v>2.7308215558066218</c:v>
                </c:pt>
                <c:pt idx="118">
                  <c:v>2.733116337484673</c:v>
                </c:pt>
                <c:pt idx="119">
                  <c:v>2.7275487485591912</c:v>
                </c:pt>
                <c:pt idx="120">
                  <c:v>2.7163387749731109</c:v>
                </c:pt>
                <c:pt idx="121">
                  <c:v>2.7014437824320541</c:v>
                </c:pt>
                <c:pt idx="122">
                  <c:v>2.684759332501792</c:v>
                </c:pt>
                <c:pt idx="123">
                  <c:v>2.666832765357126</c:v>
                </c:pt>
                <c:pt idx="124">
                  <c:v>2.6477854381266979</c:v>
                </c:pt>
                <c:pt idx="125">
                  <c:v>2.6283219721068729</c:v>
                </c:pt>
                <c:pt idx="126">
                  <c:v>2.6093054376013529</c:v>
                </c:pt>
                <c:pt idx="127">
                  <c:v>2.591274450094605</c:v>
                </c:pt>
                <c:pt idx="128">
                  <c:v>2.5742386211205379</c:v>
                </c:pt>
                <c:pt idx="129">
                  <c:v>2.5576549592276332</c:v>
                </c:pt>
                <c:pt idx="130">
                  <c:v>2.542647304269523</c:v>
                </c:pt>
                <c:pt idx="131">
                  <c:v>2.5287347957755588</c:v>
                </c:pt>
                <c:pt idx="132">
                  <c:v>2.513004538640228</c:v>
                </c:pt>
                <c:pt idx="133">
                  <c:v>2.495113210187017</c:v>
                </c:pt>
                <c:pt idx="134">
                  <c:v>2.47633892219514</c:v>
                </c:pt>
                <c:pt idx="135">
                  <c:v>2.458137027763927</c:v>
                </c:pt>
                <c:pt idx="136">
                  <c:v>2.4412096918849371</c:v>
                </c:pt>
                <c:pt idx="137">
                  <c:v>2.423093307736071</c:v>
                </c:pt>
                <c:pt idx="138">
                  <c:v>2.4035700443315862</c:v>
                </c:pt>
                <c:pt idx="139">
                  <c:v>2.38389398621967</c:v>
                </c:pt>
                <c:pt idx="140">
                  <c:v>2.366976845534166</c:v>
                </c:pt>
                <c:pt idx="141">
                  <c:v>2.3699783533127952</c:v>
                </c:pt>
                <c:pt idx="142">
                  <c:v>2.415264148456842</c:v>
                </c:pt>
                <c:pt idx="143">
                  <c:v>2.487779854766456</c:v>
                </c:pt>
                <c:pt idx="144">
                  <c:v>2.559387797775559</c:v>
                </c:pt>
                <c:pt idx="145">
                  <c:v>2.6156938721724492</c:v>
                </c:pt>
                <c:pt idx="146">
                  <c:v>2.654159753242411</c:v>
                </c:pt>
                <c:pt idx="147">
                  <c:v>2.6772785392043121</c:v>
                </c:pt>
                <c:pt idx="148">
                  <c:v>2.687180411631346</c:v>
                </c:pt>
                <c:pt idx="149">
                  <c:v>2.6863303284532889</c:v>
                </c:pt>
                <c:pt idx="150">
                  <c:v>2.6782954946666901</c:v>
                </c:pt>
                <c:pt idx="151">
                  <c:v>2.6657351252316368</c:v>
                </c:pt>
                <c:pt idx="152">
                  <c:v>2.6507734417096849</c:v>
                </c:pt>
                <c:pt idx="153">
                  <c:v>2.6349158602020211</c:v>
                </c:pt>
                <c:pt idx="154">
                  <c:v>2.6177701330095569</c:v>
                </c:pt>
                <c:pt idx="155">
                  <c:v>2.6002430984812999</c:v>
                </c:pt>
                <c:pt idx="156">
                  <c:v>2.5840124322852991</c:v>
                </c:pt>
                <c:pt idx="157">
                  <c:v>2.568204750213281</c:v>
                </c:pt>
                <c:pt idx="158">
                  <c:v>2.5516615987976832</c:v>
                </c:pt>
                <c:pt idx="159">
                  <c:v>2.534777977555748</c:v>
                </c:pt>
                <c:pt idx="160">
                  <c:v>2.5189932591713591</c:v>
                </c:pt>
                <c:pt idx="161">
                  <c:v>2.507281030655296</c:v>
                </c:pt>
                <c:pt idx="162">
                  <c:v>2.5000675292476999</c:v>
                </c:pt>
                <c:pt idx="163">
                  <c:v>2.495636842454422</c:v>
                </c:pt>
                <c:pt idx="164">
                  <c:v>2.487323175023366</c:v>
                </c:pt>
                <c:pt idx="165">
                  <c:v>2.4741693647709782</c:v>
                </c:pt>
                <c:pt idx="166">
                  <c:v>2.4573831322257478</c:v>
                </c:pt>
                <c:pt idx="167">
                  <c:v>2.4386804256217891</c:v>
                </c:pt>
                <c:pt idx="168">
                  <c:v>2.4189986318379062</c:v>
                </c:pt>
                <c:pt idx="169">
                  <c:v>2.3988891506335381</c:v>
                </c:pt>
                <c:pt idx="170">
                  <c:v>2.3788053859824938</c:v>
                </c:pt>
                <c:pt idx="171">
                  <c:v>2.3584635455781831</c:v>
                </c:pt>
                <c:pt idx="172">
                  <c:v>2.3377715358828741</c:v>
                </c:pt>
                <c:pt idx="173">
                  <c:v>2.3174470207552731</c:v>
                </c:pt>
                <c:pt idx="174">
                  <c:v>2.298181406985492</c:v>
                </c:pt>
                <c:pt idx="175">
                  <c:v>2.2803810092872689</c:v>
                </c:pt>
                <c:pt idx="176">
                  <c:v>2.2639674881063709</c:v>
                </c:pt>
                <c:pt idx="177">
                  <c:v>2.248604405260699</c:v>
                </c:pt>
                <c:pt idx="178">
                  <c:v>2.2342424446199902</c:v>
                </c:pt>
                <c:pt idx="179">
                  <c:v>2.2209341891784069</c:v>
                </c:pt>
                <c:pt idx="180">
                  <c:v>2.2081712436118441</c:v>
                </c:pt>
                <c:pt idx="181">
                  <c:v>2.1974491146109201</c:v>
                </c:pt>
                <c:pt idx="182">
                  <c:v>2.1902631829440069</c:v>
                </c:pt>
                <c:pt idx="183">
                  <c:v>2.1862338757654598</c:v>
                </c:pt>
                <c:pt idx="184">
                  <c:v>2.1810603568714888</c:v>
                </c:pt>
                <c:pt idx="185">
                  <c:v>2.1734617411842581</c:v>
                </c:pt>
                <c:pt idx="186">
                  <c:v>2.161863001987522</c:v>
                </c:pt>
                <c:pt idx="187">
                  <c:v>2.146729555447739</c:v>
                </c:pt>
                <c:pt idx="188">
                  <c:v>2.1296697724876692</c:v>
                </c:pt>
                <c:pt idx="189">
                  <c:v>2.111790079966168</c:v>
                </c:pt>
                <c:pt idx="190">
                  <c:v>2.0938445251622482</c:v>
                </c:pt>
                <c:pt idx="191">
                  <c:v>2.076183846976817</c:v>
                </c:pt>
                <c:pt idx="192">
                  <c:v>2.058769227382323</c:v>
                </c:pt>
                <c:pt idx="193">
                  <c:v>2.041580834844269</c:v>
                </c:pt>
                <c:pt idx="194">
                  <c:v>2.024878738194416</c:v>
                </c:pt>
                <c:pt idx="195">
                  <c:v>2.0086537422483701</c:v>
                </c:pt>
                <c:pt idx="196">
                  <c:v>1.993028623959844</c:v>
                </c:pt>
                <c:pt idx="197">
                  <c:v>1.979270862662855</c:v>
                </c:pt>
                <c:pt idx="198">
                  <c:v>1.969161786894118</c:v>
                </c:pt>
                <c:pt idx="199">
                  <c:v>1.96385481230579</c:v>
                </c:pt>
                <c:pt idx="200">
                  <c:v>1.963422514061629</c:v>
                </c:pt>
                <c:pt idx="201">
                  <c:v>1.96324395574878</c:v>
                </c:pt>
                <c:pt idx="202">
                  <c:v>1.9627461560192341</c:v>
                </c:pt>
                <c:pt idx="203">
                  <c:v>1.964444132239296</c:v>
                </c:pt>
                <c:pt idx="204">
                  <c:v>1.968422986068818</c:v>
                </c:pt>
                <c:pt idx="205">
                  <c:v>1.9713629828520429</c:v>
                </c:pt>
                <c:pt idx="206">
                  <c:v>1.969904074086305</c:v>
                </c:pt>
                <c:pt idx="207">
                  <c:v>1.9620534544063319</c:v>
                </c:pt>
                <c:pt idx="208">
                  <c:v>1.9489911370930271</c:v>
                </c:pt>
                <c:pt idx="209">
                  <c:v>1.933311519995655</c:v>
                </c:pt>
                <c:pt idx="210">
                  <c:v>1.9161729723444729</c:v>
                </c:pt>
                <c:pt idx="211">
                  <c:v>1.8984177127827511</c:v>
                </c:pt>
                <c:pt idx="212">
                  <c:v>1.880997674302245</c:v>
                </c:pt>
                <c:pt idx="213">
                  <c:v>1.864129997633853</c:v>
                </c:pt>
                <c:pt idx="214">
                  <c:v>1.8475538796760951</c:v>
                </c:pt>
                <c:pt idx="215">
                  <c:v>1.8316015859172381</c:v>
                </c:pt>
                <c:pt idx="216">
                  <c:v>1.816696980762053</c:v>
                </c:pt>
                <c:pt idx="217">
                  <c:v>1.803193106385055</c:v>
                </c:pt>
                <c:pt idx="218">
                  <c:v>1.7941151294894491</c:v>
                </c:pt>
                <c:pt idx="219">
                  <c:v>1.8011739124723201</c:v>
                </c:pt>
                <c:pt idx="220">
                  <c:v>1.824842994003397</c:v>
                </c:pt>
                <c:pt idx="221">
                  <c:v>1.853702170238489</c:v>
                </c:pt>
                <c:pt idx="222">
                  <c:v>1.8839557252131971</c:v>
                </c:pt>
                <c:pt idx="223">
                  <c:v>1.909128079605662</c:v>
                </c:pt>
                <c:pt idx="224">
                  <c:v>1.9259694683334081</c:v>
                </c:pt>
                <c:pt idx="225">
                  <c:v>1.9364515606595669</c:v>
                </c:pt>
                <c:pt idx="226">
                  <c:v>1.945449885663493</c:v>
                </c:pt>
                <c:pt idx="227">
                  <c:v>1.9502997618337981</c:v>
                </c:pt>
                <c:pt idx="228">
                  <c:v>1.9482957484640091</c:v>
                </c:pt>
                <c:pt idx="229">
                  <c:v>1.939696283090667</c:v>
                </c:pt>
                <c:pt idx="230">
                  <c:v>1.925810968655147</c:v>
                </c:pt>
                <c:pt idx="231">
                  <c:v>1.909230699791034</c:v>
                </c:pt>
                <c:pt idx="232">
                  <c:v>1.8921522330954881</c:v>
                </c:pt>
                <c:pt idx="233">
                  <c:v>1.8758994774545521</c:v>
                </c:pt>
                <c:pt idx="234">
                  <c:v>1.8611538551780451</c:v>
                </c:pt>
                <c:pt idx="235">
                  <c:v>1.84759188034745</c:v>
                </c:pt>
                <c:pt idx="236">
                  <c:v>1.8339638838724079</c:v>
                </c:pt>
                <c:pt idx="237">
                  <c:v>1.8202653838819489</c:v>
                </c:pt>
                <c:pt idx="238">
                  <c:v>1.8070761795006971</c:v>
                </c:pt>
                <c:pt idx="239">
                  <c:v>1.7963330049858961</c:v>
                </c:pt>
                <c:pt idx="240">
                  <c:v>1.795833718963852</c:v>
                </c:pt>
                <c:pt idx="241">
                  <c:v>1.820941642996567</c:v>
                </c:pt>
                <c:pt idx="242">
                  <c:v>1.8832057816467449</c:v>
                </c:pt>
                <c:pt idx="243">
                  <c:v>1.9745379064132469</c:v>
                </c:pt>
                <c:pt idx="244">
                  <c:v>2.0745773046380389</c:v>
                </c:pt>
                <c:pt idx="245">
                  <c:v>2.1681058989416551</c:v>
                </c:pt>
                <c:pt idx="246">
                  <c:v>2.2375161799398291</c:v>
                </c:pt>
                <c:pt idx="247">
                  <c:v>2.276756890584346</c:v>
                </c:pt>
                <c:pt idx="248">
                  <c:v>2.292492400858114</c:v>
                </c:pt>
                <c:pt idx="249">
                  <c:v>2.2937170321033138</c:v>
                </c:pt>
                <c:pt idx="250">
                  <c:v>2.2869670037077592</c:v>
                </c:pt>
                <c:pt idx="251">
                  <c:v>2.2763150572209891</c:v>
                </c:pt>
                <c:pt idx="252">
                  <c:v>2.2632278253280398</c:v>
                </c:pt>
                <c:pt idx="253">
                  <c:v>2.2481177786623121</c:v>
                </c:pt>
                <c:pt idx="254">
                  <c:v>2.2316486737913959</c:v>
                </c:pt>
                <c:pt idx="255">
                  <c:v>2.21484533449126</c:v>
                </c:pt>
                <c:pt idx="256">
                  <c:v>2.1986482949404649</c:v>
                </c:pt>
                <c:pt idx="257">
                  <c:v>2.186027128420521</c:v>
                </c:pt>
                <c:pt idx="258">
                  <c:v>2.1992271940878441</c:v>
                </c:pt>
                <c:pt idx="259">
                  <c:v>2.2657477902865391</c:v>
                </c:pt>
                <c:pt idx="260">
                  <c:v>2.3867850261762729</c:v>
                </c:pt>
                <c:pt idx="261">
                  <c:v>2.5277547648471268</c:v>
                </c:pt>
                <c:pt idx="262">
                  <c:v>2.656322875171782</c:v>
                </c:pt>
                <c:pt idx="263">
                  <c:v>2.7614037312593189</c:v>
                </c:pt>
                <c:pt idx="264">
                  <c:v>2.838798246983862</c:v>
                </c:pt>
                <c:pt idx="265">
                  <c:v>2.8904287705737182</c:v>
                </c:pt>
                <c:pt idx="266">
                  <c:v>2.91989930130346</c:v>
                </c:pt>
                <c:pt idx="267">
                  <c:v>2.9338698540399899</c:v>
                </c:pt>
                <c:pt idx="268">
                  <c:v>2.937393067653093</c:v>
                </c:pt>
                <c:pt idx="269">
                  <c:v>2.934019085160513</c:v>
                </c:pt>
                <c:pt idx="270">
                  <c:v>2.9266189806210212</c:v>
                </c:pt>
                <c:pt idx="271">
                  <c:v>2.9170646844837869</c:v>
                </c:pt>
                <c:pt idx="272">
                  <c:v>2.9039528227807589</c:v>
                </c:pt>
                <c:pt idx="273">
                  <c:v>2.8873037793084362</c:v>
                </c:pt>
                <c:pt idx="274">
                  <c:v>2.8689119855470779</c:v>
                </c:pt>
                <c:pt idx="275">
                  <c:v>2.849720917125377</c:v>
                </c:pt>
                <c:pt idx="276">
                  <c:v>2.8306788142752959</c:v>
                </c:pt>
                <c:pt idx="277">
                  <c:v>2.8114083088159751</c:v>
                </c:pt>
                <c:pt idx="278">
                  <c:v>2.790536926403322</c:v>
                </c:pt>
                <c:pt idx="279">
                  <c:v>2.7687495967308289</c:v>
                </c:pt>
                <c:pt idx="280">
                  <c:v>2.74709148538293</c:v>
                </c:pt>
                <c:pt idx="281">
                  <c:v>2.7261196013460962</c:v>
                </c:pt>
                <c:pt idx="282">
                  <c:v>2.7067444148153621</c:v>
                </c:pt>
                <c:pt idx="283">
                  <c:v>2.6868775509256309</c:v>
                </c:pt>
                <c:pt idx="284">
                  <c:v>2.6656910562525962</c:v>
                </c:pt>
                <c:pt idx="285">
                  <c:v>2.6441202669309969</c:v>
                </c:pt>
                <c:pt idx="286">
                  <c:v>2.6229603416910932</c:v>
                </c:pt>
                <c:pt idx="287">
                  <c:v>2.6031768547821028</c:v>
                </c:pt>
                <c:pt idx="288">
                  <c:v>2.5845564801866532</c:v>
                </c:pt>
                <c:pt idx="289">
                  <c:v>2.564766898106877</c:v>
                </c:pt>
                <c:pt idx="290">
                  <c:v>2.544099883305178</c:v>
                </c:pt>
                <c:pt idx="291">
                  <c:v>2.523878815856349</c:v>
                </c:pt>
                <c:pt idx="292">
                  <c:v>2.507956376874378</c:v>
                </c:pt>
                <c:pt idx="293">
                  <c:v>2.5000599705987709</c:v>
                </c:pt>
                <c:pt idx="294">
                  <c:v>2.5012551543940602</c:v>
                </c:pt>
                <c:pt idx="295">
                  <c:v>2.507505588343097</c:v>
                </c:pt>
                <c:pt idx="296">
                  <c:v>2.5095383244173801</c:v>
                </c:pt>
                <c:pt idx="297">
                  <c:v>2.5034598455639139</c:v>
                </c:pt>
                <c:pt idx="298">
                  <c:v>2.491472511634623</c:v>
                </c:pt>
                <c:pt idx="299">
                  <c:v>2.475967108896826</c:v>
                </c:pt>
                <c:pt idx="300">
                  <c:v>2.4583370570302279</c:v>
                </c:pt>
                <c:pt idx="301">
                  <c:v>2.4396757737922821</c:v>
                </c:pt>
                <c:pt idx="302">
                  <c:v>2.420956798755395</c:v>
                </c:pt>
                <c:pt idx="303">
                  <c:v>2.4031955701608529</c:v>
                </c:pt>
                <c:pt idx="304">
                  <c:v>2.388795929137066</c:v>
                </c:pt>
                <c:pt idx="305">
                  <c:v>2.3794278078048352</c:v>
                </c:pt>
                <c:pt idx="306">
                  <c:v>2.3753441789321839</c:v>
                </c:pt>
                <c:pt idx="307">
                  <c:v>2.37150712791464</c:v>
                </c:pt>
                <c:pt idx="308">
                  <c:v>2.3624582695850469</c:v>
                </c:pt>
                <c:pt idx="309">
                  <c:v>2.3491411953415349</c:v>
                </c:pt>
                <c:pt idx="310">
                  <c:v>2.333272436379771</c:v>
                </c:pt>
                <c:pt idx="311">
                  <c:v>2.316003184472927</c:v>
                </c:pt>
                <c:pt idx="312">
                  <c:v>2.2980159065813548</c:v>
                </c:pt>
                <c:pt idx="313">
                  <c:v>2.2810489591543042</c:v>
                </c:pt>
                <c:pt idx="314">
                  <c:v>2.2655919875431798</c:v>
                </c:pt>
                <c:pt idx="315">
                  <c:v>2.249370268544443</c:v>
                </c:pt>
                <c:pt idx="316">
                  <c:v>2.2317058899671252</c:v>
                </c:pt>
                <c:pt idx="317">
                  <c:v>2.2134021960668169</c:v>
                </c:pt>
                <c:pt idx="318">
                  <c:v>2.1949515745703461</c:v>
                </c:pt>
                <c:pt idx="319">
                  <c:v>2.176540706845846</c:v>
                </c:pt>
                <c:pt idx="320">
                  <c:v>2.158665857351858</c:v>
                </c:pt>
                <c:pt idx="321">
                  <c:v>2.1413244485255039</c:v>
                </c:pt>
                <c:pt idx="322">
                  <c:v>2.122857991051982</c:v>
                </c:pt>
                <c:pt idx="323">
                  <c:v>2.1036438804673478</c:v>
                </c:pt>
                <c:pt idx="324">
                  <c:v>2.084741624958284</c:v>
                </c:pt>
                <c:pt idx="325">
                  <c:v>2.066954756037902</c:v>
                </c:pt>
                <c:pt idx="326">
                  <c:v>2.0507095812390439</c:v>
                </c:pt>
                <c:pt idx="327">
                  <c:v>2.036090890669696</c:v>
                </c:pt>
                <c:pt idx="328">
                  <c:v>2.0226749572783289</c:v>
                </c:pt>
                <c:pt idx="329">
                  <c:v>2.0101923164421889</c:v>
                </c:pt>
                <c:pt idx="330">
                  <c:v>1.9985242134116341</c:v>
                </c:pt>
                <c:pt idx="331">
                  <c:v>1.988590764693084</c:v>
                </c:pt>
                <c:pt idx="332">
                  <c:v>1.9867629425439219</c:v>
                </c:pt>
                <c:pt idx="333">
                  <c:v>1.990934995994756</c:v>
                </c:pt>
                <c:pt idx="334">
                  <c:v>1.9947472861478801</c:v>
                </c:pt>
                <c:pt idx="335">
                  <c:v>1.993357885821764</c:v>
                </c:pt>
                <c:pt idx="336">
                  <c:v>1.9883827352862931</c:v>
                </c:pt>
                <c:pt idx="337">
                  <c:v>1.982229829791021</c:v>
                </c:pt>
                <c:pt idx="338">
                  <c:v>1.9768256969031921</c:v>
                </c:pt>
                <c:pt idx="339">
                  <c:v>1.9725082346733831</c:v>
                </c:pt>
                <c:pt idx="340">
                  <c:v>1.9693000228547679</c:v>
                </c:pt>
                <c:pt idx="341">
                  <c:v>1.96928675157379</c:v>
                </c:pt>
                <c:pt idx="342">
                  <c:v>1.9680490033375251</c:v>
                </c:pt>
                <c:pt idx="343">
                  <c:v>1.9608302760904119</c:v>
                </c:pt>
                <c:pt idx="344">
                  <c:v>1.947843775280067</c:v>
                </c:pt>
                <c:pt idx="345">
                  <c:v>1.9319356807678421</c:v>
                </c:pt>
                <c:pt idx="346">
                  <c:v>1.915479617604319</c:v>
                </c:pt>
                <c:pt idx="347">
                  <c:v>1.899851257992865</c:v>
                </c:pt>
                <c:pt idx="348">
                  <c:v>1.8856450884030509</c:v>
                </c:pt>
                <c:pt idx="349">
                  <c:v>1.8707146961917669</c:v>
                </c:pt>
                <c:pt idx="350">
                  <c:v>1.855230525402731</c:v>
                </c:pt>
                <c:pt idx="351">
                  <c:v>1.838986875001154</c:v>
                </c:pt>
                <c:pt idx="352">
                  <c:v>1.822590907730095</c:v>
                </c:pt>
                <c:pt idx="353">
                  <c:v>1.8066051029499079</c:v>
                </c:pt>
                <c:pt idx="354">
                  <c:v>1.791865922928108</c:v>
                </c:pt>
                <c:pt idx="355">
                  <c:v>1.7791890156394701</c:v>
                </c:pt>
                <c:pt idx="356">
                  <c:v>1.7677854252958629</c:v>
                </c:pt>
                <c:pt idx="357">
                  <c:v>1.757050201844659</c:v>
                </c:pt>
                <c:pt idx="358">
                  <c:v>1.745893083920605</c:v>
                </c:pt>
                <c:pt idx="359">
                  <c:v>1.7329285925928311</c:v>
                </c:pt>
                <c:pt idx="360">
                  <c:v>1.718685063121894</c:v>
                </c:pt>
                <c:pt idx="361">
                  <c:v>1.70359612338547</c:v>
                </c:pt>
                <c:pt idx="362">
                  <c:v>1.688538358854671</c:v>
                </c:pt>
                <c:pt idx="363">
                  <c:v>1.6741090321816741</c:v>
                </c:pt>
                <c:pt idx="364">
                  <c:v>1.6604948795310801</c:v>
                </c:pt>
                <c:pt idx="365">
                  <c:v>1.647910855246173</c:v>
                </c:pt>
                <c:pt idx="366">
                  <c:v>1.63656448484902</c:v>
                </c:pt>
                <c:pt idx="367">
                  <c:v>1.627167605142934</c:v>
                </c:pt>
                <c:pt idx="368">
                  <c:v>1.627042624498815</c:v>
                </c:pt>
                <c:pt idx="369">
                  <c:v>1.6581613255475369</c:v>
                </c:pt>
                <c:pt idx="370">
                  <c:v>1.7230094153682809</c:v>
                </c:pt>
                <c:pt idx="371">
                  <c:v>1.791339973490305</c:v>
                </c:pt>
                <c:pt idx="372">
                  <c:v>1.840323536361933</c:v>
                </c:pt>
                <c:pt idx="373">
                  <c:v>1.8643499884981971</c:v>
                </c:pt>
                <c:pt idx="374">
                  <c:v>1.8698314900481121</c:v>
                </c:pt>
                <c:pt idx="375">
                  <c:v>1.864722629509119</c:v>
                </c:pt>
                <c:pt idx="376">
                  <c:v>1.854563732893483</c:v>
                </c:pt>
                <c:pt idx="377">
                  <c:v>1.8435098226402631</c:v>
                </c:pt>
                <c:pt idx="378">
                  <c:v>1.833742965374016</c:v>
                </c:pt>
                <c:pt idx="379">
                  <c:v>1.82126636949499</c:v>
                </c:pt>
                <c:pt idx="380">
                  <c:v>1.8060018956039861</c:v>
                </c:pt>
                <c:pt idx="381">
                  <c:v>1.7896834754388371</c:v>
                </c:pt>
                <c:pt idx="382">
                  <c:v>1.773737337844846</c:v>
                </c:pt>
                <c:pt idx="383">
                  <c:v>1.7589816651735961</c:v>
                </c:pt>
                <c:pt idx="384">
                  <c:v>1.7458034025013771</c:v>
                </c:pt>
                <c:pt idx="385">
                  <c:v>1.734240390751282</c:v>
                </c:pt>
                <c:pt idx="386">
                  <c:v>1.723989384702439</c:v>
                </c:pt>
                <c:pt idx="387">
                  <c:v>1.7133658456725189</c:v>
                </c:pt>
                <c:pt idx="388">
                  <c:v>1.702741413529709</c:v>
                </c:pt>
                <c:pt idx="389">
                  <c:v>1.700319721804074</c:v>
                </c:pt>
                <c:pt idx="390">
                  <c:v>1.7181155529977621</c:v>
                </c:pt>
                <c:pt idx="391">
                  <c:v>1.757415284041604</c:v>
                </c:pt>
                <c:pt idx="392">
                  <c:v>1.799813229843936</c:v>
                </c:pt>
                <c:pt idx="393">
                  <c:v>1.8345983429025119</c:v>
                </c:pt>
                <c:pt idx="394">
                  <c:v>1.852394875917978</c:v>
                </c:pt>
                <c:pt idx="395">
                  <c:v>1.8559018762153701</c:v>
                </c:pt>
                <c:pt idx="396">
                  <c:v>1.851308680145616</c:v>
                </c:pt>
                <c:pt idx="397">
                  <c:v>1.8418910206986161</c:v>
                </c:pt>
                <c:pt idx="398">
                  <c:v>1.8281196559264159</c:v>
                </c:pt>
                <c:pt idx="399">
                  <c:v>1.8119863733656041</c:v>
                </c:pt>
                <c:pt idx="400">
                  <c:v>1.795449083086416</c:v>
                </c:pt>
                <c:pt idx="401">
                  <c:v>1.7797731358110269</c:v>
                </c:pt>
                <c:pt idx="402">
                  <c:v>1.765350688643889</c:v>
                </c:pt>
                <c:pt idx="403">
                  <c:v>1.752211007075031</c:v>
                </c:pt>
                <c:pt idx="404">
                  <c:v>1.73888444503843</c:v>
                </c:pt>
                <c:pt idx="405">
                  <c:v>1.7252656234205981</c:v>
                </c:pt>
                <c:pt idx="406">
                  <c:v>1.71210847354564</c:v>
                </c:pt>
                <c:pt idx="407">
                  <c:v>1.7029892476976261</c:v>
                </c:pt>
                <c:pt idx="408">
                  <c:v>1.726456252138088</c:v>
                </c:pt>
                <c:pt idx="409">
                  <c:v>1.8435612872664859</c:v>
                </c:pt>
                <c:pt idx="410">
                  <c:v>2.0331953853162452</c:v>
                </c:pt>
                <c:pt idx="411">
                  <c:v>2.2195804649445461</c:v>
                </c:pt>
                <c:pt idx="412">
                  <c:v>2.3640727152095211</c:v>
                </c:pt>
                <c:pt idx="413">
                  <c:v>2.455343116300039</c:v>
                </c:pt>
                <c:pt idx="414">
                  <c:v>2.5066656193044898</c:v>
                </c:pt>
                <c:pt idx="415">
                  <c:v>2.5323582710383579</c:v>
                </c:pt>
                <c:pt idx="416">
                  <c:v>2.5424756435197602</c:v>
                </c:pt>
                <c:pt idx="417">
                  <c:v>2.542328484935561</c:v>
                </c:pt>
                <c:pt idx="418">
                  <c:v>2.5353653035473922</c:v>
                </c:pt>
                <c:pt idx="419">
                  <c:v>2.5239687253878662</c:v>
                </c:pt>
                <c:pt idx="420">
                  <c:v>2.5098962919603589</c:v>
                </c:pt>
                <c:pt idx="421">
                  <c:v>2.4937023737515358</c:v>
                </c:pt>
                <c:pt idx="422">
                  <c:v>2.4751272897986958</c:v>
                </c:pt>
                <c:pt idx="423">
                  <c:v>2.4552832956406481</c:v>
                </c:pt>
                <c:pt idx="424">
                  <c:v>2.4354845426155358</c:v>
                </c:pt>
                <c:pt idx="425">
                  <c:v>2.4166067430920082</c:v>
                </c:pt>
                <c:pt idx="426">
                  <c:v>2.3985674935811172</c:v>
                </c:pt>
                <c:pt idx="427">
                  <c:v>2.381077712049481</c:v>
                </c:pt>
                <c:pt idx="428">
                  <c:v>2.3638659541690412</c:v>
                </c:pt>
                <c:pt idx="429">
                  <c:v>2.347057690825852</c:v>
                </c:pt>
                <c:pt idx="430">
                  <c:v>2.331028730614825</c:v>
                </c:pt>
                <c:pt idx="431">
                  <c:v>2.315520169935767</c:v>
                </c:pt>
                <c:pt idx="432">
                  <c:v>2.3006955161813609</c:v>
                </c:pt>
                <c:pt idx="433">
                  <c:v>2.2872689868022098</c:v>
                </c:pt>
                <c:pt idx="434">
                  <c:v>2.273906364965478</c:v>
                </c:pt>
                <c:pt idx="435">
                  <c:v>2.258445875004873</c:v>
                </c:pt>
                <c:pt idx="436">
                  <c:v>2.241277911174504</c:v>
                </c:pt>
                <c:pt idx="437">
                  <c:v>2.2235731646668642</c:v>
                </c:pt>
                <c:pt idx="438">
                  <c:v>2.2061656591767762</c:v>
                </c:pt>
                <c:pt idx="439">
                  <c:v>2.189069681867351</c:v>
                </c:pt>
                <c:pt idx="440">
                  <c:v>2.1723938184123019</c:v>
                </c:pt>
                <c:pt idx="441">
                  <c:v>2.1565656465189411</c:v>
                </c:pt>
                <c:pt idx="442">
                  <c:v>2.141453871389289</c:v>
                </c:pt>
                <c:pt idx="443">
                  <c:v>2.1276710417615869</c:v>
                </c:pt>
                <c:pt idx="444">
                  <c:v>2.1163878619051339</c:v>
                </c:pt>
                <c:pt idx="445">
                  <c:v>2.1057818070121881</c:v>
                </c:pt>
                <c:pt idx="446">
                  <c:v>2.094174193999339</c:v>
                </c:pt>
                <c:pt idx="447">
                  <c:v>2.0810282453115558</c:v>
                </c:pt>
                <c:pt idx="448">
                  <c:v>2.0656848424848389</c:v>
                </c:pt>
                <c:pt idx="449">
                  <c:v>2.0486611933577099</c:v>
                </c:pt>
                <c:pt idx="450">
                  <c:v>2.031371488135326</c:v>
                </c:pt>
                <c:pt idx="451">
                  <c:v>2.0149217587515511</c:v>
                </c:pt>
                <c:pt idx="452">
                  <c:v>1.9998671598451581</c:v>
                </c:pt>
                <c:pt idx="453">
                  <c:v>1.9866550692293921</c:v>
                </c:pt>
                <c:pt idx="454">
                  <c:v>1.9741522230269251</c:v>
                </c:pt>
                <c:pt idx="455">
                  <c:v>1.96135433841708</c:v>
                </c:pt>
                <c:pt idx="456">
                  <c:v>1.948690648948562</c:v>
                </c:pt>
                <c:pt idx="457">
                  <c:v>1.9361933633077979</c:v>
                </c:pt>
                <c:pt idx="458">
                  <c:v>1.9250266160262031</c:v>
                </c:pt>
                <c:pt idx="459">
                  <c:v>1.916430092183435</c:v>
                </c:pt>
                <c:pt idx="460">
                  <c:v>1.911624086362435</c:v>
                </c:pt>
                <c:pt idx="461">
                  <c:v>1.909259953519304</c:v>
                </c:pt>
                <c:pt idx="462">
                  <c:v>1.9074047177631359</c:v>
                </c:pt>
                <c:pt idx="463">
                  <c:v>1.900404397473745</c:v>
                </c:pt>
                <c:pt idx="464">
                  <c:v>1.887860501653831</c:v>
                </c:pt>
                <c:pt idx="465">
                  <c:v>1.872318196254074</c:v>
                </c:pt>
                <c:pt idx="466">
                  <c:v>1.855706252158023</c:v>
                </c:pt>
                <c:pt idx="467">
                  <c:v>1.8389183092389501</c:v>
                </c:pt>
                <c:pt idx="468">
                  <c:v>1.822408771323901</c:v>
                </c:pt>
                <c:pt idx="469">
                  <c:v>1.8062355409623729</c:v>
                </c:pt>
                <c:pt idx="470">
                  <c:v>1.790532533758455</c:v>
                </c:pt>
                <c:pt idx="471">
                  <c:v>1.7756580702421241</c:v>
                </c:pt>
                <c:pt idx="472">
                  <c:v>1.761702137450341</c:v>
                </c:pt>
                <c:pt idx="473">
                  <c:v>1.748481445354082</c:v>
                </c:pt>
                <c:pt idx="474">
                  <c:v>1.736199699112398</c:v>
                </c:pt>
                <c:pt idx="475">
                  <c:v>1.7239053083584961</c:v>
                </c:pt>
                <c:pt idx="476">
                  <c:v>1.7107303911470719</c:v>
                </c:pt>
                <c:pt idx="477">
                  <c:v>1.696984070350827</c:v>
                </c:pt>
                <c:pt idx="478">
                  <c:v>1.683251754211518</c:v>
                </c:pt>
                <c:pt idx="479">
                  <c:v>1.670139673924653</c:v>
                </c:pt>
                <c:pt idx="480">
                  <c:v>1.65801424373453</c:v>
                </c:pt>
                <c:pt idx="481">
                  <c:v>1.6470320009852759</c:v>
                </c:pt>
                <c:pt idx="482">
                  <c:v>1.637207753923491</c:v>
                </c:pt>
                <c:pt idx="483">
                  <c:v>1.6283532109487939</c:v>
                </c:pt>
                <c:pt idx="484">
                  <c:v>1.6204701874208589</c:v>
                </c:pt>
                <c:pt idx="485">
                  <c:v>1.615456085943664</c:v>
                </c:pt>
                <c:pt idx="486">
                  <c:v>1.6172313094582811</c:v>
                </c:pt>
                <c:pt idx="487">
                  <c:v>1.627758762532032</c:v>
                </c:pt>
                <c:pt idx="488">
                  <c:v>1.634290993461005</c:v>
                </c:pt>
                <c:pt idx="489">
                  <c:v>1.6324670323714809</c:v>
                </c:pt>
                <c:pt idx="490">
                  <c:v>1.625149097076916</c:v>
                </c:pt>
                <c:pt idx="491">
                  <c:v>1.615511985759897</c:v>
                </c:pt>
                <c:pt idx="492">
                  <c:v>1.606428431298673</c:v>
                </c:pt>
                <c:pt idx="493">
                  <c:v>1.598949527063396</c:v>
                </c:pt>
                <c:pt idx="494">
                  <c:v>1.5911476680476759</c:v>
                </c:pt>
                <c:pt idx="495">
                  <c:v>1.5823035013148341</c:v>
                </c:pt>
                <c:pt idx="496">
                  <c:v>1.5715725012626101</c:v>
                </c:pt>
                <c:pt idx="497">
                  <c:v>1.561262892058656</c:v>
                </c:pt>
                <c:pt idx="498">
                  <c:v>1.552103059655024</c:v>
                </c:pt>
                <c:pt idx="499">
                  <c:v>1.5436500892923919</c:v>
                </c:pt>
                <c:pt idx="500">
                  <c:v>1.535925037225347</c:v>
                </c:pt>
                <c:pt idx="501">
                  <c:v>1.5273431626901961</c:v>
                </c:pt>
                <c:pt idx="502">
                  <c:v>1.5181872854401941</c:v>
                </c:pt>
                <c:pt idx="503">
                  <c:v>1.5089260904631441</c:v>
                </c:pt>
                <c:pt idx="504">
                  <c:v>1.499849440584849</c:v>
                </c:pt>
                <c:pt idx="505">
                  <c:v>1.493141828624851</c:v>
                </c:pt>
                <c:pt idx="506">
                  <c:v>1.4841760986569661</c:v>
                </c:pt>
                <c:pt idx="507">
                  <c:v>1.4727209973378079</c:v>
                </c:pt>
                <c:pt idx="508">
                  <c:v>1.460853054770118</c:v>
                </c:pt>
                <c:pt idx="509">
                  <c:v>1.4490139620747</c:v>
                </c:pt>
                <c:pt idx="510">
                  <c:v>1.437557830472344</c:v>
                </c:pt>
                <c:pt idx="511">
                  <c:v>1.426278939123685</c:v>
                </c:pt>
                <c:pt idx="512">
                  <c:v>1.414994519451636</c:v>
                </c:pt>
                <c:pt idx="513">
                  <c:v>1.404140853977778</c:v>
                </c:pt>
                <c:pt idx="514">
                  <c:v>1.3932958305122001</c:v>
                </c:pt>
                <c:pt idx="515">
                  <c:v>1.382645987513863</c:v>
                </c:pt>
                <c:pt idx="516">
                  <c:v>1.3725957543624709</c:v>
                </c:pt>
                <c:pt idx="517">
                  <c:v>1.363383018788008</c:v>
                </c:pt>
                <c:pt idx="518">
                  <c:v>1.355091487871328</c:v>
                </c:pt>
                <c:pt idx="519">
                  <c:v>1.3477217156347749</c:v>
                </c:pt>
                <c:pt idx="520">
                  <c:v>1.341212892846275</c:v>
                </c:pt>
                <c:pt idx="521">
                  <c:v>1.3355226927481401</c:v>
                </c:pt>
                <c:pt idx="522">
                  <c:v>1.33096300997948</c:v>
                </c:pt>
                <c:pt idx="523">
                  <c:v>1.329092275062784</c:v>
                </c:pt>
                <c:pt idx="524">
                  <c:v>1.3345833108274709</c:v>
                </c:pt>
                <c:pt idx="525">
                  <c:v>1.3545898750343901</c:v>
                </c:pt>
                <c:pt idx="526">
                  <c:v>1.393030300849506</c:v>
                </c:pt>
                <c:pt idx="527">
                  <c:v>1.4410290174531879</c:v>
                </c:pt>
                <c:pt idx="528">
                  <c:v>1.4943577001865309</c:v>
                </c:pt>
                <c:pt idx="529">
                  <c:v>1.5428979670925631</c:v>
                </c:pt>
                <c:pt idx="530">
                  <c:v>1.577519499513141</c:v>
                </c:pt>
                <c:pt idx="531">
                  <c:v>1.606990747033751</c:v>
                </c:pt>
                <c:pt idx="532">
                  <c:v>1.625309504907344</c:v>
                </c:pt>
                <c:pt idx="533">
                  <c:v>1.627664851635338</c:v>
                </c:pt>
                <c:pt idx="534">
                  <c:v>1.6193525040787651</c:v>
                </c:pt>
                <c:pt idx="535">
                  <c:v>1.6061673051983989</c:v>
                </c:pt>
                <c:pt idx="536">
                  <c:v>1.591731483010725</c:v>
                </c:pt>
                <c:pt idx="537">
                  <c:v>1.5779499509193351</c:v>
                </c:pt>
                <c:pt idx="538">
                  <c:v>1.5653564747525659</c:v>
                </c:pt>
                <c:pt idx="539">
                  <c:v>1.553504185874057</c:v>
                </c:pt>
                <c:pt idx="540">
                  <c:v>1.5419231453277029</c:v>
                </c:pt>
                <c:pt idx="541">
                  <c:v>1.5309069219029909</c:v>
                </c:pt>
                <c:pt idx="542">
                  <c:v>1.52340172492364</c:v>
                </c:pt>
                <c:pt idx="543">
                  <c:v>1.5382879837184511</c:v>
                </c:pt>
                <c:pt idx="544">
                  <c:v>1.5861513389613811</c:v>
                </c:pt>
                <c:pt idx="545">
                  <c:v>1.6376065989451769</c:v>
                </c:pt>
                <c:pt idx="546">
                  <c:v>1.683673330044241</c:v>
                </c:pt>
                <c:pt idx="547">
                  <c:v>1.728112569644042</c:v>
                </c:pt>
                <c:pt idx="548">
                  <c:v>1.766839874298147</c:v>
                </c:pt>
                <c:pt idx="549">
                  <c:v>1.80182490724152</c:v>
                </c:pt>
                <c:pt idx="550">
                  <c:v>1.8301252414191289</c:v>
                </c:pt>
                <c:pt idx="551">
                  <c:v>1.842305972635268</c:v>
                </c:pt>
                <c:pt idx="552">
                  <c:v>1.8399324217199939</c:v>
                </c:pt>
                <c:pt idx="553">
                  <c:v>1.829161847667061</c:v>
                </c:pt>
                <c:pt idx="554">
                  <c:v>1.8148558550595939</c:v>
                </c:pt>
                <c:pt idx="555">
                  <c:v>1.7994539642252221</c:v>
                </c:pt>
                <c:pt idx="556">
                  <c:v>1.783901248457749</c:v>
                </c:pt>
                <c:pt idx="557">
                  <c:v>1.7689961043809159</c:v>
                </c:pt>
                <c:pt idx="558">
                  <c:v>1.755240860738893</c:v>
                </c:pt>
                <c:pt idx="559">
                  <c:v>1.742776123547775</c:v>
                </c:pt>
                <c:pt idx="560">
                  <c:v>1.7344443508268941</c:v>
                </c:pt>
                <c:pt idx="561">
                  <c:v>1.759962744989622</c:v>
                </c:pt>
                <c:pt idx="562">
                  <c:v>1.8755399485497399</c:v>
                </c:pt>
                <c:pt idx="563">
                  <c:v>2.0436936518778812</c:v>
                </c:pt>
                <c:pt idx="564">
                  <c:v>2.213357330155723</c:v>
                </c:pt>
                <c:pt idx="565">
                  <c:v>2.3669140975319638</c:v>
                </c:pt>
                <c:pt idx="566">
                  <c:v>2.5026032794045698</c:v>
                </c:pt>
                <c:pt idx="567">
                  <c:v>2.6204196275345959</c:v>
                </c:pt>
                <c:pt idx="568">
                  <c:v>2.7135231714917469</c:v>
                </c:pt>
                <c:pt idx="569">
                  <c:v>2.780367223999705</c:v>
                </c:pt>
                <c:pt idx="570">
                  <c:v>2.8246848063591719</c:v>
                </c:pt>
                <c:pt idx="571">
                  <c:v>2.853000662399138</c:v>
                </c:pt>
                <c:pt idx="572">
                  <c:v>2.870082951148663</c:v>
                </c:pt>
                <c:pt idx="573">
                  <c:v>2.8774043427470928</c:v>
                </c:pt>
                <c:pt idx="574">
                  <c:v>2.8759323552415959</c:v>
                </c:pt>
                <c:pt idx="575">
                  <c:v>2.867605650086837</c:v>
                </c:pt>
                <c:pt idx="576">
                  <c:v>2.85478511371466</c:v>
                </c:pt>
                <c:pt idx="577">
                  <c:v>2.8389160209760469</c:v>
                </c:pt>
                <c:pt idx="578">
                  <c:v>2.82087202863574</c:v>
                </c:pt>
                <c:pt idx="579">
                  <c:v>2.8018904657805082</c:v>
                </c:pt>
                <c:pt idx="580">
                  <c:v>2.7830254314838929</c:v>
                </c:pt>
                <c:pt idx="581">
                  <c:v>2.7648926373258842</c:v>
                </c:pt>
                <c:pt idx="582">
                  <c:v>2.7469698723741791</c:v>
                </c:pt>
                <c:pt idx="583">
                  <c:v>2.7298507058176451</c:v>
                </c:pt>
                <c:pt idx="584">
                  <c:v>2.7139518484276168</c:v>
                </c:pt>
                <c:pt idx="585">
                  <c:v>2.6964137090156122</c:v>
                </c:pt>
                <c:pt idx="586">
                  <c:v>2.6770258848681419</c:v>
                </c:pt>
                <c:pt idx="587">
                  <c:v>2.6569064181449389</c:v>
                </c:pt>
                <c:pt idx="588">
                  <c:v>2.6370677085130012</c:v>
                </c:pt>
                <c:pt idx="589">
                  <c:v>2.6174447628674828</c:v>
                </c:pt>
                <c:pt idx="590">
                  <c:v>2.5982924897512141</c:v>
                </c:pt>
                <c:pt idx="591">
                  <c:v>2.5799784656882432</c:v>
                </c:pt>
                <c:pt idx="592">
                  <c:v>2.5610995856664869</c:v>
                </c:pt>
                <c:pt idx="593">
                  <c:v>2.542270754074365</c:v>
                </c:pt>
                <c:pt idx="594">
                  <c:v>2.5335415103487828</c:v>
                </c:pt>
                <c:pt idx="595">
                  <c:v>2.547047237480474</c:v>
                </c:pt>
                <c:pt idx="596">
                  <c:v>2.569067080151699</c:v>
                </c:pt>
                <c:pt idx="597">
                  <c:v>2.58978325979938</c:v>
                </c:pt>
                <c:pt idx="598">
                  <c:v>2.6124817264645999</c:v>
                </c:pt>
                <c:pt idx="599">
                  <c:v>2.638905510002211</c:v>
                </c:pt>
                <c:pt idx="600">
                  <c:v>2.6638909577492882</c:v>
                </c:pt>
                <c:pt idx="601">
                  <c:v>2.6830874700428509</c:v>
                </c:pt>
                <c:pt idx="602">
                  <c:v>2.6926743163517739</c:v>
                </c:pt>
                <c:pt idx="603">
                  <c:v>2.6949770664316341</c:v>
                </c:pt>
                <c:pt idx="604">
                  <c:v>2.6916759165906812</c:v>
                </c:pt>
                <c:pt idx="605">
                  <c:v>2.68285367632215</c:v>
                </c:pt>
                <c:pt idx="606">
                  <c:v>2.66928428879543</c:v>
                </c:pt>
                <c:pt idx="607">
                  <c:v>2.6528597401322851</c:v>
                </c:pt>
                <c:pt idx="608">
                  <c:v>2.6348967384804149</c:v>
                </c:pt>
                <c:pt idx="609">
                  <c:v>2.6158660796675042</c:v>
                </c:pt>
                <c:pt idx="610">
                  <c:v>2.5960030150780251</c:v>
                </c:pt>
                <c:pt idx="611">
                  <c:v>2.5756736427789431</c:v>
                </c:pt>
                <c:pt idx="612">
                  <c:v>2.55549179855872</c:v>
                </c:pt>
                <c:pt idx="613">
                  <c:v>2.534820741688748</c:v>
                </c:pt>
                <c:pt idx="614">
                  <c:v>2.5131575890181019</c:v>
                </c:pt>
                <c:pt idx="615">
                  <c:v>2.4913056635342321</c:v>
                </c:pt>
                <c:pt idx="616">
                  <c:v>2.4696184287200968</c:v>
                </c:pt>
                <c:pt idx="617">
                  <c:v>2.4480418503981909</c:v>
                </c:pt>
                <c:pt idx="618">
                  <c:v>2.426804293467133</c:v>
                </c:pt>
                <c:pt idx="619">
                  <c:v>2.4060924104041641</c:v>
                </c:pt>
                <c:pt idx="620">
                  <c:v>2.3859665735488589</c:v>
                </c:pt>
                <c:pt idx="621">
                  <c:v>2.366240049583741</c:v>
                </c:pt>
                <c:pt idx="622">
                  <c:v>2.3466250741732582</c:v>
                </c:pt>
                <c:pt idx="623">
                  <c:v>2.3275539218159</c:v>
                </c:pt>
                <c:pt idx="624">
                  <c:v>2.310147212237184</c:v>
                </c:pt>
                <c:pt idx="625">
                  <c:v>2.2962122450112972</c:v>
                </c:pt>
                <c:pt idx="626">
                  <c:v>2.2854414201205029</c:v>
                </c:pt>
                <c:pt idx="627">
                  <c:v>2.2746259156007458</c:v>
                </c:pt>
                <c:pt idx="628">
                  <c:v>2.262688193567981</c:v>
                </c:pt>
                <c:pt idx="629">
                  <c:v>2.2474044592587679</c:v>
                </c:pt>
                <c:pt idx="630">
                  <c:v>2.2296650246422942</c:v>
                </c:pt>
                <c:pt idx="631">
                  <c:v>2.211154071102901</c:v>
                </c:pt>
                <c:pt idx="632">
                  <c:v>2.193124654165322</c:v>
                </c:pt>
                <c:pt idx="633">
                  <c:v>2.1762737176173399</c:v>
                </c:pt>
                <c:pt idx="634">
                  <c:v>2.1603424000521159</c:v>
                </c:pt>
                <c:pt idx="635">
                  <c:v>2.1460284496647328</c:v>
                </c:pt>
                <c:pt idx="636">
                  <c:v>2.1348465108518719</c:v>
                </c:pt>
                <c:pt idx="637">
                  <c:v>2.1297312524330012</c:v>
                </c:pt>
                <c:pt idx="638">
                  <c:v>2.133940374905789</c:v>
                </c:pt>
                <c:pt idx="639">
                  <c:v>2.144507824505276</c:v>
                </c:pt>
                <c:pt idx="640">
                  <c:v>2.1477680800184422</c:v>
                </c:pt>
                <c:pt idx="641">
                  <c:v>2.1426888261741972</c:v>
                </c:pt>
                <c:pt idx="642">
                  <c:v>2.1318660942296188</c:v>
                </c:pt>
                <c:pt idx="643">
                  <c:v>2.1180731449033838</c:v>
                </c:pt>
                <c:pt idx="644">
                  <c:v>2.1031710156535279</c:v>
                </c:pt>
                <c:pt idx="645">
                  <c:v>2.0865465115690802</c:v>
                </c:pt>
                <c:pt idx="646">
                  <c:v>2.0686821878495549</c:v>
                </c:pt>
                <c:pt idx="647">
                  <c:v>2.050005292771099</c:v>
                </c:pt>
                <c:pt idx="648">
                  <c:v>2.031497781774811</c:v>
                </c:pt>
                <c:pt idx="649">
                  <c:v>2.013693349020794</c:v>
                </c:pt>
                <c:pt idx="650">
                  <c:v>1.9967303904666911</c:v>
                </c:pt>
                <c:pt idx="651">
                  <c:v>1.9805748478440719</c:v>
                </c:pt>
                <c:pt idx="652">
                  <c:v>1.965084817087295</c:v>
                </c:pt>
                <c:pt idx="653">
                  <c:v>1.950022627108648</c:v>
                </c:pt>
                <c:pt idx="654">
                  <c:v>1.9351518624616419</c:v>
                </c:pt>
                <c:pt idx="655">
                  <c:v>1.921136267182771</c:v>
                </c:pt>
                <c:pt idx="656">
                  <c:v>1.908223720085831</c:v>
                </c:pt>
                <c:pt idx="657">
                  <c:v>1.8951159914109239</c:v>
                </c:pt>
                <c:pt idx="658">
                  <c:v>1.8815294531243441</c:v>
                </c:pt>
                <c:pt idx="659">
                  <c:v>1.867256397928815</c:v>
                </c:pt>
                <c:pt idx="660">
                  <c:v>1.8526602735704401</c:v>
                </c:pt>
                <c:pt idx="661">
                  <c:v>1.8391523320448311</c:v>
                </c:pt>
                <c:pt idx="662">
                  <c:v>1.825252213264821</c:v>
                </c:pt>
                <c:pt idx="663">
                  <c:v>1.8103807407352781</c:v>
                </c:pt>
                <c:pt idx="664">
                  <c:v>1.794608942216372</c:v>
                </c:pt>
                <c:pt idx="665">
                  <c:v>1.7788310152686559</c:v>
                </c:pt>
                <c:pt idx="666">
                  <c:v>1.7637385071407901</c:v>
                </c:pt>
                <c:pt idx="667">
                  <c:v>1.7493336500454471</c:v>
                </c:pt>
                <c:pt idx="668">
                  <c:v>1.7349905390762721</c:v>
                </c:pt>
                <c:pt idx="669">
                  <c:v>1.720689217332098</c:v>
                </c:pt>
                <c:pt idx="670">
                  <c:v>1.7068519645863069</c:v>
                </c:pt>
                <c:pt idx="671">
                  <c:v>1.6940115210410129</c:v>
                </c:pt>
                <c:pt idx="672">
                  <c:v>1.6831786630687531</c:v>
                </c:pt>
                <c:pt idx="673">
                  <c:v>1.677586738824943</c:v>
                </c:pt>
                <c:pt idx="674">
                  <c:v>1.678355215193009</c:v>
                </c:pt>
                <c:pt idx="675">
                  <c:v>1.681169564061054</c:v>
                </c:pt>
                <c:pt idx="676">
                  <c:v>1.682015697513372</c:v>
                </c:pt>
                <c:pt idx="677">
                  <c:v>1.680152397667205</c:v>
                </c:pt>
                <c:pt idx="678">
                  <c:v>1.6757823416701281</c:v>
                </c:pt>
                <c:pt idx="679">
                  <c:v>1.6695991234733201</c:v>
                </c:pt>
                <c:pt idx="680">
                  <c:v>1.664300990900323</c:v>
                </c:pt>
                <c:pt idx="681">
                  <c:v>1.6630157763483111</c:v>
                </c:pt>
                <c:pt idx="682">
                  <c:v>1.6673337741835981</c:v>
                </c:pt>
                <c:pt idx="683">
                  <c:v>1.677606093035872</c:v>
                </c:pt>
                <c:pt idx="684">
                  <c:v>1.6992750229292579</c:v>
                </c:pt>
                <c:pt idx="685">
                  <c:v>1.722557440939342</c:v>
                </c:pt>
                <c:pt idx="686">
                  <c:v>1.7308721284420281</c:v>
                </c:pt>
                <c:pt idx="687">
                  <c:v>1.7261317595262149</c:v>
                </c:pt>
                <c:pt idx="688">
                  <c:v>1.7148180709120959</c:v>
                </c:pt>
                <c:pt idx="689">
                  <c:v>1.704709050960193</c:v>
                </c:pt>
                <c:pt idx="690">
                  <c:v>1.707380140229168</c:v>
                </c:pt>
                <c:pt idx="691">
                  <c:v>1.710970898967757</c:v>
                </c:pt>
                <c:pt idx="692">
                  <c:v>1.7068325426558011</c:v>
                </c:pt>
                <c:pt idx="693">
                  <c:v>1.697114956137598</c:v>
                </c:pt>
                <c:pt idx="694">
                  <c:v>1.6902488403895759</c:v>
                </c:pt>
                <c:pt idx="695">
                  <c:v>1.6934164574551349</c:v>
                </c:pt>
                <c:pt idx="696">
                  <c:v>1.707503981761791</c:v>
                </c:pt>
                <c:pt idx="697">
                  <c:v>1.729978071397966</c:v>
                </c:pt>
                <c:pt idx="698">
                  <c:v>1.758695098069299</c:v>
                </c:pt>
                <c:pt idx="699">
                  <c:v>1.78796227413238</c:v>
                </c:pt>
                <c:pt idx="700">
                  <c:v>1.8078332382280891</c:v>
                </c:pt>
                <c:pt idx="701">
                  <c:v>1.814745459433293</c:v>
                </c:pt>
                <c:pt idx="702">
                  <c:v>1.810154550841784</c:v>
                </c:pt>
                <c:pt idx="703">
                  <c:v>1.7982840129907549</c:v>
                </c:pt>
                <c:pt idx="704">
                  <c:v>1.7832145937510959</c:v>
                </c:pt>
                <c:pt idx="705">
                  <c:v>1.767591470316539</c:v>
                </c:pt>
                <c:pt idx="706">
                  <c:v>1.752803722884537</c:v>
                </c:pt>
                <c:pt idx="707">
                  <c:v>1.7389330469127879</c:v>
                </c:pt>
                <c:pt idx="708">
                  <c:v>1.7257591002384081</c:v>
                </c:pt>
                <c:pt idx="709">
                  <c:v>1.7134598760504129</c:v>
                </c:pt>
                <c:pt idx="710">
                  <c:v>1.70206337430382</c:v>
                </c:pt>
                <c:pt idx="711">
                  <c:v>1.6913909627826389</c:v>
                </c:pt>
                <c:pt idx="712">
                  <c:v>1.6816839748375141</c:v>
                </c:pt>
                <c:pt idx="713">
                  <c:v>1.677182253476611</c:v>
                </c:pt>
                <c:pt idx="714">
                  <c:v>1.6850020081139401</c:v>
                </c:pt>
                <c:pt idx="715">
                  <c:v>1.712405775170001</c:v>
                </c:pt>
                <c:pt idx="716">
                  <c:v>1.7549645746973539</c:v>
                </c:pt>
                <c:pt idx="717">
                  <c:v>1.802028968756092</c:v>
                </c:pt>
                <c:pt idx="718">
                  <c:v>1.8456335221362281</c:v>
                </c:pt>
                <c:pt idx="719">
                  <c:v>1.8766219510325199</c:v>
                </c:pt>
                <c:pt idx="720">
                  <c:v>1.8934998445793569</c:v>
                </c:pt>
                <c:pt idx="721">
                  <c:v>1.9037380241796129</c:v>
                </c:pt>
                <c:pt idx="722">
                  <c:v>1.910347327557234</c:v>
                </c:pt>
                <c:pt idx="723">
                  <c:v>1.9121024026059339</c:v>
                </c:pt>
                <c:pt idx="724">
                  <c:v>1.908953600463275</c:v>
                </c:pt>
                <c:pt idx="725">
                  <c:v>1.901460709516988</c:v>
                </c:pt>
                <c:pt idx="726">
                  <c:v>1.889512530640159</c:v>
                </c:pt>
                <c:pt idx="727">
                  <c:v>1.873879050099762</c:v>
                </c:pt>
                <c:pt idx="728">
                  <c:v>1.8566444169884531</c:v>
                </c:pt>
                <c:pt idx="729">
                  <c:v>1.8395487791710099</c:v>
                </c:pt>
                <c:pt idx="730">
                  <c:v>1.8234333961793949</c:v>
                </c:pt>
                <c:pt idx="731">
                  <c:v>1.808374285821847</c:v>
                </c:pt>
                <c:pt idx="732">
                  <c:v>1.7942200337586931</c:v>
                </c:pt>
                <c:pt idx="733">
                  <c:v>1.7810070154093249</c:v>
                </c:pt>
                <c:pt idx="734">
                  <c:v>1.7689452172619129</c:v>
                </c:pt>
                <c:pt idx="735">
                  <c:v>1.7583092984546509</c:v>
                </c:pt>
                <c:pt idx="736">
                  <c:v>1.7486301141144081</c:v>
                </c:pt>
                <c:pt idx="737">
                  <c:v>1.7377346049883919</c:v>
                </c:pt>
                <c:pt idx="738">
                  <c:v>1.7255040731509981</c:v>
                </c:pt>
                <c:pt idx="739">
                  <c:v>1.7127851784121291</c:v>
                </c:pt>
                <c:pt idx="740">
                  <c:v>1.700627715470961</c:v>
                </c:pt>
                <c:pt idx="741">
                  <c:v>1.691603626732842</c:v>
                </c:pt>
                <c:pt idx="742">
                  <c:v>1.6842943867638469</c:v>
                </c:pt>
                <c:pt idx="743">
                  <c:v>1.674653262276073</c:v>
                </c:pt>
                <c:pt idx="744">
                  <c:v>1.6630803314031599</c:v>
                </c:pt>
                <c:pt idx="745">
                  <c:v>1.6542125139832651</c:v>
                </c:pt>
                <c:pt idx="746">
                  <c:v>1.6595861098700579</c:v>
                </c:pt>
                <c:pt idx="747">
                  <c:v>1.67825407584107</c:v>
                </c:pt>
                <c:pt idx="748">
                  <c:v>1.689540622863035</c:v>
                </c:pt>
                <c:pt idx="749">
                  <c:v>1.692185310084604</c:v>
                </c:pt>
                <c:pt idx="750">
                  <c:v>1.6924214803326141</c:v>
                </c:pt>
                <c:pt idx="751">
                  <c:v>1.699662255653166</c:v>
                </c:pt>
                <c:pt idx="752">
                  <c:v>1.721116308864066</c:v>
                </c:pt>
                <c:pt idx="753">
                  <c:v>1.7541238707818809</c:v>
                </c:pt>
                <c:pt idx="754">
                  <c:v>1.7974207384684131</c:v>
                </c:pt>
                <c:pt idx="755">
                  <c:v>1.849937069037441</c:v>
                </c:pt>
                <c:pt idx="756">
                  <c:v>1.9070087102428239</c:v>
                </c:pt>
                <c:pt idx="757">
                  <c:v>1.9646290231992869</c:v>
                </c:pt>
                <c:pt idx="758">
                  <c:v>2.0044127028400962</c:v>
                </c:pt>
                <c:pt idx="759">
                  <c:v>2.0229377789348781</c:v>
                </c:pt>
                <c:pt idx="760">
                  <c:v>2.0257288731349239</c:v>
                </c:pt>
                <c:pt idx="761">
                  <c:v>2.0186926754658638</c:v>
                </c:pt>
                <c:pt idx="762">
                  <c:v>2.005854106869478</c:v>
                </c:pt>
                <c:pt idx="763">
                  <c:v>1.9898317126165039</c:v>
                </c:pt>
                <c:pt idx="764">
                  <c:v>1.9725017031501479</c:v>
                </c:pt>
                <c:pt idx="765">
                  <c:v>1.9550275187054831</c:v>
                </c:pt>
                <c:pt idx="766">
                  <c:v>1.9381870926102751</c:v>
                </c:pt>
                <c:pt idx="767">
                  <c:v>1.9218478985150129</c:v>
                </c:pt>
                <c:pt idx="768">
                  <c:v>1.9063390945034731</c:v>
                </c:pt>
                <c:pt idx="769">
                  <c:v>1.8922948379028861</c:v>
                </c:pt>
                <c:pt idx="770">
                  <c:v>1.878724807818638</c:v>
                </c:pt>
                <c:pt idx="771">
                  <c:v>1.863848094973406</c:v>
                </c:pt>
                <c:pt idx="772">
                  <c:v>1.8477993696358299</c:v>
                </c:pt>
                <c:pt idx="773">
                  <c:v>1.8315434334484291</c:v>
                </c:pt>
                <c:pt idx="774">
                  <c:v>1.8159196228674761</c:v>
                </c:pt>
                <c:pt idx="775">
                  <c:v>1.8014132994462211</c:v>
                </c:pt>
                <c:pt idx="776">
                  <c:v>1.7883265919390881</c:v>
                </c:pt>
                <c:pt idx="777">
                  <c:v>1.775606948223672</c:v>
                </c:pt>
                <c:pt idx="778">
                  <c:v>1.762130582786773</c:v>
                </c:pt>
                <c:pt idx="779">
                  <c:v>1.748128263891026</c:v>
                </c:pt>
                <c:pt idx="780">
                  <c:v>1.7346311943361079</c:v>
                </c:pt>
                <c:pt idx="781">
                  <c:v>1.721325028131178</c:v>
                </c:pt>
                <c:pt idx="782">
                  <c:v>1.7074014810000691</c:v>
                </c:pt>
                <c:pt idx="783">
                  <c:v>1.6932746991921119</c:v>
                </c:pt>
                <c:pt idx="784">
                  <c:v>1.6796262259305439</c:v>
                </c:pt>
                <c:pt idx="785">
                  <c:v>1.6670130641446079</c:v>
                </c:pt>
                <c:pt idx="786">
                  <c:v>1.656507477502239</c:v>
                </c:pt>
                <c:pt idx="787">
                  <c:v>1.6543298247495981</c:v>
                </c:pt>
                <c:pt idx="788">
                  <c:v>1.6691609606746729</c:v>
                </c:pt>
                <c:pt idx="789">
                  <c:v>1.702855424371724</c:v>
                </c:pt>
                <c:pt idx="790">
                  <c:v>1.7513931839111609</c:v>
                </c:pt>
                <c:pt idx="791">
                  <c:v>1.803847126648557</c:v>
                </c:pt>
                <c:pt idx="792">
                  <c:v>1.842640401750546</c:v>
                </c:pt>
                <c:pt idx="793">
                  <c:v>1.861961434532766</c:v>
                </c:pt>
                <c:pt idx="794">
                  <c:v>1.8730093001565189</c:v>
                </c:pt>
                <c:pt idx="795">
                  <c:v>1.884120232076945</c:v>
                </c:pt>
                <c:pt idx="796">
                  <c:v>1.897119112298753</c:v>
                </c:pt>
                <c:pt idx="797">
                  <c:v>1.909633539411864</c:v>
                </c:pt>
                <c:pt idx="798">
                  <c:v>1.9135766414627</c:v>
                </c:pt>
                <c:pt idx="799">
                  <c:v>1.9098447059477981</c:v>
                </c:pt>
                <c:pt idx="800">
                  <c:v>1.9003536997843189</c:v>
                </c:pt>
                <c:pt idx="801">
                  <c:v>1.8867763205993751</c:v>
                </c:pt>
                <c:pt idx="802">
                  <c:v>1.870718593634664</c:v>
                </c:pt>
                <c:pt idx="803">
                  <c:v>1.853891858877988</c:v>
                </c:pt>
                <c:pt idx="804">
                  <c:v>1.837236559728491</c:v>
                </c:pt>
                <c:pt idx="805">
                  <c:v>1.820765047826491</c:v>
                </c:pt>
                <c:pt idx="806">
                  <c:v>1.804475255729211</c:v>
                </c:pt>
                <c:pt idx="807">
                  <c:v>1.788617588700429</c:v>
                </c:pt>
                <c:pt idx="808">
                  <c:v>1.7732910764784899</c:v>
                </c:pt>
                <c:pt idx="809">
                  <c:v>1.758236120323488</c:v>
                </c:pt>
                <c:pt idx="810">
                  <c:v>1.743785639852913</c:v>
                </c:pt>
                <c:pt idx="811">
                  <c:v>1.7298868721010501</c:v>
                </c:pt>
                <c:pt idx="812">
                  <c:v>1.7159726555391519</c:v>
                </c:pt>
                <c:pt idx="813">
                  <c:v>1.7019664737382381</c:v>
                </c:pt>
                <c:pt idx="814">
                  <c:v>1.6877411850192601</c:v>
                </c:pt>
                <c:pt idx="815">
                  <c:v>1.6737342684219481</c:v>
                </c:pt>
                <c:pt idx="816">
                  <c:v>1.6605498135978729</c:v>
                </c:pt>
                <c:pt idx="817">
                  <c:v>1.6471625135964481</c:v>
                </c:pt>
                <c:pt idx="818">
                  <c:v>1.63388705296557</c:v>
                </c:pt>
                <c:pt idx="819">
                  <c:v>1.6213802749888531</c:v>
                </c:pt>
                <c:pt idx="820">
                  <c:v>1.609284782825924</c:v>
                </c:pt>
                <c:pt idx="821">
                  <c:v>1.5966337234410031</c:v>
                </c:pt>
                <c:pt idx="822">
                  <c:v>1.5839191319417829</c:v>
                </c:pt>
                <c:pt idx="823">
                  <c:v>1.5728877305840989</c:v>
                </c:pt>
                <c:pt idx="824">
                  <c:v>1.567189968554898</c:v>
                </c:pt>
                <c:pt idx="825">
                  <c:v>1.561302564857554</c:v>
                </c:pt>
                <c:pt idx="826">
                  <c:v>1.5528233304102319</c:v>
                </c:pt>
                <c:pt idx="827">
                  <c:v>1.542781562133922</c:v>
                </c:pt>
                <c:pt idx="828">
                  <c:v>1.531227582967648</c:v>
                </c:pt>
                <c:pt idx="829">
                  <c:v>1.519634702947205</c:v>
                </c:pt>
                <c:pt idx="830">
                  <c:v>1.508887189009132</c:v>
                </c:pt>
                <c:pt idx="831">
                  <c:v>1.5002923239474031</c:v>
                </c:pt>
                <c:pt idx="832">
                  <c:v>1.494328888869962</c:v>
                </c:pt>
                <c:pt idx="833">
                  <c:v>1.4885349031802311</c:v>
                </c:pt>
                <c:pt idx="834">
                  <c:v>1.4829078378291149</c:v>
                </c:pt>
                <c:pt idx="835">
                  <c:v>1.4774795363431941</c:v>
                </c:pt>
                <c:pt idx="836">
                  <c:v>1.468670669455804</c:v>
                </c:pt>
                <c:pt idx="837">
                  <c:v>1.4570349697874461</c:v>
                </c:pt>
                <c:pt idx="838">
                  <c:v>1.4443673236707171</c:v>
                </c:pt>
                <c:pt idx="839">
                  <c:v>1.431996365360088</c:v>
                </c:pt>
                <c:pt idx="840">
                  <c:v>1.420647238111965</c:v>
                </c:pt>
                <c:pt idx="841">
                  <c:v>1.410663014063072</c:v>
                </c:pt>
                <c:pt idx="842">
                  <c:v>1.4019494919175459</c:v>
                </c:pt>
                <c:pt idx="843">
                  <c:v>1.393540544816992</c:v>
                </c:pt>
                <c:pt idx="844">
                  <c:v>1.3853081069581681</c:v>
                </c:pt>
                <c:pt idx="845">
                  <c:v>1.3789081086336741</c:v>
                </c:pt>
                <c:pt idx="846">
                  <c:v>1.38598622977875</c:v>
                </c:pt>
                <c:pt idx="847">
                  <c:v>1.4374721409834581</c:v>
                </c:pt>
                <c:pt idx="848">
                  <c:v>1.5187517810216269</c:v>
                </c:pt>
                <c:pt idx="849">
                  <c:v>1.5953011842657481</c:v>
                </c:pt>
                <c:pt idx="850">
                  <c:v>1.652822581679134</c:v>
                </c:pt>
                <c:pt idx="851">
                  <c:v>1.684080018018095</c:v>
                </c:pt>
                <c:pt idx="852">
                  <c:v>1.6936416749817429</c:v>
                </c:pt>
                <c:pt idx="853">
                  <c:v>1.6897566411494589</c:v>
                </c:pt>
                <c:pt idx="854">
                  <c:v>1.6787711797666149</c:v>
                </c:pt>
                <c:pt idx="855">
                  <c:v>1.664745810761596</c:v>
                </c:pt>
                <c:pt idx="856">
                  <c:v>1.650213501946028</c:v>
                </c:pt>
                <c:pt idx="857">
                  <c:v>1.636486497823139</c:v>
                </c:pt>
                <c:pt idx="858">
                  <c:v>1.624109210543383</c:v>
                </c:pt>
                <c:pt idx="859">
                  <c:v>1.6129666555215929</c:v>
                </c:pt>
                <c:pt idx="860">
                  <c:v>1.6025426520343791</c:v>
                </c:pt>
                <c:pt idx="861">
                  <c:v>1.592306520536525</c:v>
                </c:pt>
                <c:pt idx="862">
                  <c:v>1.5823255332187189</c:v>
                </c:pt>
                <c:pt idx="863">
                  <c:v>1.572813164184919</c:v>
                </c:pt>
                <c:pt idx="864">
                  <c:v>1.56407731394275</c:v>
                </c:pt>
                <c:pt idx="865">
                  <c:v>1.562651346759214</c:v>
                </c:pt>
                <c:pt idx="866">
                  <c:v>1.6078826631046621</c:v>
                </c:pt>
                <c:pt idx="867">
                  <c:v>1.6935616756087619</c:v>
                </c:pt>
                <c:pt idx="868">
                  <c:v>1.768221244840954</c:v>
                </c:pt>
                <c:pt idx="869">
                  <c:v>1.8155635725512509</c:v>
                </c:pt>
                <c:pt idx="870">
                  <c:v>1.839026353310554</c:v>
                </c:pt>
                <c:pt idx="871">
                  <c:v>1.8467461299187229</c:v>
                </c:pt>
                <c:pt idx="872">
                  <c:v>1.8451576503317271</c:v>
                </c:pt>
                <c:pt idx="873">
                  <c:v>1.8374985270804489</c:v>
                </c:pt>
                <c:pt idx="874">
                  <c:v>1.826605545401764</c:v>
                </c:pt>
                <c:pt idx="875">
                  <c:v>1.813699367933965</c:v>
                </c:pt>
                <c:pt idx="876">
                  <c:v>1.7996582984194021</c:v>
                </c:pt>
                <c:pt idx="877">
                  <c:v>1.784657508275634</c:v>
                </c:pt>
                <c:pt idx="878">
                  <c:v>1.76951325512629</c:v>
                </c:pt>
                <c:pt idx="879">
                  <c:v>1.7551943728712449</c:v>
                </c:pt>
                <c:pt idx="880">
                  <c:v>1.7425381931795569</c:v>
                </c:pt>
                <c:pt idx="881">
                  <c:v>1.73113258752657</c:v>
                </c:pt>
                <c:pt idx="882">
                  <c:v>1.7185330844503159</c:v>
                </c:pt>
                <c:pt idx="883">
                  <c:v>1.705817225049008</c:v>
                </c:pt>
                <c:pt idx="884">
                  <c:v>1.692914772454051</c:v>
                </c:pt>
                <c:pt idx="885">
                  <c:v>1.678894985573357</c:v>
                </c:pt>
                <c:pt idx="886">
                  <c:v>1.6639122223408629</c:v>
                </c:pt>
                <c:pt idx="887">
                  <c:v>1.648963957998147</c:v>
                </c:pt>
                <c:pt idx="888">
                  <c:v>1.635078704993514</c:v>
                </c:pt>
                <c:pt idx="889">
                  <c:v>1.624667766135711</c:v>
                </c:pt>
                <c:pt idx="890">
                  <c:v>1.618603845518588</c:v>
                </c:pt>
                <c:pt idx="891">
                  <c:v>1.6115547935861141</c:v>
                </c:pt>
                <c:pt idx="892">
                  <c:v>1.601197038667415</c:v>
                </c:pt>
                <c:pt idx="893">
                  <c:v>1.5889182092814429</c:v>
                </c:pt>
                <c:pt idx="894">
                  <c:v>1.5773267851900641</c:v>
                </c:pt>
                <c:pt idx="895">
                  <c:v>1.5686496429120369</c:v>
                </c:pt>
                <c:pt idx="896">
                  <c:v>1.558859104357283</c:v>
                </c:pt>
                <c:pt idx="897">
                  <c:v>1.547394812784481</c:v>
                </c:pt>
                <c:pt idx="898">
                  <c:v>1.537133431926053</c:v>
                </c:pt>
                <c:pt idx="899">
                  <c:v>1.536933471121501</c:v>
                </c:pt>
                <c:pt idx="900">
                  <c:v>1.5557467277363399</c:v>
                </c:pt>
                <c:pt idx="901">
                  <c:v>1.578269935919669</c:v>
                </c:pt>
                <c:pt idx="902">
                  <c:v>1.593078604460634</c:v>
                </c:pt>
                <c:pt idx="903">
                  <c:v>1.599804622888215</c:v>
                </c:pt>
                <c:pt idx="904">
                  <c:v>1.599991399237789</c:v>
                </c:pt>
                <c:pt idx="905">
                  <c:v>1.593316966708118</c:v>
                </c:pt>
                <c:pt idx="906">
                  <c:v>1.582475280793078</c:v>
                </c:pt>
                <c:pt idx="907">
                  <c:v>1.569805618291092</c:v>
                </c:pt>
                <c:pt idx="908">
                  <c:v>1.5573444169029269</c:v>
                </c:pt>
                <c:pt idx="909">
                  <c:v>1.5464722050371471</c:v>
                </c:pt>
                <c:pt idx="910">
                  <c:v>1.537986266396705</c:v>
                </c:pt>
                <c:pt idx="911">
                  <c:v>1.533189088338534</c:v>
                </c:pt>
                <c:pt idx="912">
                  <c:v>1.5313043679972269</c:v>
                </c:pt>
                <c:pt idx="913">
                  <c:v>1.5267759409003221</c:v>
                </c:pt>
                <c:pt idx="914">
                  <c:v>1.520695805100575</c:v>
                </c:pt>
                <c:pt idx="915">
                  <c:v>1.517304998951708</c:v>
                </c:pt>
                <c:pt idx="916">
                  <c:v>1.5158283835671571</c:v>
                </c:pt>
                <c:pt idx="917">
                  <c:v>1.5128105190288059</c:v>
                </c:pt>
                <c:pt idx="918">
                  <c:v>1.507321569646398</c:v>
                </c:pt>
                <c:pt idx="919">
                  <c:v>1.4999619865562821</c:v>
                </c:pt>
                <c:pt idx="920">
                  <c:v>1.4913099055387671</c:v>
                </c:pt>
                <c:pt idx="921">
                  <c:v>1.4804670321027871</c:v>
                </c:pt>
                <c:pt idx="922">
                  <c:v>1.469126583829331</c:v>
                </c:pt>
                <c:pt idx="923">
                  <c:v>1.4597357724576761</c:v>
                </c:pt>
                <c:pt idx="924">
                  <c:v>1.453691402131855</c:v>
                </c:pt>
                <c:pt idx="925">
                  <c:v>1.449576463031151</c:v>
                </c:pt>
                <c:pt idx="926">
                  <c:v>1.44276099932216</c:v>
                </c:pt>
                <c:pt idx="927">
                  <c:v>1.433694603007889</c:v>
                </c:pt>
                <c:pt idx="928">
                  <c:v>1.4229605130784619</c:v>
                </c:pt>
                <c:pt idx="929">
                  <c:v>1.4108875793072639</c:v>
                </c:pt>
                <c:pt idx="930">
                  <c:v>1.3985107636416421</c:v>
                </c:pt>
                <c:pt idx="931">
                  <c:v>1.386757687867149</c:v>
                </c:pt>
                <c:pt idx="932">
                  <c:v>1.3761289744317271</c:v>
                </c:pt>
                <c:pt idx="933">
                  <c:v>1.366792019972874</c:v>
                </c:pt>
                <c:pt idx="934">
                  <c:v>1.358561255743036</c:v>
                </c:pt>
                <c:pt idx="935">
                  <c:v>1.351106791268375</c:v>
                </c:pt>
                <c:pt idx="936">
                  <c:v>1.3442578757865891</c:v>
                </c:pt>
                <c:pt idx="937">
                  <c:v>1.337820295507183</c:v>
                </c:pt>
                <c:pt idx="938">
                  <c:v>1.331588157162251</c:v>
                </c:pt>
                <c:pt idx="939">
                  <c:v>1.325664491855191</c:v>
                </c:pt>
                <c:pt idx="940">
                  <c:v>1.3210144811646121</c:v>
                </c:pt>
                <c:pt idx="941">
                  <c:v>1.3217061049293941</c:v>
                </c:pt>
                <c:pt idx="942">
                  <c:v>1.3209850515039829</c:v>
                </c:pt>
                <c:pt idx="943">
                  <c:v>1.316765623691343</c:v>
                </c:pt>
                <c:pt idx="944">
                  <c:v>1.311539159173573</c:v>
                </c:pt>
                <c:pt idx="945">
                  <c:v>1.3063825471149519</c:v>
                </c:pt>
                <c:pt idx="946">
                  <c:v>1.3035747120919501</c:v>
                </c:pt>
                <c:pt idx="947">
                  <c:v>1.3045973310442871</c:v>
                </c:pt>
                <c:pt idx="948">
                  <c:v>1.3094385446222681</c:v>
                </c:pt>
                <c:pt idx="949">
                  <c:v>1.3194349069718729</c:v>
                </c:pt>
                <c:pt idx="950">
                  <c:v>1.334028028949702</c:v>
                </c:pt>
                <c:pt idx="951">
                  <c:v>1.351908291604782</c:v>
                </c:pt>
                <c:pt idx="952">
                  <c:v>1.3682284997485481</c:v>
                </c:pt>
                <c:pt idx="953">
                  <c:v>1.3814165210525049</c:v>
                </c:pt>
                <c:pt idx="954">
                  <c:v>1.3889789281014171</c:v>
                </c:pt>
                <c:pt idx="955">
                  <c:v>1.390031092102255</c:v>
                </c:pt>
                <c:pt idx="956">
                  <c:v>1.3878093654101811</c:v>
                </c:pt>
                <c:pt idx="957">
                  <c:v>1.385112056365998</c:v>
                </c:pt>
                <c:pt idx="958">
                  <c:v>1.3863651152838961</c:v>
                </c:pt>
                <c:pt idx="959">
                  <c:v>1.3923981003204839</c:v>
                </c:pt>
                <c:pt idx="960">
                  <c:v>1.3990805508855699</c:v>
                </c:pt>
                <c:pt idx="961">
                  <c:v>1.4013625867846951</c:v>
                </c:pt>
                <c:pt idx="962">
                  <c:v>1.3977182696230011</c:v>
                </c:pt>
                <c:pt idx="963">
                  <c:v>1.388559937174076</c:v>
                </c:pt>
                <c:pt idx="964">
                  <c:v>1.3769293128347011</c:v>
                </c:pt>
                <c:pt idx="965">
                  <c:v>1.3651580161992429</c:v>
                </c:pt>
                <c:pt idx="966">
                  <c:v>1.354727296329131</c:v>
                </c:pt>
                <c:pt idx="967">
                  <c:v>1.3452309115188621</c:v>
                </c:pt>
                <c:pt idx="968">
                  <c:v>1.33565467604844</c:v>
                </c:pt>
                <c:pt idx="969">
                  <c:v>1.3252613055457541</c:v>
                </c:pt>
                <c:pt idx="970">
                  <c:v>1.3146355093611399</c:v>
                </c:pt>
                <c:pt idx="971">
                  <c:v>1.304465802306791</c:v>
                </c:pt>
                <c:pt idx="972">
                  <c:v>1.2950154652864381</c:v>
                </c:pt>
                <c:pt idx="973">
                  <c:v>1.2863844690937301</c:v>
                </c:pt>
                <c:pt idx="974">
                  <c:v>1.2785897649941871</c:v>
                </c:pt>
                <c:pt idx="975">
                  <c:v>1.2716184888076141</c:v>
                </c:pt>
                <c:pt idx="976">
                  <c:v>1.2654540113524919</c:v>
                </c:pt>
                <c:pt idx="977">
                  <c:v>1.26068468676761</c:v>
                </c:pt>
                <c:pt idx="978">
                  <c:v>1.264284512960967</c:v>
                </c:pt>
                <c:pt idx="979">
                  <c:v>1.282207464616981</c:v>
                </c:pt>
                <c:pt idx="980">
                  <c:v>1.304872845663833</c:v>
                </c:pt>
                <c:pt idx="981">
                  <c:v>1.334591693969023</c:v>
                </c:pt>
                <c:pt idx="982">
                  <c:v>1.3514900849198459</c:v>
                </c:pt>
                <c:pt idx="983">
                  <c:v>1.3534711770601211</c:v>
                </c:pt>
                <c:pt idx="984">
                  <c:v>1.347235040170095</c:v>
                </c:pt>
                <c:pt idx="985">
                  <c:v>1.3382738970838299</c:v>
                </c:pt>
                <c:pt idx="986">
                  <c:v>1.328541219137553</c:v>
                </c:pt>
                <c:pt idx="987">
                  <c:v>1.319371319910555</c:v>
                </c:pt>
                <c:pt idx="988">
                  <c:v>1.313765673228932</c:v>
                </c:pt>
                <c:pt idx="989">
                  <c:v>1.313559794102648</c:v>
                </c:pt>
                <c:pt idx="990">
                  <c:v>1.3134804550917949</c:v>
                </c:pt>
                <c:pt idx="991">
                  <c:v>1.308153136953601</c:v>
                </c:pt>
                <c:pt idx="992">
                  <c:v>1.2988842850729001</c:v>
                </c:pt>
                <c:pt idx="993">
                  <c:v>1.288153134446365</c:v>
                </c:pt>
                <c:pt idx="994">
                  <c:v>1.277709296518982</c:v>
                </c:pt>
                <c:pt idx="995">
                  <c:v>1.269131782474769</c:v>
                </c:pt>
                <c:pt idx="996">
                  <c:v>1.264945927828363</c:v>
                </c:pt>
                <c:pt idx="997">
                  <c:v>1.2631469872599219</c:v>
                </c:pt>
                <c:pt idx="998">
                  <c:v>1.258777115872777</c:v>
                </c:pt>
                <c:pt idx="999">
                  <c:v>1.2534817484705001</c:v>
                </c:pt>
                <c:pt idx="1000">
                  <c:v>1.2640201481256299</c:v>
                </c:pt>
                <c:pt idx="1001">
                  <c:v>1.299458407101219</c:v>
                </c:pt>
                <c:pt idx="1002">
                  <c:v>1.342930465999032</c:v>
                </c:pt>
                <c:pt idx="1003">
                  <c:v>1.3721841331486639</c:v>
                </c:pt>
                <c:pt idx="1004">
                  <c:v>1.3814556305796231</c:v>
                </c:pt>
                <c:pt idx="1005">
                  <c:v>1.378778850695445</c:v>
                </c:pt>
                <c:pt idx="1006">
                  <c:v>1.3699562920337469</c:v>
                </c:pt>
                <c:pt idx="1007">
                  <c:v>1.3588526296763821</c:v>
                </c:pt>
                <c:pt idx="1008">
                  <c:v>1.3471745623165949</c:v>
                </c:pt>
                <c:pt idx="1009">
                  <c:v>1.3354178275485999</c:v>
                </c:pt>
                <c:pt idx="1010">
                  <c:v>1.3241363228455569</c:v>
                </c:pt>
                <c:pt idx="1011">
                  <c:v>1.3138044395235151</c:v>
                </c:pt>
                <c:pt idx="1012">
                  <c:v>1.304734878760363</c:v>
                </c:pt>
                <c:pt idx="1013">
                  <c:v>1.297117281445461</c:v>
                </c:pt>
                <c:pt idx="1014">
                  <c:v>1.290002139674346</c:v>
                </c:pt>
                <c:pt idx="1015">
                  <c:v>1.282553478450025</c:v>
                </c:pt>
                <c:pt idx="1016">
                  <c:v>1.2749734931642731</c:v>
                </c:pt>
                <c:pt idx="1017">
                  <c:v>1.267915734187679</c:v>
                </c:pt>
                <c:pt idx="1018">
                  <c:v>1.264225226400457</c:v>
                </c:pt>
                <c:pt idx="1019">
                  <c:v>1.280676634912445</c:v>
                </c:pt>
                <c:pt idx="1020">
                  <c:v>1.349169279344729</c:v>
                </c:pt>
                <c:pt idx="1021">
                  <c:v>1.4644610354529111</c:v>
                </c:pt>
                <c:pt idx="1022">
                  <c:v>1.569829885573079</c:v>
                </c:pt>
                <c:pt idx="1023">
                  <c:v>1.6370316640658591</c:v>
                </c:pt>
                <c:pt idx="1024">
                  <c:v>1.67031486080137</c:v>
                </c:pt>
                <c:pt idx="1025">
                  <c:v>1.684089003253032</c:v>
                </c:pt>
                <c:pt idx="1026">
                  <c:v>1.6881415588514841</c:v>
                </c:pt>
                <c:pt idx="1027">
                  <c:v>1.6857315248643561</c:v>
                </c:pt>
                <c:pt idx="1028">
                  <c:v>1.678505204997518</c:v>
                </c:pt>
                <c:pt idx="1029">
                  <c:v>1.6671677907675031</c:v>
                </c:pt>
                <c:pt idx="1030">
                  <c:v>1.6528417134743549</c:v>
                </c:pt>
                <c:pt idx="1031">
                  <c:v>1.6375482075709351</c:v>
                </c:pt>
                <c:pt idx="1032">
                  <c:v>1.622813860287218</c:v>
                </c:pt>
                <c:pt idx="1033">
                  <c:v>1.609061468189328</c:v>
                </c:pt>
                <c:pt idx="1034">
                  <c:v>1.5961641569716429</c:v>
                </c:pt>
                <c:pt idx="1035">
                  <c:v>1.5838404190186111</c:v>
                </c:pt>
                <c:pt idx="1036">
                  <c:v>1.5715240001648969</c:v>
                </c:pt>
                <c:pt idx="1037">
                  <c:v>1.559554742134416</c:v>
                </c:pt>
                <c:pt idx="1038">
                  <c:v>1.54952755878292</c:v>
                </c:pt>
                <c:pt idx="1039">
                  <c:v>1.5425250655651459</c:v>
                </c:pt>
                <c:pt idx="1040">
                  <c:v>1.5346134446858579</c:v>
                </c:pt>
                <c:pt idx="1041">
                  <c:v>1.5238294841871971</c:v>
                </c:pt>
                <c:pt idx="1042">
                  <c:v>1.5116445330717789</c:v>
                </c:pt>
                <c:pt idx="1043">
                  <c:v>1.501098192469432</c:v>
                </c:pt>
                <c:pt idx="1044">
                  <c:v>1.4975395296253471</c:v>
                </c:pt>
                <c:pt idx="1045">
                  <c:v>1.5029383949201309</c:v>
                </c:pt>
                <c:pt idx="1046">
                  <c:v>1.5034654107218519</c:v>
                </c:pt>
                <c:pt idx="1047">
                  <c:v>1.49670253270739</c:v>
                </c:pt>
                <c:pt idx="1048">
                  <c:v>1.485763422582506</c:v>
                </c:pt>
                <c:pt idx="1049">
                  <c:v>1.4739492079164831</c:v>
                </c:pt>
                <c:pt idx="1050">
                  <c:v>1.4638289165920011</c:v>
                </c:pt>
                <c:pt idx="1051">
                  <c:v>1.453162082335022</c:v>
                </c:pt>
                <c:pt idx="1052">
                  <c:v>1.441500956173994</c:v>
                </c:pt>
                <c:pt idx="1053">
                  <c:v>1.430004995157246</c:v>
                </c:pt>
                <c:pt idx="1054">
                  <c:v>1.4223747597311709</c:v>
                </c:pt>
                <c:pt idx="1055">
                  <c:v>1.4263801689317419</c:v>
                </c:pt>
                <c:pt idx="1056">
                  <c:v>1.4430333888031901</c:v>
                </c:pt>
                <c:pt idx="1057">
                  <c:v>1.464578450670637</c:v>
                </c:pt>
                <c:pt idx="1058">
                  <c:v>1.4741427171335271</c:v>
                </c:pt>
                <c:pt idx="1059">
                  <c:v>1.4718426045713831</c:v>
                </c:pt>
                <c:pt idx="1060">
                  <c:v>1.4627406426523231</c:v>
                </c:pt>
                <c:pt idx="1061">
                  <c:v>1.4506074953994901</c:v>
                </c:pt>
                <c:pt idx="1062">
                  <c:v>1.4380513982257921</c:v>
                </c:pt>
                <c:pt idx="1063">
                  <c:v>1.4270459060516261</c:v>
                </c:pt>
                <c:pt idx="1064">
                  <c:v>1.4203069645730171</c:v>
                </c:pt>
                <c:pt idx="1065">
                  <c:v>1.421370372603407</c:v>
                </c:pt>
                <c:pt idx="1066">
                  <c:v>1.4301803962410911</c:v>
                </c:pt>
                <c:pt idx="1067">
                  <c:v>1.4505213550279179</c:v>
                </c:pt>
                <c:pt idx="1068">
                  <c:v>1.488320775763899</c:v>
                </c:pt>
                <c:pt idx="1069">
                  <c:v>1.546668936150384</c:v>
                </c:pt>
                <c:pt idx="1070">
                  <c:v>1.6142896355696139</c:v>
                </c:pt>
                <c:pt idx="1071">
                  <c:v>1.670261960126469</c:v>
                </c:pt>
                <c:pt idx="1072">
                  <c:v>1.7194953135428199</c:v>
                </c:pt>
                <c:pt idx="1073">
                  <c:v>1.763951623827491</c:v>
                </c:pt>
                <c:pt idx="1074">
                  <c:v>1.8046118802640509</c:v>
                </c:pt>
                <c:pt idx="1075">
                  <c:v>1.8371679566389409</c:v>
                </c:pt>
                <c:pt idx="1076">
                  <c:v>1.8572772387557019</c:v>
                </c:pt>
                <c:pt idx="1077">
                  <c:v>1.8612686509345591</c:v>
                </c:pt>
                <c:pt idx="1078">
                  <c:v>1.8539977726749151</c:v>
                </c:pt>
                <c:pt idx="1079">
                  <c:v>1.8411442759849499</c:v>
                </c:pt>
                <c:pt idx="1080">
                  <c:v>1.826265188804497</c:v>
                </c:pt>
                <c:pt idx="1081">
                  <c:v>1.8112019619132329</c:v>
                </c:pt>
                <c:pt idx="1082">
                  <c:v>1.795958874355976</c:v>
                </c:pt>
                <c:pt idx="1083">
                  <c:v>1.779802134511135</c:v>
                </c:pt>
                <c:pt idx="1084">
                  <c:v>1.763355175730221</c:v>
                </c:pt>
                <c:pt idx="1085">
                  <c:v>1.747533063164008</c:v>
                </c:pt>
                <c:pt idx="1086">
                  <c:v>1.732944212858937</c:v>
                </c:pt>
                <c:pt idx="1087">
                  <c:v>1.7198355834955421</c:v>
                </c:pt>
                <c:pt idx="1088">
                  <c:v>1.708233049235194</c:v>
                </c:pt>
                <c:pt idx="1089">
                  <c:v>1.698044898475958</c:v>
                </c:pt>
                <c:pt idx="1090">
                  <c:v>1.689101377581977</c:v>
                </c:pt>
                <c:pt idx="1091">
                  <c:v>1.681192072442159</c:v>
                </c:pt>
                <c:pt idx="1092">
                  <c:v>1.6740343353465941</c:v>
                </c:pt>
                <c:pt idx="1093">
                  <c:v>1.667285923924235</c:v>
                </c:pt>
                <c:pt idx="1094">
                  <c:v>1.6604876544917471</c:v>
                </c:pt>
                <c:pt idx="1095">
                  <c:v>1.652875308412175</c:v>
                </c:pt>
                <c:pt idx="1096">
                  <c:v>1.644965702748554</c:v>
                </c:pt>
                <c:pt idx="1097">
                  <c:v>1.638780195192036</c:v>
                </c:pt>
                <c:pt idx="1098">
                  <c:v>1.6356999168950279</c:v>
                </c:pt>
                <c:pt idx="1099">
                  <c:v>1.637742601763281</c:v>
                </c:pt>
                <c:pt idx="1100">
                  <c:v>1.6529545216432691</c:v>
                </c:pt>
                <c:pt idx="1101">
                  <c:v>1.708631771732283</c:v>
                </c:pt>
                <c:pt idx="1102">
                  <c:v>1.80894335909625</c:v>
                </c:pt>
                <c:pt idx="1103">
                  <c:v>1.914003961663955</c:v>
                </c:pt>
                <c:pt idx="1104">
                  <c:v>2.011310129059575</c:v>
                </c:pt>
                <c:pt idx="1105">
                  <c:v>2.10463679411441</c:v>
                </c:pt>
                <c:pt idx="1106">
                  <c:v>2.184156978338986</c:v>
                </c:pt>
                <c:pt idx="1107">
                  <c:v>2.237961746338442</c:v>
                </c:pt>
                <c:pt idx="1108">
                  <c:v>2.2644815027021701</c:v>
                </c:pt>
                <c:pt idx="1109">
                  <c:v>2.272720887357385</c:v>
                </c:pt>
                <c:pt idx="1110">
                  <c:v>2.269558020954296</c:v>
                </c:pt>
                <c:pt idx="1111">
                  <c:v>2.259405494339104</c:v>
                </c:pt>
                <c:pt idx="1112">
                  <c:v>2.2450077004590119</c:v>
                </c:pt>
                <c:pt idx="1113">
                  <c:v>2.228064148586784</c:v>
                </c:pt>
                <c:pt idx="1114">
                  <c:v>2.209834942560736</c:v>
                </c:pt>
                <c:pt idx="1115">
                  <c:v>2.1914504519890738</c:v>
                </c:pt>
                <c:pt idx="1116">
                  <c:v>2.1733279143678899</c:v>
                </c:pt>
                <c:pt idx="1117">
                  <c:v>2.1554208842006388</c:v>
                </c:pt>
                <c:pt idx="1118">
                  <c:v>2.13752773026641</c:v>
                </c:pt>
                <c:pt idx="1119">
                  <c:v>2.1196439714654538</c:v>
                </c:pt>
                <c:pt idx="1120">
                  <c:v>2.1021204135052809</c:v>
                </c:pt>
                <c:pt idx="1121">
                  <c:v>2.0851310565125152</c:v>
                </c:pt>
                <c:pt idx="1122">
                  <c:v>2.0688504490902169</c:v>
                </c:pt>
                <c:pt idx="1123">
                  <c:v>2.053598269734199</c:v>
                </c:pt>
                <c:pt idx="1124">
                  <c:v>2.0394846617116258</c:v>
                </c:pt>
                <c:pt idx="1125">
                  <c:v>2.0261486560215061</c:v>
                </c:pt>
                <c:pt idx="1126">
                  <c:v>2.013435835746491</c:v>
                </c:pt>
                <c:pt idx="1127">
                  <c:v>2.00146804822778</c:v>
                </c:pt>
                <c:pt idx="1128">
                  <c:v>1.990316930520426</c:v>
                </c:pt>
                <c:pt idx="1129">
                  <c:v>1.9800226644270029</c:v>
                </c:pt>
                <c:pt idx="1130">
                  <c:v>1.977262464579346</c:v>
                </c:pt>
                <c:pt idx="1131">
                  <c:v>1.994964370859053</c:v>
                </c:pt>
                <c:pt idx="1132">
                  <c:v>2.0277590178553262</c:v>
                </c:pt>
                <c:pt idx="1133">
                  <c:v>2.0701079613175861</c:v>
                </c:pt>
                <c:pt idx="1134">
                  <c:v>2.1142507305021798</c:v>
                </c:pt>
                <c:pt idx="1135">
                  <c:v>2.1550695030997371</c:v>
                </c:pt>
                <c:pt idx="1136">
                  <c:v>2.1896894980991299</c:v>
                </c:pt>
                <c:pt idx="1137">
                  <c:v>2.21401074804833</c:v>
                </c:pt>
                <c:pt idx="1138">
                  <c:v>2.2280699493293108</c:v>
                </c:pt>
                <c:pt idx="1139">
                  <c:v>2.2412552596572679</c:v>
                </c:pt>
                <c:pt idx="1140">
                  <c:v>2.25880158678837</c:v>
                </c:pt>
                <c:pt idx="1141">
                  <c:v>2.271882743896442</c:v>
                </c:pt>
                <c:pt idx="1142">
                  <c:v>2.2730192029236642</c:v>
                </c:pt>
                <c:pt idx="1143">
                  <c:v>2.264821797364343</c:v>
                </c:pt>
                <c:pt idx="1144">
                  <c:v>2.2515126337885989</c:v>
                </c:pt>
                <c:pt idx="1145">
                  <c:v>2.236213881536441</c:v>
                </c:pt>
                <c:pt idx="1146">
                  <c:v>2.2209503515565059</c:v>
                </c:pt>
                <c:pt idx="1147">
                  <c:v>2.2080362021036342</c:v>
                </c:pt>
                <c:pt idx="1148">
                  <c:v>2.1939793164145551</c:v>
                </c:pt>
                <c:pt idx="1149">
                  <c:v>2.17898371485864</c:v>
                </c:pt>
                <c:pt idx="1150">
                  <c:v>2.1762493075802132</c:v>
                </c:pt>
                <c:pt idx="1151">
                  <c:v>2.2059113646274988</c:v>
                </c:pt>
                <c:pt idx="1152">
                  <c:v>2.2468042514266311</c:v>
                </c:pt>
                <c:pt idx="1153">
                  <c:v>2.2823412126556248</c:v>
                </c:pt>
                <c:pt idx="1154">
                  <c:v>2.304145004775616</c:v>
                </c:pt>
                <c:pt idx="1155">
                  <c:v>2.310616807831571</c:v>
                </c:pt>
                <c:pt idx="1156">
                  <c:v>2.3062159082822031</c:v>
                </c:pt>
                <c:pt idx="1157">
                  <c:v>2.295248692755099</c:v>
                </c:pt>
                <c:pt idx="1158">
                  <c:v>2.280723131993212</c:v>
                </c:pt>
                <c:pt idx="1159">
                  <c:v>2.2645819614434251</c:v>
                </c:pt>
                <c:pt idx="1160">
                  <c:v>2.24811078120173</c:v>
                </c:pt>
                <c:pt idx="1161">
                  <c:v>2.23221543683252</c:v>
                </c:pt>
                <c:pt idx="1162">
                  <c:v>2.2173585048442441</c:v>
                </c:pt>
                <c:pt idx="1163">
                  <c:v>2.2031506205429352</c:v>
                </c:pt>
                <c:pt idx="1164">
                  <c:v>2.1888060694649361</c:v>
                </c:pt>
                <c:pt idx="1165">
                  <c:v>2.1737433729638291</c:v>
                </c:pt>
                <c:pt idx="1166">
                  <c:v>2.158370152749014</c:v>
                </c:pt>
                <c:pt idx="1167">
                  <c:v>2.143026338827724</c:v>
                </c:pt>
                <c:pt idx="1168">
                  <c:v>2.129252607182448</c:v>
                </c:pt>
                <c:pt idx="1169">
                  <c:v>2.137190341019366</c:v>
                </c:pt>
                <c:pt idx="1170">
                  <c:v>2.2243249359250781</c:v>
                </c:pt>
                <c:pt idx="1171">
                  <c:v>2.3959939611010088</c:v>
                </c:pt>
                <c:pt idx="1172">
                  <c:v>2.5903063035103639</c:v>
                </c:pt>
                <c:pt idx="1173">
                  <c:v>2.7853312022174088</c:v>
                </c:pt>
                <c:pt idx="1174">
                  <c:v>2.9749532165055972</c:v>
                </c:pt>
                <c:pt idx="1175">
                  <c:v>3.1440669412872628</c:v>
                </c:pt>
                <c:pt idx="1176">
                  <c:v>3.2876811275269908</c:v>
                </c:pt>
                <c:pt idx="1177">
                  <c:v>3.4074847407619222</c:v>
                </c:pt>
                <c:pt idx="1178">
                  <c:v>3.503504763131204</c:v>
                </c:pt>
                <c:pt idx="1179">
                  <c:v>3.576704836444939</c:v>
                </c:pt>
                <c:pt idx="1180">
                  <c:v>3.6275459132695711</c:v>
                </c:pt>
                <c:pt idx="1181">
                  <c:v>3.6611868462400201</c:v>
                </c:pt>
                <c:pt idx="1182">
                  <c:v>3.683174928233004</c:v>
                </c:pt>
                <c:pt idx="1183">
                  <c:v>3.6972888196874081</c:v>
                </c:pt>
                <c:pt idx="1184">
                  <c:v>3.7058964268778429</c:v>
                </c:pt>
                <c:pt idx="1185">
                  <c:v>3.7091393447391399</c:v>
                </c:pt>
                <c:pt idx="1186">
                  <c:v>3.7078733820485348</c:v>
                </c:pt>
                <c:pt idx="1187">
                  <c:v>3.7035839582830521</c:v>
                </c:pt>
                <c:pt idx="1188">
                  <c:v>3.697329715804107</c:v>
                </c:pt>
                <c:pt idx="1189">
                  <c:v>3.6898431891638999</c:v>
                </c:pt>
                <c:pt idx="1190">
                  <c:v>3.6813724115606141</c:v>
                </c:pt>
                <c:pt idx="1191">
                  <c:v>3.6708632976274749</c:v>
                </c:pt>
                <c:pt idx="1192">
                  <c:v>3.657206898226681</c:v>
                </c:pt>
                <c:pt idx="1193">
                  <c:v>3.6402742747308099</c:v>
                </c:pt>
                <c:pt idx="1194">
                  <c:v>3.6207315434827119</c:v>
                </c:pt>
                <c:pt idx="1195">
                  <c:v>3.6000213315565519</c:v>
                </c:pt>
                <c:pt idx="1196">
                  <c:v>3.5792820488802981</c:v>
                </c:pt>
                <c:pt idx="1197">
                  <c:v>3.5585082137131678</c:v>
                </c:pt>
                <c:pt idx="1198">
                  <c:v>3.536966752076002</c:v>
                </c:pt>
                <c:pt idx="1199">
                  <c:v>3.5137111616371368</c:v>
                </c:pt>
                <c:pt idx="1200">
                  <c:v>3.4896212273824698</c:v>
                </c:pt>
                <c:pt idx="1201">
                  <c:v>3.4653120137962099</c:v>
                </c:pt>
                <c:pt idx="1202">
                  <c:v>3.441933850141278</c:v>
                </c:pt>
                <c:pt idx="1203">
                  <c:v>3.4237814680452989</c:v>
                </c:pt>
                <c:pt idx="1204">
                  <c:v>3.4090398315901651</c:v>
                </c:pt>
                <c:pt idx="1205">
                  <c:v>3.3937243707836289</c:v>
                </c:pt>
                <c:pt idx="1206">
                  <c:v>3.3757304798258532</c:v>
                </c:pt>
                <c:pt idx="1207">
                  <c:v>3.355718943053164</c:v>
                </c:pt>
                <c:pt idx="1208">
                  <c:v>3.3348569743541399</c:v>
                </c:pt>
                <c:pt idx="1209">
                  <c:v>3.3138899849747299</c:v>
                </c:pt>
                <c:pt idx="1210">
                  <c:v>3.292941776672599</c:v>
                </c:pt>
                <c:pt idx="1211">
                  <c:v>3.2715708112111428</c:v>
                </c:pt>
                <c:pt idx="1212">
                  <c:v>3.249485928941279</c:v>
                </c:pt>
                <c:pt idx="1213">
                  <c:v>3.2269350909270651</c:v>
                </c:pt>
                <c:pt idx="1214">
                  <c:v>3.2046017997033291</c:v>
                </c:pt>
                <c:pt idx="1215">
                  <c:v>3.1830139261870718</c:v>
                </c:pt>
                <c:pt idx="1216">
                  <c:v>3.1625941628433072</c:v>
                </c:pt>
                <c:pt idx="1217">
                  <c:v>3.143332608333743</c:v>
                </c:pt>
                <c:pt idx="1218">
                  <c:v>3.123564450759357</c:v>
                </c:pt>
                <c:pt idx="1219">
                  <c:v>3.1024721108470081</c:v>
                </c:pt>
                <c:pt idx="1220">
                  <c:v>3.080147662544412</c:v>
                </c:pt>
                <c:pt idx="1221">
                  <c:v>3.0569381813567231</c:v>
                </c:pt>
                <c:pt idx="1222">
                  <c:v>3.0332546571810322</c:v>
                </c:pt>
                <c:pt idx="1223">
                  <c:v>3.009213941604274</c:v>
                </c:pt>
                <c:pt idx="1224">
                  <c:v>2.9851421902718598</c:v>
                </c:pt>
                <c:pt idx="1225">
                  <c:v>2.9615006118380398</c:v>
                </c:pt>
                <c:pt idx="1226">
                  <c:v>2.9380746013432848</c:v>
                </c:pt>
                <c:pt idx="1227">
                  <c:v>2.91466734457528</c:v>
                </c:pt>
                <c:pt idx="1228">
                  <c:v>2.8912286337616502</c:v>
                </c:pt>
                <c:pt idx="1229">
                  <c:v>2.867772108605259</c:v>
                </c:pt>
                <c:pt idx="1230">
                  <c:v>2.8445098519963881</c:v>
                </c:pt>
                <c:pt idx="1231">
                  <c:v>2.8213597896900211</c:v>
                </c:pt>
                <c:pt idx="1232">
                  <c:v>2.798458077175404</c:v>
                </c:pt>
                <c:pt idx="1233">
                  <c:v>2.7759184147375469</c:v>
                </c:pt>
                <c:pt idx="1234">
                  <c:v>2.7535769054003332</c:v>
                </c:pt>
                <c:pt idx="1235">
                  <c:v>2.7313879385439028</c:v>
                </c:pt>
                <c:pt idx="1236">
                  <c:v>2.709149537197364</c:v>
                </c:pt>
                <c:pt idx="1237">
                  <c:v>2.6869210117377431</c:v>
                </c:pt>
                <c:pt idx="1238">
                  <c:v>2.6653803451296749</c:v>
                </c:pt>
                <c:pt idx="1239">
                  <c:v>2.6450479131224629</c:v>
                </c:pt>
                <c:pt idx="1240">
                  <c:v>2.6262159949908281</c:v>
                </c:pt>
                <c:pt idx="1241">
                  <c:v>2.6089687362956009</c:v>
                </c:pt>
                <c:pt idx="1242">
                  <c:v>2.5932383008530731</c:v>
                </c:pt>
                <c:pt idx="1243">
                  <c:v>2.5788398896966842</c:v>
                </c:pt>
                <c:pt idx="1244">
                  <c:v>2.564671261690572</c:v>
                </c:pt>
                <c:pt idx="1245">
                  <c:v>2.5507113767668002</c:v>
                </c:pt>
                <c:pt idx="1246">
                  <c:v>2.535126151522296</c:v>
                </c:pt>
                <c:pt idx="1247">
                  <c:v>2.5178212073483821</c:v>
                </c:pt>
                <c:pt idx="1248">
                  <c:v>2.4997203260207939</c:v>
                </c:pt>
                <c:pt idx="1249">
                  <c:v>2.4815095206667439</c:v>
                </c:pt>
                <c:pt idx="1250">
                  <c:v>2.4633466782708928</c:v>
                </c:pt>
                <c:pt idx="1251">
                  <c:v>2.4450912758771599</c:v>
                </c:pt>
                <c:pt idx="1252">
                  <c:v>2.4267902863287159</c:v>
                </c:pt>
                <c:pt idx="1253">
                  <c:v>2.4093286908185179</c:v>
                </c:pt>
                <c:pt idx="1254">
                  <c:v>2.3939885488309529</c:v>
                </c:pt>
                <c:pt idx="1255">
                  <c:v>2.3783111027535542</c:v>
                </c:pt>
                <c:pt idx="1256">
                  <c:v>2.361347588183325</c:v>
                </c:pt>
                <c:pt idx="1257">
                  <c:v>2.3435003302841211</c:v>
                </c:pt>
                <c:pt idx="1258">
                  <c:v>2.3249674661995461</c:v>
                </c:pt>
                <c:pt idx="1259">
                  <c:v>2.3053482532006662</c:v>
                </c:pt>
                <c:pt idx="1260">
                  <c:v>2.285475260815732</c:v>
                </c:pt>
                <c:pt idx="1261">
                  <c:v>2.265883887121336</c:v>
                </c:pt>
                <c:pt idx="1262">
                  <c:v>2.2465550014026139</c:v>
                </c:pt>
                <c:pt idx="1263">
                  <c:v>2.2276923736580341</c:v>
                </c:pt>
                <c:pt idx="1264">
                  <c:v>2.2094387560248241</c:v>
                </c:pt>
                <c:pt idx="1265">
                  <c:v>2.1927760286650368</c:v>
                </c:pt>
                <c:pt idx="1266">
                  <c:v>2.1776169555691451</c:v>
                </c:pt>
                <c:pt idx="1267">
                  <c:v>2.1638552124368231</c:v>
                </c:pt>
                <c:pt idx="1268">
                  <c:v>2.151861716859075</c:v>
                </c:pt>
                <c:pt idx="1269">
                  <c:v>2.1419418033633359</c:v>
                </c:pt>
                <c:pt idx="1270">
                  <c:v>2.1306185243719562</c:v>
                </c:pt>
                <c:pt idx="1271">
                  <c:v>2.11680584241945</c:v>
                </c:pt>
                <c:pt idx="1272">
                  <c:v>2.1015728893073038</c:v>
                </c:pt>
                <c:pt idx="1273">
                  <c:v>2.0845351896266271</c:v>
                </c:pt>
                <c:pt idx="1274">
                  <c:v>2.0660171633239761</c:v>
                </c:pt>
                <c:pt idx="1275">
                  <c:v>2.047282584213491</c:v>
                </c:pt>
                <c:pt idx="1276">
                  <c:v>2.029334814990535</c:v>
                </c:pt>
                <c:pt idx="1277">
                  <c:v>2.012520768813117</c:v>
                </c:pt>
                <c:pt idx="1278">
                  <c:v>1.996662650275151</c:v>
                </c:pt>
                <c:pt idx="1279">
                  <c:v>1.9803789285394089</c:v>
                </c:pt>
                <c:pt idx="1280">
                  <c:v>1.9637928625577421</c:v>
                </c:pt>
                <c:pt idx="1281">
                  <c:v>1.947844915906531</c:v>
                </c:pt>
                <c:pt idx="1282">
                  <c:v>1.935005575534787</c:v>
                </c:pt>
                <c:pt idx="1283">
                  <c:v>1.9279555884535879</c:v>
                </c:pt>
                <c:pt idx="1284">
                  <c:v>1.923275239330674</c:v>
                </c:pt>
                <c:pt idx="1285">
                  <c:v>1.921681968974521</c:v>
                </c:pt>
                <c:pt idx="1286">
                  <c:v>1.9193977251975121</c:v>
                </c:pt>
                <c:pt idx="1287">
                  <c:v>1.9121048979052571</c:v>
                </c:pt>
                <c:pt idx="1288">
                  <c:v>1.902436173246044</c:v>
                </c:pt>
                <c:pt idx="1289">
                  <c:v>1.8945221864163351</c:v>
                </c:pt>
                <c:pt idx="1290">
                  <c:v>1.887752976018795</c:v>
                </c:pt>
                <c:pt idx="1291">
                  <c:v>1.8813723047438919</c:v>
                </c:pt>
                <c:pt idx="1292">
                  <c:v>1.8771544272244629</c:v>
                </c:pt>
                <c:pt idx="1293">
                  <c:v>1.8773233082968059</c:v>
                </c:pt>
                <c:pt idx="1294">
                  <c:v>1.8763814173048969</c:v>
                </c:pt>
                <c:pt idx="1295">
                  <c:v>1.8685500552395871</c:v>
                </c:pt>
                <c:pt idx="1296">
                  <c:v>1.855191296406594</c:v>
                </c:pt>
                <c:pt idx="1297">
                  <c:v>1.8393065380647851</c:v>
                </c:pt>
                <c:pt idx="1298">
                  <c:v>1.8231690632866271</c:v>
                </c:pt>
                <c:pt idx="1299">
                  <c:v>1.808303952179763</c:v>
                </c:pt>
                <c:pt idx="1300">
                  <c:v>1.796667505229143</c:v>
                </c:pt>
                <c:pt idx="1301">
                  <c:v>1.7846755917608419</c:v>
                </c:pt>
                <c:pt idx="1302">
                  <c:v>1.771303271700692</c:v>
                </c:pt>
                <c:pt idx="1303">
                  <c:v>1.759255782461647</c:v>
                </c:pt>
                <c:pt idx="1304">
                  <c:v>1.760357783624088</c:v>
                </c:pt>
                <c:pt idx="1305">
                  <c:v>1.7752526188327451</c:v>
                </c:pt>
                <c:pt idx="1306">
                  <c:v>1.791914515049303</c:v>
                </c:pt>
                <c:pt idx="1307">
                  <c:v>1.803282822242966</c:v>
                </c:pt>
                <c:pt idx="1308">
                  <c:v>1.8064968666126351</c:v>
                </c:pt>
                <c:pt idx="1309">
                  <c:v>1.801768960770525</c:v>
                </c:pt>
                <c:pt idx="1310">
                  <c:v>1.7907008823490309</c:v>
                </c:pt>
                <c:pt idx="1311">
                  <c:v>1.7759943544763359</c:v>
                </c:pt>
                <c:pt idx="1312">
                  <c:v>1.760145073868038</c:v>
                </c:pt>
                <c:pt idx="1313">
                  <c:v>1.7447450937429041</c:v>
                </c:pt>
                <c:pt idx="1314">
                  <c:v>1.730608992984453</c:v>
                </c:pt>
                <c:pt idx="1315">
                  <c:v>1.7180390292758001</c:v>
                </c:pt>
                <c:pt idx="1316">
                  <c:v>1.7070271284249741</c:v>
                </c:pt>
                <c:pt idx="1317">
                  <c:v>1.697016825528965</c:v>
                </c:pt>
                <c:pt idx="1318">
                  <c:v>1.6876110244708069</c:v>
                </c:pt>
                <c:pt idx="1319">
                  <c:v>1.678561491449311</c:v>
                </c:pt>
                <c:pt idx="1320">
                  <c:v>1.6695352381516759</c:v>
                </c:pt>
                <c:pt idx="1321">
                  <c:v>1.6607390288568911</c:v>
                </c:pt>
                <c:pt idx="1322">
                  <c:v>1.6579923288958629</c:v>
                </c:pt>
                <c:pt idx="1323">
                  <c:v>1.699446045091678</c:v>
                </c:pt>
                <c:pt idx="1324">
                  <c:v>1.816980105785835</c:v>
                </c:pt>
                <c:pt idx="1325">
                  <c:v>1.9289533911721419</c:v>
                </c:pt>
                <c:pt idx="1326">
                  <c:v>1.9965187295413731</c:v>
                </c:pt>
                <c:pt idx="1327">
                  <c:v>2.03142557588277</c:v>
                </c:pt>
                <c:pt idx="1328">
                  <c:v>2.046241784169978</c:v>
                </c:pt>
                <c:pt idx="1329">
                  <c:v>2.0493458498935042</c:v>
                </c:pt>
                <c:pt idx="1330">
                  <c:v>2.0442921252064679</c:v>
                </c:pt>
                <c:pt idx="1331">
                  <c:v>2.03459207080166</c:v>
                </c:pt>
                <c:pt idx="1332">
                  <c:v>2.0233273336255162</c:v>
                </c:pt>
                <c:pt idx="1333">
                  <c:v>2.011825981996624</c:v>
                </c:pt>
                <c:pt idx="1334">
                  <c:v>1.999770263443521</c:v>
                </c:pt>
                <c:pt idx="1335">
                  <c:v>1.9879338144171499</c:v>
                </c:pt>
                <c:pt idx="1336">
                  <c:v>1.9769837229643521</c:v>
                </c:pt>
                <c:pt idx="1337">
                  <c:v>1.9665359769043831</c:v>
                </c:pt>
                <c:pt idx="1338">
                  <c:v>1.954840865106908</c:v>
                </c:pt>
                <c:pt idx="1339">
                  <c:v>1.940189885645466</c:v>
                </c:pt>
                <c:pt idx="1340">
                  <c:v>1.9234687414738849</c:v>
                </c:pt>
                <c:pt idx="1341">
                  <c:v>1.905900350464256</c:v>
                </c:pt>
                <c:pt idx="1342">
                  <c:v>1.888359558730009</c:v>
                </c:pt>
                <c:pt idx="1343">
                  <c:v>1.8712626197595561</c:v>
                </c:pt>
                <c:pt idx="1344">
                  <c:v>1.8545585700609719</c:v>
                </c:pt>
                <c:pt idx="1345">
                  <c:v>1.8382264834263551</c:v>
                </c:pt>
                <c:pt idx="1346">
                  <c:v>1.823245544226163</c:v>
                </c:pt>
                <c:pt idx="1347">
                  <c:v>1.8138145738098179</c:v>
                </c:pt>
                <c:pt idx="1348">
                  <c:v>1.8182909001584879</c:v>
                </c:pt>
                <c:pt idx="1349">
                  <c:v>1.8322254193674321</c:v>
                </c:pt>
                <c:pt idx="1350">
                  <c:v>1.8380568017398391</c:v>
                </c:pt>
                <c:pt idx="1351">
                  <c:v>1.8335846929513631</c:v>
                </c:pt>
                <c:pt idx="1352">
                  <c:v>1.8226500483811581</c:v>
                </c:pt>
                <c:pt idx="1353">
                  <c:v>1.80878321008184</c:v>
                </c:pt>
                <c:pt idx="1354">
                  <c:v>1.7943702790156359</c:v>
                </c:pt>
                <c:pt idx="1355">
                  <c:v>1.779475332414735</c:v>
                </c:pt>
                <c:pt idx="1356">
                  <c:v>1.7639877660689081</c:v>
                </c:pt>
                <c:pt idx="1357">
                  <c:v>1.7487532938908139</c:v>
                </c:pt>
                <c:pt idx="1358">
                  <c:v>1.734364652275725</c:v>
                </c:pt>
                <c:pt idx="1359">
                  <c:v>1.720241731789649</c:v>
                </c:pt>
                <c:pt idx="1360">
                  <c:v>1.7064471491362869</c:v>
                </c:pt>
                <c:pt idx="1361">
                  <c:v>1.692937599632887</c:v>
                </c:pt>
                <c:pt idx="1362">
                  <c:v>1.679745051304431</c:v>
                </c:pt>
                <c:pt idx="1363">
                  <c:v>1.666913406735983</c:v>
                </c:pt>
                <c:pt idx="1364">
                  <c:v>1.6546296940221019</c:v>
                </c:pt>
                <c:pt idx="1365">
                  <c:v>1.6431214403389649</c:v>
                </c:pt>
                <c:pt idx="1366">
                  <c:v>1.6322868410200591</c:v>
                </c:pt>
                <c:pt idx="1367">
                  <c:v>1.6227008163833141</c:v>
                </c:pt>
                <c:pt idx="1368">
                  <c:v>1.6121067449620829</c:v>
                </c:pt>
                <c:pt idx="1369">
                  <c:v>1.6004613775334331</c:v>
                </c:pt>
                <c:pt idx="1370">
                  <c:v>1.5884445328339341</c:v>
                </c:pt>
                <c:pt idx="1371">
                  <c:v>1.5766869667205869</c:v>
                </c:pt>
                <c:pt idx="1372">
                  <c:v>1.565749039348012</c:v>
                </c:pt>
                <c:pt idx="1373">
                  <c:v>1.5554340735431069</c:v>
                </c:pt>
                <c:pt idx="1374">
                  <c:v>1.545126316840731</c:v>
                </c:pt>
                <c:pt idx="1375">
                  <c:v>1.534420057815262</c:v>
                </c:pt>
                <c:pt idx="1376">
                  <c:v>1.523355229385239</c:v>
                </c:pt>
                <c:pt idx="1377">
                  <c:v>1.513755251585011</c:v>
                </c:pt>
                <c:pt idx="1378">
                  <c:v>1.5054046386115301</c:v>
                </c:pt>
                <c:pt idx="1379">
                  <c:v>1.4974372334032671</c:v>
                </c:pt>
                <c:pt idx="1380">
                  <c:v>1.488908105414763</c:v>
                </c:pt>
                <c:pt idx="1381">
                  <c:v>1.478987761404319</c:v>
                </c:pt>
                <c:pt idx="1382">
                  <c:v>1.4697761914272991</c:v>
                </c:pt>
                <c:pt idx="1383">
                  <c:v>1.4626499619609279</c:v>
                </c:pt>
                <c:pt idx="1384">
                  <c:v>1.456019164117174</c:v>
                </c:pt>
                <c:pt idx="1385">
                  <c:v>1.4503492589895091</c:v>
                </c:pt>
                <c:pt idx="1386">
                  <c:v>1.4477252319418801</c:v>
                </c:pt>
                <c:pt idx="1387">
                  <c:v>1.4526287938635549</c:v>
                </c:pt>
                <c:pt idx="1388">
                  <c:v>1.463593944715704</c:v>
                </c:pt>
                <c:pt idx="1389">
                  <c:v>1.468692476410451</c:v>
                </c:pt>
                <c:pt idx="1390">
                  <c:v>1.4643469267887621</c:v>
                </c:pt>
                <c:pt idx="1391">
                  <c:v>1.454013802929299</c:v>
                </c:pt>
                <c:pt idx="1392">
                  <c:v>1.441457598443153</c:v>
                </c:pt>
                <c:pt idx="1393">
                  <c:v>1.4287948102198651</c:v>
                </c:pt>
                <c:pt idx="1394">
                  <c:v>1.41647060040874</c:v>
                </c:pt>
                <c:pt idx="1395">
                  <c:v>1.4047421226173531</c:v>
                </c:pt>
                <c:pt idx="1396">
                  <c:v>1.3938574543486371</c:v>
                </c:pt>
                <c:pt idx="1397">
                  <c:v>1.3837249797268181</c:v>
                </c:pt>
                <c:pt idx="1398">
                  <c:v>1.3744132628405601</c:v>
                </c:pt>
                <c:pt idx="1399">
                  <c:v>1.36601094890226</c:v>
                </c:pt>
                <c:pt idx="1400">
                  <c:v>1.3584884651515901</c:v>
                </c:pt>
                <c:pt idx="1401">
                  <c:v>1.3533778822128131</c:v>
                </c:pt>
                <c:pt idx="1402">
                  <c:v>1.3620793129891771</c:v>
                </c:pt>
                <c:pt idx="1403">
                  <c:v>1.376028239253553</c:v>
                </c:pt>
                <c:pt idx="1404">
                  <c:v>1.381415184321612</c:v>
                </c:pt>
                <c:pt idx="1405">
                  <c:v>1.378833591779479</c:v>
                </c:pt>
                <c:pt idx="1406">
                  <c:v>1.3746419409499699</c:v>
                </c:pt>
                <c:pt idx="1407">
                  <c:v>1.374925795406915</c:v>
                </c:pt>
                <c:pt idx="1408">
                  <c:v>1.382850073164098</c:v>
                </c:pt>
                <c:pt idx="1409">
                  <c:v>1.4036706861700801</c:v>
                </c:pt>
                <c:pt idx="1410">
                  <c:v>1.4342537339463231</c:v>
                </c:pt>
                <c:pt idx="1411">
                  <c:v>1.462010235231348</c:v>
                </c:pt>
                <c:pt idx="1412">
                  <c:v>1.488201904888437</c:v>
                </c:pt>
                <c:pt idx="1413">
                  <c:v>1.506402625703346</c:v>
                </c:pt>
                <c:pt idx="1414">
                  <c:v>1.5175006891513141</c:v>
                </c:pt>
                <c:pt idx="1415">
                  <c:v>1.5257591154754619</c:v>
                </c:pt>
                <c:pt idx="1416">
                  <c:v>1.53888917783195</c:v>
                </c:pt>
                <c:pt idx="1417">
                  <c:v>1.557951128067163</c:v>
                </c:pt>
                <c:pt idx="1418">
                  <c:v>1.5764342559056279</c:v>
                </c:pt>
                <c:pt idx="1419">
                  <c:v>1.584520485545327</c:v>
                </c:pt>
                <c:pt idx="1420">
                  <c:v>1.585191674522497</c:v>
                </c:pt>
                <c:pt idx="1421">
                  <c:v>1.585086201795386</c:v>
                </c:pt>
                <c:pt idx="1422">
                  <c:v>1.593570134512821</c:v>
                </c:pt>
                <c:pt idx="1423">
                  <c:v>1.607434878777942</c:v>
                </c:pt>
                <c:pt idx="1424">
                  <c:v>1.624662637368107</c:v>
                </c:pt>
                <c:pt idx="1425">
                  <c:v>1.655909689601522</c:v>
                </c:pt>
                <c:pt idx="1426">
                  <c:v>1.7089061755148951</c:v>
                </c:pt>
                <c:pt idx="1427">
                  <c:v>1.7810733473381211</c:v>
                </c:pt>
                <c:pt idx="1428">
                  <c:v>1.8614308398342609</c:v>
                </c:pt>
                <c:pt idx="1429">
                  <c:v>1.9295381883738649</c:v>
                </c:pt>
                <c:pt idx="1430">
                  <c:v>1.973870374623905</c:v>
                </c:pt>
                <c:pt idx="1431">
                  <c:v>2.0122432539218749</c:v>
                </c:pt>
                <c:pt idx="1432">
                  <c:v>2.046185353462572</c:v>
                </c:pt>
                <c:pt idx="1433">
                  <c:v>2.0636314887487228</c:v>
                </c:pt>
                <c:pt idx="1434">
                  <c:v>2.0684019901185091</c:v>
                </c:pt>
                <c:pt idx="1435">
                  <c:v>2.0630195866477381</c:v>
                </c:pt>
                <c:pt idx="1436">
                  <c:v>2.0505988425714459</c:v>
                </c:pt>
                <c:pt idx="1437">
                  <c:v>2.034762710377962</c:v>
                </c:pt>
                <c:pt idx="1438">
                  <c:v>2.0181613312815729</c:v>
                </c:pt>
                <c:pt idx="1439">
                  <c:v>2.003514710781038</c:v>
                </c:pt>
                <c:pt idx="1440">
                  <c:v>2.0032755877228068</c:v>
                </c:pt>
                <c:pt idx="1441">
                  <c:v>2.023832840212656</c:v>
                </c:pt>
                <c:pt idx="1442">
                  <c:v>2.0477914292417898</c:v>
                </c:pt>
                <c:pt idx="1443">
                  <c:v>2.0746055087664579</c:v>
                </c:pt>
                <c:pt idx="1444">
                  <c:v>2.1137142642888258</c:v>
                </c:pt>
                <c:pt idx="1445">
                  <c:v>2.1470998787528019</c:v>
                </c:pt>
                <c:pt idx="1446">
                  <c:v>2.1633262176344168</c:v>
                </c:pt>
                <c:pt idx="1447">
                  <c:v>2.1652013709693851</c:v>
                </c:pt>
                <c:pt idx="1448">
                  <c:v>2.1592229986421492</c:v>
                </c:pt>
                <c:pt idx="1449">
                  <c:v>2.1503604532203791</c:v>
                </c:pt>
                <c:pt idx="1450">
                  <c:v>2.150736078636184</c:v>
                </c:pt>
                <c:pt idx="1451">
                  <c:v>2.1644316079761068</c:v>
                </c:pt>
                <c:pt idx="1452">
                  <c:v>2.174902144252949</c:v>
                </c:pt>
                <c:pt idx="1453">
                  <c:v>2.1741626789167801</c:v>
                </c:pt>
                <c:pt idx="1454">
                  <c:v>2.164830391242909</c:v>
                </c:pt>
                <c:pt idx="1455">
                  <c:v>2.1511153137815242</c:v>
                </c:pt>
                <c:pt idx="1456">
                  <c:v>2.1368730393027029</c:v>
                </c:pt>
                <c:pt idx="1457">
                  <c:v>2.1262868853403232</c:v>
                </c:pt>
                <c:pt idx="1458">
                  <c:v>2.1151443123614428</c:v>
                </c:pt>
                <c:pt idx="1459">
                  <c:v>2.1006719782643422</c:v>
                </c:pt>
                <c:pt idx="1460">
                  <c:v>2.0846343683778299</c:v>
                </c:pt>
                <c:pt idx="1461">
                  <c:v>2.072981390637878</c:v>
                </c:pt>
                <c:pt idx="1462">
                  <c:v>2.0714681301466622</c:v>
                </c:pt>
                <c:pt idx="1463">
                  <c:v>2.073081213859743</c:v>
                </c:pt>
                <c:pt idx="1464">
                  <c:v>2.068022706846333</c:v>
                </c:pt>
                <c:pt idx="1465">
                  <c:v>2.056416068266139</c:v>
                </c:pt>
                <c:pt idx="1466">
                  <c:v>2.0412035307294181</c:v>
                </c:pt>
                <c:pt idx="1467">
                  <c:v>2.0248102254832969</c:v>
                </c:pt>
                <c:pt idx="1468">
                  <c:v>2.008740914716356</c:v>
                </c:pt>
              </c:numCache>
            </c:numRef>
          </c:yVal>
          <c:smooth val="1"/>
          <c:extLst>
            <c:ext xmlns:c16="http://schemas.microsoft.com/office/drawing/2014/chart" uri="{C3380CC4-5D6E-409C-BE32-E72D297353CC}">
              <c16:uniqueId val="{00000000-7A66-4101-A9B6-0AEAA297CD35}"/>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numCache>
            </c:numRef>
          </c:yVal>
          <c:smooth val="1"/>
          <c:extLst>
            <c:ext xmlns:c16="http://schemas.microsoft.com/office/drawing/2014/chart" uri="{C3380CC4-5D6E-409C-BE32-E72D297353CC}">
              <c16:uniqueId val="{00000001-7A66-4101-A9B6-0AEAA297CD35}"/>
            </c:ext>
          </c:extLst>
        </c:ser>
        <c:dLbls>
          <c:showLegendKey val="0"/>
          <c:showVal val="0"/>
          <c:showCatName val="0"/>
          <c:showSerName val="0"/>
          <c:showPercent val="0"/>
          <c:showBubbleSize val="0"/>
        </c:dLbls>
        <c:axId val="96721184"/>
        <c:axId val="96725024"/>
      </c:scatterChart>
      <c:valAx>
        <c:axId val="96721184"/>
        <c:scaling>
          <c:orientation val="minMax"/>
          <c:max val="5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100" baseline="0" dirty="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100" baseline="0" dirty="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636991302549787"/>
          <c:y val="3.7700015507631683E-2"/>
          <c:w val="0.84962505977073888"/>
          <c:h val="0.74386105567442484"/>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Sheet2!$C$2:$C$1552</c:f>
              <c:numCache>
                <c:formatCode>General</c:formatCode>
                <c:ptCount val="1551"/>
                <c:pt idx="0">
                  <c:v>1.2480718435153351</c:v>
                </c:pt>
                <c:pt idx="1">
                  <c:v>1.246264724781226</c:v>
                </c:pt>
                <c:pt idx="2">
                  <c:v>1.244284976221814</c:v>
                </c:pt>
                <c:pt idx="3">
                  <c:v>1.243077564445334</c:v>
                </c:pt>
                <c:pt idx="4">
                  <c:v>1.2449637523857091</c:v>
                </c:pt>
                <c:pt idx="5">
                  <c:v>1.2507021547210291</c:v>
                </c:pt>
                <c:pt idx="6">
                  <c:v>1.2599911050266741</c:v>
                </c:pt>
                <c:pt idx="7">
                  <c:v>1.2706853767763491</c:v>
                </c:pt>
                <c:pt idx="8">
                  <c:v>1.2783541928330819</c:v>
                </c:pt>
                <c:pt idx="9">
                  <c:v>1.2807634155115519</c:v>
                </c:pt>
                <c:pt idx="10">
                  <c:v>1.278333840903251</c:v>
                </c:pt>
                <c:pt idx="11">
                  <c:v>1.274646376564321</c:v>
                </c:pt>
                <c:pt idx="12">
                  <c:v>1.2740761569430561</c:v>
                </c:pt>
                <c:pt idx="13">
                  <c:v>1.282763420935745</c:v>
                </c:pt>
                <c:pt idx="14">
                  <c:v>1.3025633875406559</c:v>
                </c:pt>
                <c:pt idx="15">
                  <c:v>1.3269108529012441</c:v>
                </c:pt>
                <c:pt idx="16">
                  <c:v>1.3455997533033821</c:v>
                </c:pt>
                <c:pt idx="17">
                  <c:v>1.351282573575936</c:v>
                </c:pt>
                <c:pt idx="18">
                  <c:v>1.348602562158641</c:v>
                </c:pt>
                <c:pt idx="19">
                  <c:v>1.339716885257016</c:v>
                </c:pt>
                <c:pt idx="20">
                  <c:v>1.3278954762291759</c:v>
                </c:pt>
                <c:pt idx="21">
                  <c:v>1.315670061027981</c:v>
                </c:pt>
                <c:pt idx="22">
                  <c:v>1.3043404020959031</c:v>
                </c:pt>
                <c:pt idx="23">
                  <c:v>1.2943923517465039</c:v>
                </c:pt>
                <c:pt idx="24">
                  <c:v>1.28588130852334</c:v>
                </c:pt>
                <c:pt idx="25">
                  <c:v>1.278584964719695</c:v>
                </c:pt>
                <c:pt idx="26">
                  <c:v>1.2722445302643111</c:v>
                </c:pt>
                <c:pt idx="27">
                  <c:v>1.266720902826274</c:v>
                </c:pt>
                <c:pt idx="28">
                  <c:v>1.262274135107524</c:v>
                </c:pt>
                <c:pt idx="29">
                  <c:v>1.263714607358297</c:v>
                </c:pt>
                <c:pt idx="30">
                  <c:v>1.2785891368568321</c:v>
                </c:pt>
                <c:pt idx="31">
                  <c:v>1.309395621700703</c:v>
                </c:pt>
                <c:pt idx="32">
                  <c:v>1.347306724067038</c:v>
                </c:pt>
                <c:pt idx="33">
                  <c:v>1.3916154736485871</c:v>
                </c:pt>
                <c:pt idx="34">
                  <c:v>1.450920290980636</c:v>
                </c:pt>
                <c:pt idx="35">
                  <c:v>1.521535570671712</c:v>
                </c:pt>
                <c:pt idx="36">
                  <c:v>1.5783911403488</c:v>
                </c:pt>
                <c:pt idx="37">
                  <c:v>1.6207973366970101</c:v>
                </c:pt>
                <c:pt idx="38">
                  <c:v>1.6529479091995201</c:v>
                </c:pt>
                <c:pt idx="39">
                  <c:v>1.6741127002744041</c:v>
                </c:pt>
                <c:pt idx="40">
                  <c:v>1.682103865453086</c:v>
                </c:pt>
                <c:pt idx="41">
                  <c:v>1.6789347522781981</c:v>
                </c:pt>
                <c:pt idx="42">
                  <c:v>1.668596645434187</c:v>
                </c:pt>
                <c:pt idx="43">
                  <c:v>1.6555028015572359</c:v>
                </c:pt>
                <c:pt idx="44">
                  <c:v>1.643388075553605</c:v>
                </c:pt>
                <c:pt idx="45">
                  <c:v>1.6362975022064381</c:v>
                </c:pt>
                <c:pt idx="46">
                  <c:v>1.632913381100815</c:v>
                </c:pt>
                <c:pt idx="47">
                  <c:v>1.6320655003220741</c:v>
                </c:pt>
                <c:pt idx="48">
                  <c:v>1.6308855452873441</c:v>
                </c:pt>
                <c:pt idx="49">
                  <c:v>1.628137626017665</c:v>
                </c:pt>
                <c:pt idx="50">
                  <c:v>1.6262755839562431</c:v>
                </c:pt>
                <c:pt idx="51">
                  <c:v>1.630070421872805</c:v>
                </c:pt>
                <c:pt idx="52">
                  <c:v>1.639326994541257</c:v>
                </c:pt>
                <c:pt idx="53">
                  <c:v>1.6444251867016111</c:v>
                </c:pt>
                <c:pt idx="54">
                  <c:v>1.6408530433163331</c:v>
                </c:pt>
                <c:pt idx="55">
                  <c:v>1.631266653425961</c:v>
                </c:pt>
                <c:pt idx="56">
                  <c:v>1.6186179296131851</c:v>
                </c:pt>
                <c:pt idx="57">
                  <c:v>1.604750954376452</c:v>
                </c:pt>
                <c:pt idx="58">
                  <c:v>1.590101413116592</c:v>
                </c:pt>
                <c:pt idx="59">
                  <c:v>1.5752193907049821</c:v>
                </c:pt>
                <c:pt idx="60">
                  <c:v>1.560959028798969</c:v>
                </c:pt>
                <c:pt idx="61">
                  <c:v>1.5478945844113781</c:v>
                </c:pt>
                <c:pt idx="62">
                  <c:v>1.536265125939728</c:v>
                </c:pt>
                <c:pt idx="63">
                  <c:v>1.5261231290887269</c:v>
                </c:pt>
                <c:pt idx="64">
                  <c:v>1.5177452017963911</c:v>
                </c:pt>
                <c:pt idx="65">
                  <c:v>1.5138533249994759</c:v>
                </c:pt>
                <c:pt idx="66">
                  <c:v>1.514576239438721</c:v>
                </c:pt>
                <c:pt idx="67">
                  <c:v>1.514681094974748</c:v>
                </c:pt>
                <c:pt idx="68">
                  <c:v>1.511527908315041</c:v>
                </c:pt>
                <c:pt idx="69">
                  <c:v>1.5105344860179959</c:v>
                </c:pt>
                <c:pt idx="70">
                  <c:v>1.5098736578708369</c:v>
                </c:pt>
                <c:pt idx="71">
                  <c:v>1.5037982768502269</c:v>
                </c:pt>
                <c:pt idx="72">
                  <c:v>1.493280569775727</c:v>
                </c:pt>
                <c:pt idx="73">
                  <c:v>1.4810935701547541</c:v>
                </c:pt>
                <c:pt idx="74">
                  <c:v>1.469400896312868</c:v>
                </c:pt>
                <c:pt idx="75">
                  <c:v>1.458526102228376</c:v>
                </c:pt>
                <c:pt idx="76">
                  <c:v>1.4475358350777849</c:v>
                </c:pt>
                <c:pt idx="77">
                  <c:v>1.435921157848975</c:v>
                </c:pt>
                <c:pt idx="78">
                  <c:v>1.4242579736516801</c:v>
                </c:pt>
                <c:pt idx="79">
                  <c:v>1.413199828486678</c:v>
                </c:pt>
                <c:pt idx="80">
                  <c:v>1.403206060835422</c:v>
                </c:pt>
                <c:pt idx="81">
                  <c:v>1.395466845753226</c:v>
                </c:pt>
                <c:pt idx="82">
                  <c:v>1.393187573687656</c:v>
                </c:pt>
                <c:pt idx="83">
                  <c:v>1.389551267639993</c:v>
                </c:pt>
                <c:pt idx="84">
                  <c:v>1.3824011585059821</c:v>
                </c:pt>
                <c:pt idx="85">
                  <c:v>1.3735404809999849</c:v>
                </c:pt>
                <c:pt idx="86">
                  <c:v>1.3687796335742231</c:v>
                </c:pt>
                <c:pt idx="87">
                  <c:v>1.3895665590481041</c:v>
                </c:pt>
                <c:pt idx="88">
                  <c:v>1.4488528032858821</c:v>
                </c:pt>
                <c:pt idx="89">
                  <c:v>1.5171892536396281</c:v>
                </c:pt>
                <c:pt idx="90">
                  <c:v>1.5841493469776511</c:v>
                </c:pt>
                <c:pt idx="91">
                  <c:v>1.64481925595178</c:v>
                </c:pt>
                <c:pt idx="92">
                  <c:v>1.675954575888623</c:v>
                </c:pt>
                <c:pt idx="93">
                  <c:v>1.6830908228217509</c:v>
                </c:pt>
                <c:pt idx="94">
                  <c:v>1.6770939446580591</c:v>
                </c:pt>
                <c:pt idx="95">
                  <c:v>1.6652605454593741</c:v>
                </c:pt>
                <c:pt idx="96">
                  <c:v>1.6516720700345571</c:v>
                </c:pt>
                <c:pt idx="97">
                  <c:v>1.638376906837985</c:v>
                </c:pt>
                <c:pt idx="98">
                  <c:v>1.6262650184188381</c:v>
                </c:pt>
                <c:pt idx="99">
                  <c:v>1.615617679287229</c:v>
                </c:pt>
                <c:pt idx="100">
                  <c:v>1.6067157236036631</c:v>
                </c:pt>
                <c:pt idx="101">
                  <c:v>1.600757370186064</c:v>
                </c:pt>
                <c:pt idx="102">
                  <c:v>1.593566110166287</c:v>
                </c:pt>
                <c:pt idx="103">
                  <c:v>1.5839519252119441</c:v>
                </c:pt>
                <c:pt idx="104">
                  <c:v>1.5728808294586849</c:v>
                </c:pt>
                <c:pt idx="105">
                  <c:v>1.561895809628568</c:v>
                </c:pt>
                <c:pt idx="106">
                  <c:v>1.5579953962577091</c:v>
                </c:pt>
                <c:pt idx="107">
                  <c:v>1.5937432836995979</c:v>
                </c:pt>
                <c:pt idx="108">
                  <c:v>1.7246158498713491</c:v>
                </c:pt>
                <c:pt idx="109">
                  <c:v>1.9394182701297751</c:v>
                </c:pt>
                <c:pt idx="110">
                  <c:v>2.144963307868287</c:v>
                </c:pt>
                <c:pt idx="111">
                  <c:v>2.314047593574462</c:v>
                </c:pt>
                <c:pt idx="112">
                  <c:v>2.4469556315568388</c:v>
                </c:pt>
                <c:pt idx="113">
                  <c:v>2.5526138867222148</c:v>
                </c:pt>
                <c:pt idx="114">
                  <c:v>2.6331645368322771</c:v>
                </c:pt>
                <c:pt idx="115">
                  <c:v>2.6866923816226369</c:v>
                </c:pt>
                <c:pt idx="116">
                  <c:v>2.7171379305300811</c:v>
                </c:pt>
                <c:pt idx="117">
                  <c:v>2.7308215558066218</c:v>
                </c:pt>
                <c:pt idx="118">
                  <c:v>2.733116337484673</c:v>
                </c:pt>
                <c:pt idx="119">
                  <c:v>2.7275487485591912</c:v>
                </c:pt>
                <c:pt idx="120">
                  <c:v>2.7163387749731109</c:v>
                </c:pt>
                <c:pt idx="121">
                  <c:v>2.7014437824320541</c:v>
                </c:pt>
                <c:pt idx="122">
                  <c:v>2.684759332501792</c:v>
                </c:pt>
                <c:pt idx="123">
                  <c:v>2.666832765357126</c:v>
                </c:pt>
                <c:pt idx="124">
                  <c:v>2.6477854381266979</c:v>
                </c:pt>
                <c:pt idx="125">
                  <c:v>2.6283219721068729</c:v>
                </c:pt>
                <c:pt idx="126">
                  <c:v>2.6093054376013529</c:v>
                </c:pt>
                <c:pt idx="127">
                  <c:v>2.591274450094605</c:v>
                </c:pt>
                <c:pt idx="128">
                  <c:v>2.5742386211205379</c:v>
                </c:pt>
                <c:pt idx="129">
                  <c:v>2.5576549592276332</c:v>
                </c:pt>
                <c:pt idx="130">
                  <c:v>2.542647304269523</c:v>
                </c:pt>
                <c:pt idx="131">
                  <c:v>2.5287347957755588</c:v>
                </c:pt>
                <c:pt idx="132">
                  <c:v>2.513004538640228</c:v>
                </c:pt>
                <c:pt idx="133">
                  <c:v>2.495113210187017</c:v>
                </c:pt>
                <c:pt idx="134">
                  <c:v>2.47633892219514</c:v>
                </c:pt>
                <c:pt idx="135">
                  <c:v>2.458137027763927</c:v>
                </c:pt>
                <c:pt idx="136">
                  <c:v>2.4412096918849371</c:v>
                </c:pt>
                <c:pt idx="137">
                  <c:v>2.423093307736071</c:v>
                </c:pt>
                <c:pt idx="138">
                  <c:v>2.4035700443315862</c:v>
                </c:pt>
                <c:pt idx="139">
                  <c:v>2.38389398621967</c:v>
                </c:pt>
                <c:pt idx="140">
                  <c:v>2.366976845534166</c:v>
                </c:pt>
                <c:pt idx="141">
                  <c:v>2.3699783533127952</c:v>
                </c:pt>
                <c:pt idx="142">
                  <c:v>2.415264148456842</c:v>
                </c:pt>
                <c:pt idx="143">
                  <c:v>2.487779854766456</c:v>
                </c:pt>
                <c:pt idx="144">
                  <c:v>2.559387797775559</c:v>
                </c:pt>
                <c:pt idx="145">
                  <c:v>2.6156938721724492</c:v>
                </c:pt>
                <c:pt idx="146">
                  <c:v>2.654159753242411</c:v>
                </c:pt>
                <c:pt idx="147">
                  <c:v>2.6772785392043121</c:v>
                </c:pt>
                <c:pt idx="148">
                  <c:v>2.687180411631346</c:v>
                </c:pt>
                <c:pt idx="149">
                  <c:v>2.6863303284532889</c:v>
                </c:pt>
                <c:pt idx="150">
                  <c:v>2.6782954946666901</c:v>
                </c:pt>
                <c:pt idx="151">
                  <c:v>2.6657351252316368</c:v>
                </c:pt>
                <c:pt idx="152">
                  <c:v>2.6507734417096849</c:v>
                </c:pt>
                <c:pt idx="153">
                  <c:v>2.6349158602020211</c:v>
                </c:pt>
                <c:pt idx="154">
                  <c:v>2.6177701330095569</c:v>
                </c:pt>
                <c:pt idx="155">
                  <c:v>2.6002430984812999</c:v>
                </c:pt>
                <c:pt idx="156">
                  <c:v>2.5840124322852991</c:v>
                </c:pt>
                <c:pt idx="157">
                  <c:v>2.568204750213281</c:v>
                </c:pt>
                <c:pt idx="158">
                  <c:v>2.5516615987976832</c:v>
                </c:pt>
                <c:pt idx="159">
                  <c:v>2.534777977555748</c:v>
                </c:pt>
                <c:pt idx="160">
                  <c:v>2.5189932591713591</c:v>
                </c:pt>
                <c:pt idx="161">
                  <c:v>2.507281030655296</c:v>
                </c:pt>
                <c:pt idx="162">
                  <c:v>2.5000675292476999</c:v>
                </c:pt>
                <c:pt idx="163">
                  <c:v>2.495636842454422</c:v>
                </c:pt>
                <c:pt idx="164">
                  <c:v>2.487323175023366</c:v>
                </c:pt>
                <c:pt idx="165">
                  <c:v>2.4741693647709782</c:v>
                </c:pt>
                <c:pt idx="166">
                  <c:v>2.4573831322257478</c:v>
                </c:pt>
                <c:pt idx="167">
                  <c:v>2.4386804256217891</c:v>
                </c:pt>
                <c:pt idx="168">
                  <c:v>2.4189986318379062</c:v>
                </c:pt>
                <c:pt idx="169">
                  <c:v>2.3988891506335381</c:v>
                </c:pt>
                <c:pt idx="170">
                  <c:v>2.3788053859824938</c:v>
                </c:pt>
                <c:pt idx="171">
                  <c:v>2.3584635455781831</c:v>
                </c:pt>
                <c:pt idx="172">
                  <c:v>2.3377715358828741</c:v>
                </c:pt>
                <c:pt idx="173">
                  <c:v>2.3174470207552731</c:v>
                </c:pt>
                <c:pt idx="174">
                  <c:v>2.298181406985492</c:v>
                </c:pt>
                <c:pt idx="175">
                  <c:v>2.2803810092872689</c:v>
                </c:pt>
                <c:pt idx="176">
                  <c:v>2.2639674881063709</c:v>
                </c:pt>
                <c:pt idx="177">
                  <c:v>2.248604405260699</c:v>
                </c:pt>
                <c:pt idx="178">
                  <c:v>2.2342424446199902</c:v>
                </c:pt>
                <c:pt idx="179">
                  <c:v>2.2209341891784069</c:v>
                </c:pt>
                <c:pt idx="180">
                  <c:v>2.2081712436118441</c:v>
                </c:pt>
                <c:pt idx="181">
                  <c:v>2.1974491146109201</c:v>
                </c:pt>
                <c:pt idx="182">
                  <c:v>2.1902631829440069</c:v>
                </c:pt>
                <c:pt idx="183">
                  <c:v>2.1862338757654598</c:v>
                </c:pt>
                <c:pt idx="184">
                  <c:v>2.1810603568714888</c:v>
                </c:pt>
                <c:pt idx="185">
                  <c:v>2.1734617411842581</c:v>
                </c:pt>
                <c:pt idx="186">
                  <c:v>2.161863001987522</c:v>
                </c:pt>
                <c:pt idx="187">
                  <c:v>2.146729555447739</c:v>
                </c:pt>
                <c:pt idx="188">
                  <c:v>2.1296697724876692</c:v>
                </c:pt>
                <c:pt idx="189">
                  <c:v>2.111790079966168</c:v>
                </c:pt>
                <c:pt idx="190">
                  <c:v>2.0938445251622482</c:v>
                </c:pt>
                <c:pt idx="191">
                  <c:v>2.076183846976817</c:v>
                </c:pt>
                <c:pt idx="192">
                  <c:v>2.058769227382323</c:v>
                </c:pt>
                <c:pt idx="193">
                  <c:v>2.041580834844269</c:v>
                </c:pt>
                <c:pt idx="194">
                  <c:v>2.024878738194416</c:v>
                </c:pt>
                <c:pt idx="195">
                  <c:v>2.0086537422483701</c:v>
                </c:pt>
                <c:pt idx="196">
                  <c:v>1.993028623959844</c:v>
                </c:pt>
                <c:pt idx="197">
                  <c:v>1.979270862662855</c:v>
                </c:pt>
                <c:pt idx="198">
                  <c:v>1.969161786894118</c:v>
                </c:pt>
                <c:pt idx="199">
                  <c:v>1.96385481230579</c:v>
                </c:pt>
                <c:pt idx="200">
                  <c:v>1.963422514061629</c:v>
                </c:pt>
                <c:pt idx="201">
                  <c:v>1.96324395574878</c:v>
                </c:pt>
                <c:pt idx="202">
                  <c:v>1.9627461560192341</c:v>
                </c:pt>
                <c:pt idx="203">
                  <c:v>1.964444132239296</c:v>
                </c:pt>
                <c:pt idx="204">
                  <c:v>1.968422986068818</c:v>
                </c:pt>
                <c:pt idx="205">
                  <c:v>1.9713629828520429</c:v>
                </c:pt>
                <c:pt idx="206">
                  <c:v>1.969904074086305</c:v>
                </c:pt>
                <c:pt idx="207">
                  <c:v>1.9620534544063319</c:v>
                </c:pt>
                <c:pt idx="208">
                  <c:v>1.9489911370930271</c:v>
                </c:pt>
                <c:pt idx="209">
                  <c:v>1.933311519995655</c:v>
                </c:pt>
                <c:pt idx="210">
                  <c:v>1.9161729723444729</c:v>
                </c:pt>
                <c:pt idx="211">
                  <c:v>1.8984177127827511</c:v>
                </c:pt>
                <c:pt idx="212">
                  <c:v>1.880997674302245</c:v>
                </c:pt>
                <c:pt idx="213">
                  <c:v>1.864129997633853</c:v>
                </c:pt>
                <c:pt idx="214">
                  <c:v>1.8475538796760951</c:v>
                </c:pt>
                <c:pt idx="215">
                  <c:v>1.8316015859172381</c:v>
                </c:pt>
                <c:pt idx="216">
                  <c:v>1.816696980762053</c:v>
                </c:pt>
                <c:pt idx="217">
                  <c:v>1.803193106385055</c:v>
                </c:pt>
                <c:pt idx="218">
                  <c:v>1.7941151294894491</c:v>
                </c:pt>
                <c:pt idx="219">
                  <c:v>1.8011739124723201</c:v>
                </c:pt>
                <c:pt idx="220">
                  <c:v>1.824842994003397</c:v>
                </c:pt>
                <c:pt idx="221">
                  <c:v>1.853702170238489</c:v>
                </c:pt>
                <c:pt idx="222">
                  <c:v>1.8839557252131971</c:v>
                </c:pt>
                <c:pt idx="223">
                  <c:v>1.909128079605662</c:v>
                </c:pt>
                <c:pt idx="224">
                  <c:v>1.9259694683334081</c:v>
                </c:pt>
                <c:pt idx="225">
                  <c:v>1.9364515606595669</c:v>
                </c:pt>
                <c:pt idx="226">
                  <c:v>1.945449885663493</c:v>
                </c:pt>
                <c:pt idx="227">
                  <c:v>1.9502997618337981</c:v>
                </c:pt>
                <c:pt idx="228">
                  <c:v>1.9482957484640091</c:v>
                </c:pt>
                <c:pt idx="229">
                  <c:v>1.939696283090667</c:v>
                </c:pt>
                <c:pt idx="230">
                  <c:v>1.925810968655147</c:v>
                </c:pt>
                <c:pt idx="231">
                  <c:v>1.909230699791034</c:v>
                </c:pt>
                <c:pt idx="232">
                  <c:v>1.8921522330954881</c:v>
                </c:pt>
                <c:pt idx="233">
                  <c:v>1.8758994774545521</c:v>
                </c:pt>
                <c:pt idx="234">
                  <c:v>1.8611538551780451</c:v>
                </c:pt>
                <c:pt idx="235">
                  <c:v>1.84759188034745</c:v>
                </c:pt>
                <c:pt idx="236">
                  <c:v>1.8339638838724079</c:v>
                </c:pt>
                <c:pt idx="237">
                  <c:v>1.8202653838819489</c:v>
                </c:pt>
                <c:pt idx="238">
                  <c:v>1.8070761795006971</c:v>
                </c:pt>
                <c:pt idx="239">
                  <c:v>1.7963330049858961</c:v>
                </c:pt>
                <c:pt idx="240">
                  <c:v>1.795833718963852</c:v>
                </c:pt>
                <c:pt idx="241">
                  <c:v>1.820941642996567</c:v>
                </c:pt>
                <c:pt idx="242">
                  <c:v>1.8832057816467449</c:v>
                </c:pt>
                <c:pt idx="243">
                  <c:v>1.9745379064132469</c:v>
                </c:pt>
                <c:pt idx="244">
                  <c:v>2.0745773046380389</c:v>
                </c:pt>
                <c:pt idx="245">
                  <c:v>2.1681058989416551</c:v>
                </c:pt>
                <c:pt idx="246">
                  <c:v>2.2375161799398291</c:v>
                </c:pt>
                <c:pt idx="247">
                  <c:v>2.276756890584346</c:v>
                </c:pt>
                <c:pt idx="248">
                  <c:v>2.292492400858114</c:v>
                </c:pt>
                <c:pt idx="249">
                  <c:v>2.2937170321033138</c:v>
                </c:pt>
                <c:pt idx="250">
                  <c:v>2.2869670037077592</c:v>
                </c:pt>
                <c:pt idx="251">
                  <c:v>2.2763150572209891</c:v>
                </c:pt>
                <c:pt idx="252">
                  <c:v>2.2632278253280398</c:v>
                </c:pt>
                <c:pt idx="253">
                  <c:v>2.2481177786623121</c:v>
                </c:pt>
                <c:pt idx="254">
                  <c:v>2.2316486737913959</c:v>
                </c:pt>
                <c:pt idx="255">
                  <c:v>2.21484533449126</c:v>
                </c:pt>
                <c:pt idx="256">
                  <c:v>2.1986482949404649</c:v>
                </c:pt>
                <c:pt idx="257">
                  <c:v>2.186027128420521</c:v>
                </c:pt>
                <c:pt idx="258">
                  <c:v>2.1992271940878441</c:v>
                </c:pt>
                <c:pt idx="259">
                  <c:v>2.2657477902865391</c:v>
                </c:pt>
                <c:pt idx="260">
                  <c:v>2.3867850261762729</c:v>
                </c:pt>
                <c:pt idx="261">
                  <c:v>2.5277547648471268</c:v>
                </c:pt>
                <c:pt idx="262">
                  <c:v>2.656322875171782</c:v>
                </c:pt>
                <c:pt idx="263">
                  <c:v>2.7614037312593189</c:v>
                </c:pt>
                <c:pt idx="264">
                  <c:v>2.838798246983862</c:v>
                </c:pt>
                <c:pt idx="265">
                  <c:v>2.8904287705737182</c:v>
                </c:pt>
                <c:pt idx="266">
                  <c:v>2.91989930130346</c:v>
                </c:pt>
                <c:pt idx="267">
                  <c:v>2.9338698540399899</c:v>
                </c:pt>
                <c:pt idx="268">
                  <c:v>2.937393067653093</c:v>
                </c:pt>
                <c:pt idx="269">
                  <c:v>2.934019085160513</c:v>
                </c:pt>
                <c:pt idx="270">
                  <c:v>2.9266189806210212</c:v>
                </c:pt>
                <c:pt idx="271">
                  <c:v>2.9170646844837869</c:v>
                </c:pt>
                <c:pt idx="272">
                  <c:v>2.9039528227807589</c:v>
                </c:pt>
                <c:pt idx="273">
                  <c:v>2.8873037793084362</c:v>
                </c:pt>
                <c:pt idx="274">
                  <c:v>2.8689119855470779</c:v>
                </c:pt>
                <c:pt idx="275">
                  <c:v>2.849720917125377</c:v>
                </c:pt>
                <c:pt idx="276">
                  <c:v>2.8306788142752959</c:v>
                </c:pt>
                <c:pt idx="277">
                  <c:v>2.8114083088159751</c:v>
                </c:pt>
                <c:pt idx="278">
                  <c:v>2.790536926403322</c:v>
                </c:pt>
                <c:pt idx="279">
                  <c:v>2.7687495967308289</c:v>
                </c:pt>
                <c:pt idx="280">
                  <c:v>2.74709148538293</c:v>
                </c:pt>
                <c:pt idx="281">
                  <c:v>2.7261196013460962</c:v>
                </c:pt>
                <c:pt idx="282">
                  <c:v>2.7067444148153621</c:v>
                </c:pt>
                <c:pt idx="283">
                  <c:v>2.6868775509256309</c:v>
                </c:pt>
                <c:pt idx="284">
                  <c:v>2.6656910562525962</c:v>
                </c:pt>
                <c:pt idx="285">
                  <c:v>2.6441202669309969</c:v>
                </c:pt>
                <c:pt idx="286">
                  <c:v>2.6229603416910932</c:v>
                </c:pt>
                <c:pt idx="287">
                  <c:v>2.6031768547821028</c:v>
                </c:pt>
                <c:pt idx="288">
                  <c:v>2.5845564801866532</c:v>
                </c:pt>
                <c:pt idx="289">
                  <c:v>2.564766898106877</c:v>
                </c:pt>
                <c:pt idx="290">
                  <c:v>2.544099883305178</c:v>
                </c:pt>
                <c:pt idx="291">
                  <c:v>2.523878815856349</c:v>
                </c:pt>
                <c:pt idx="292">
                  <c:v>2.507956376874378</c:v>
                </c:pt>
                <c:pt idx="293">
                  <c:v>2.5000599705987709</c:v>
                </c:pt>
                <c:pt idx="294">
                  <c:v>2.5012551543940602</c:v>
                </c:pt>
                <c:pt idx="295">
                  <c:v>2.507505588343097</c:v>
                </c:pt>
                <c:pt idx="296">
                  <c:v>2.5095383244173801</c:v>
                </c:pt>
                <c:pt idx="297">
                  <c:v>2.5034598455639139</c:v>
                </c:pt>
                <c:pt idx="298">
                  <c:v>2.491472511634623</c:v>
                </c:pt>
                <c:pt idx="299">
                  <c:v>2.475967108896826</c:v>
                </c:pt>
                <c:pt idx="300">
                  <c:v>2.4583370570302279</c:v>
                </c:pt>
                <c:pt idx="301">
                  <c:v>2.4396757737922821</c:v>
                </c:pt>
                <c:pt idx="302">
                  <c:v>2.420956798755395</c:v>
                </c:pt>
                <c:pt idx="303">
                  <c:v>2.4031955701608529</c:v>
                </c:pt>
                <c:pt idx="304">
                  <c:v>2.388795929137066</c:v>
                </c:pt>
                <c:pt idx="305">
                  <c:v>2.3794278078048352</c:v>
                </c:pt>
                <c:pt idx="306">
                  <c:v>2.3753441789321839</c:v>
                </c:pt>
                <c:pt idx="307">
                  <c:v>2.37150712791464</c:v>
                </c:pt>
                <c:pt idx="308">
                  <c:v>2.3624582695850469</c:v>
                </c:pt>
                <c:pt idx="309">
                  <c:v>2.3491411953415349</c:v>
                </c:pt>
                <c:pt idx="310">
                  <c:v>2.333272436379771</c:v>
                </c:pt>
                <c:pt idx="311">
                  <c:v>2.316003184472927</c:v>
                </c:pt>
                <c:pt idx="312">
                  <c:v>2.2980159065813548</c:v>
                </c:pt>
                <c:pt idx="313">
                  <c:v>2.2810489591543042</c:v>
                </c:pt>
                <c:pt idx="314">
                  <c:v>2.2655919875431798</c:v>
                </c:pt>
                <c:pt idx="315">
                  <c:v>2.249370268544443</c:v>
                </c:pt>
                <c:pt idx="316">
                  <c:v>2.2317058899671252</c:v>
                </c:pt>
                <c:pt idx="317">
                  <c:v>2.2134021960668169</c:v>
                </c:pt>
                <c:pt idx="318">
                  <c:v>2.1949515745703461</c:v>
                </c:pt>
                <c:pt idx="319">
                  <c:v>2.176540706845846</c:v>
                </c:pt>
                <c:pt idx="320">
                  <c:v>2.158665857351858</c:v>
                </c:pt>
                <c:pt idx="321">
                  <c:v>2.1413244485255039</c:v>
                </c:pt>
                <c:pt idx="322">
                  <c:v>2.122857991051982</c:v>
                </c:pt>
                <c:pt idx="323">
                  <c:v>2.1036438804673478</c:v>
                </c:pt>
                <c:pt idx="324">
                  <c:v>2.084741624958284</c:v>
                </c:pt>
                <c:pt idx="325">
                  <c:v>2.066954756037902</c:v>
                </c:pt>
                <c:pt idx="326">
                  <c:v>2.0507095812390439</c:v>
                </c:pt>
                <c:pt idx="327">
                  <c:v>2.036090890669696</c:v>
                </c:pt>
                <c:pt idx="328">
                  <c:v>2.0226749572783289</c:v>
                </c:pt>
                <c:pt idx="329">
                  <c:v>2.0101923164421889</c:v>
                </c:pt>
                <c:pt idx="330">
                  <c:v>1.9985242134116341</c:v>
                </c:pt>
                <c:pt idx="331">
                  <c:v>1.988590764693084</c:v>
                </c:pt>
                <c:pt idx="332">
                  <c:v>1.9867629425439219</c:v>
                </c:pt>
                <c:pt idx="333">
                  <c:v>1.990934995994756</c:v>
                </c:pt>
                <c:pt idx="334">
                  <c:v>1.9947472861478801</c:v>
                </c:pt>
                <c:pt idx="335">
                  <c:v>1.993357885821764</c:v>
                </c:pt>
                <c:pt idx="336">
                  <c:v>1.9883827352862931</c:v>
                </c:pt>
                <c:pt idx="337">
                  <c:v>1.982229829791021</c:v>
                </c:pt>
                <c:pt idx="338">
                  <c:v>1.9768256969031921</c:v>
                </c:pt>
                <c:pt idx="339">
                  <c:v>1.9725082346733831</c:v>
                </c:pt>
                <c:pt idx="340">
                  <c:v>1.9693000228547679</c:v>
                </c:pt>
                <c:pt idx="341">
                  <c:v>1.96928675157379</c:v>
                </c:pt>
                <c:pt idx="342">
                  <c:v>1.9680490033375251</c:v>
                </c:pt>
                <c:pt idx="343">
                  <c:v>1.9608302760904119</c:v>
                </c:pt>
                <c:pt idx="344">
                  <c:v>1.947843775280067</c:v>
                </c:pt>
                <c:pt idx="345">
                  <c:v>1.9319356807678421</c:v>
                </c:pt>
                <c:pt idx="346">
                  <c:v>1.915479617604319</c:v>
                </c:pt>
                <c:pt idx="347">
                  <c:v>1.899851257992865</c:v>
                </c:pt>
                <c:pt idx="348">
                  <c:v>1.8856450884030509</c:v>
                </c:pt>
                <c:pt idx="349">
                  <c:v>1.8707146961917669</c:v>
                </c:pt>
                <c:pt idx="350">
                  <c:v>1.855230525402731</c:v>
                </c:pt>
                <c:pt idx="351">
                  <c:v>1.838986875001154</c:v>
                </c:pt>
                <c:pt idx="352">
                  <c:v>1.822590907730095</c:v>
                </c:pt>
                <c:pt idx="353">
                  <c:v>1.8066051029499079</c:v>
                </c:pt>
                <c:pt idx="354">
                  <c:v>1.791865922928108</c:v>
                </c:pt>
                <c:pt idx="355">
                  <c:v>1.7791890156394701</c:v>
                </c:pt>
                <c:pt idx="356">
                  <c:v>1.7677854252958629</c:v>
                </c:pt>
                <c:pt idx="357">
                  <c:v>1.757050201844659</c:v>
                </c:pt>
                <c:pt idx="358">
                  <c:v>1.745893083920605</c:v>
                </c:pt>
                <c:pt idx="359">
                  <c:v>1.7329285925928311</c:v>
                </c:pt>
                <c:pt idx="360">
                  <c:v>1.718685063121894</c:v>
                </c:pt>
                <c:pt idx="361">
                  <c:v>1.70359612338547</c:v>
                </c:pt>
                <c:pt idx="362">
                  <c:v>1.688538358854671</c:v>
                </c:pt>
                <c:pt idx="363">
                  <c:v>1.6741090321816741</c:v>
                </c:pt>
                <c:pt idx="364">
                  <c:v>1.6604948795310801</c:v>
                </c:pt>
                <c:pt idx="365">
                  <c:v>1.647910855246173</c:v>
                </c:pt>
                <c:pt idx="366">
                  <c:v>1.63656448484902</c:v>
                </c:pt>
                <c:pt idx="367">
                  <c:v>1.627167605142934</c:v>
                </c:pt>
                <c:pt idx="368">
                  <c:v>1.627042624498815</c:v>
                </c:pt>
                <c:pt idx="369">
                  <c:v>1.6581613255475369</c:v>
                </c:pt>
                <c:pt idx="370">
                  <c:v>1.7230094153682809</c:v>
                </c:pt>
                <c:pt idx="371">
                  <c:v>1.791339973490305</c:v>
                </c:pt>
                <c:pt idx="372">
                  <c:v>1.840323536361933</c:v>
                </c:pt>
                <c:pt idx="373">
                  <c:v>1.8643499884981971</c:v>
                </c:pt>
                <c:pt idx="374">
                  <c:v>1.8698314900481121</c:v>
                </c:pt>
                <c:pt idx="375">
                  <c:v>1.864722629509119</c:v>
                </c:pt>
                <c:pt idx="376">
                  <c:v>1.854563732893483</c:v>
                </c:pt>
                <c:pt idx="377">
                  <c:v>1.8435098226402631</c:v>
                </c:pt>
                <c:pt idx="378">
                  <c:v>1.833742965374016</c:v>
                </c:pt>
                <c:pt idx="379">
                  <c:v>1.82126636949499</c:v>
                </c:pt>
                <c:pt idx="380">
                  <c:v>1.8060018956039861</c:v>
                </c:pt>
                <c:pt idx="381">
                  <c:v>1.7896834754388371</c:v>
                </c:pt>
                <c:pt idx="382">
                  <c:v>1.773737337844846</c:v>
                </c:pt>
                <c:pt idx="383">
                  <c:v>1.7589816651735961</c:v>
                </c:pt>
                <c:pt idx="384">
                  <c:v>1.7458034025013771</c:v>
                </c:pt>
                <c:pt idx="385">
                  <c:v>1.734240390751282</c:v>
                </c:pt>
                <c:pt idx="386">
                  <c:v>1.723989384702439</c:v>
                </c:pt>
                <c:pt idx="387">
                  <c:v>1.7133658456725189</c:v>
                </c:pt>
                <c:pt idx="388">
                  <c:v>1.702741413529709</c:v>
                </c:pt>
                <c:pt idx="389">
                  <c:v>1.700319721804074</c:v>
                </c:pt>
                <c:pt idx="390">
                  <c:v>1.7181155529977621</c:v>
                </c:pt>
                <c:pt idx="391">
                  <c:v>1.757415284041604</c:v>
                </c:pt>
                <c:pt idx="392">
                  <c:v>1.799813229843936</c:v>
                </c:pt>
                <c:pt idx="393">
                  <c:v>1.8345983429025119</c:v>
                </c:pt>
                <c:pt idx="394">
                  <c:v>1.852394875917978</c:v>
                </c:pt>
                <c:pt idx="395">
                  <c:v>1.8559018762153701</c:v>
                </c:pt>
                <c:pt idx="396">
                  <c:v>1.851308680145616</c:v>
                </c:pt>
                <c:pt idx="397">
                  <c:v>1.8418910206986161</c:v>
                </c:pt>
                <c:pt idx="398">
                  <c:v>1.8281196559264159</c:v>
                </c:pt>
                <c:pt idx="399">
                  <c:v>1.8119863733656041</c:v>
                </c:pt>
                <c:pt idx="400">
                  <c:v>1.795449083086416</c:v>
                </c:pt>
                <c:pt idx="401">
                  <c:v>1.7797731358110269</c:v>
                </c:pt>
                <c:pt idx="402">
                  <c:v>1.765350688643889</c:v>
                </c:pt>
                <c:pt idx="403">
                  <c:v>1.752211007075031</c:v>
                </c:pt>
                <c:pt idx="404">
                  <c:v>1.73888444503843</c:v>
                </c:pt>
                <c:pt idx="405">
                  <c:v>1.7252656234205981</c:v>
                </c:pt>
                <c:pt idx="406">
                  <c:v>1.71210847354564</c:v>
                </c:pt>
                <c:pt idx="407">
                  <c:v>1.7029892476976261</c:v>
                </c:pt>
                <c:pt idx="408">
                  <c:v>1.726456252138088</c:v>
                </c:pt>
                <c:pt idx="409">
                  <c:v>1.8435612872664859</c:v>
                </c:pt>
                <c:pt idx="410">
                  <c:v>2.0331953853162452</c:v>
                </c:pt>
                <c:pt idx="411">
                  <c:v>2.2195804649445461</c:v>
                </c:pt>
                <c:pt idx="412">
                  <c:v>2.3640727152095211</c:v>
                </c:pt>
                <c:pt idx="413">
                  <c:v>2.455343116300039</c:v>
                </c:pt>
                <c:pt idx="414">
                  <c:v>2.5066656193044898</c:v>
                </c:pt>
                <c:pt idx="415">
                  <c:v>2.5323582710383579</c:v>
                </c:pt>
                <c:pt idx="416">
                  <c:v>2.5424756435197602</c:v>
                </c:pt>
                <c:pt idx="417">
                  <c:v>2.542328484935561</c:v>
                </c:pt>
                <c:pt idx="418">
                  <c:v>2.5353653035473922</c:v>
                </c:pt>
                <c:pt idx="419">
                  <c:v>2.5239687253878662</c:v>
                </c:pt>
                <c:pt idx="420">
                  <c:v>2.5098962919603589</c:v>
                </c:pt>
                <c:pt idx="421">
                  <c:v>2.4937023737515358</c:v>
                </c:pt>
                <c:pt idx="422">
                  <c:v>2.4751272897986958</c:v>
                </c:pt>
                <c:pt idx="423">
                  <c:v>2.4552832956406481</c:v>
                </c:pt>
                <c:pt idx="424">
                  <c:v>2.4354845426155358</c:v>
                </c:pt>
                <c:pt idx="425">
                  <c:v>2.4166067430920082</c:v>
                </c:pt>
                <c:pt idx="426">
                  <c:v>2.3985674935811172</c:v>
                </c:pt>
                <c:pt idx="427">
                  <c:v>2.381077712049481</c:v>
                </c:pt>
                <c:pt idx="428">
                  <c:v>2.3638659541690412</c:v>
                </c:pt>
                <c:pt idx="429">
                  <c:v>2.347057690825852</c:v>
                </c:pt>
                <c:pt idx="430">
                  <c:v>2.331028730614825</c:v>
                </c:pt>
                <c:pt idx="431">
                  <c:v>2.315520169935767</c:v>
                </c:pt>
                <c:pt idx="432">
                  <c:v>2.3006955161813609</c:v>
                </c:pt>
                <c:pt idx="433">
                  <c:v>2.2872689868022098</c:v>
                </c:pt>
                <c:pt idx="434">
                  <c:v>2.273906364965478</c:v>
                </c:pt>
                <c:pt idx="435">
                  <c:v>2.258445875004873</c:v>
                </c:pt>
                <c:pt idx="436">
                  <c:v>2.241277911174504</c:v>
                </c:pt>
                <c:pt idx="437">
                  <c:v>2.2235731646668642</c:v>
                </c:pt>
                <c:pt idx="438">
                  <c:v>2.2061656591767762</c:v>
                </c:pt>
                <c:pt idx="439">
                  <c:v>2.189069681867351</c:v>
                </c:pt>
                <c:pt idx="440">
                  <c:v>2.1723938184123019</c:v>
                </c:pt>
                <c:pt idx="441">
                  <c:v>2.1565656465189411</c:v>
                </c:pt>
                <c:pt idx="442">
                  <c:v>2.141453871389289</c:v>
                </c:pt>
                <c:pt idx="443">
                  <c:v>2.1276710417615869</c:v>
                </c:pt>
                <c:pt idx="444">
                  <c:v>2.1163878619051339</c:v>
                </c:pt>
                <c:pt idx="445">
                  <c:v>2.1057818070121881</c:v>
                </c:pt>
                <c:pt idx="446">
                  <c:v>2.094174193999339</c:v>
                </c:pt>
                <c:pt idx="447">
                  <c:v>2.0810282453115558</c:v>
                </c:pt>
                <c:pt idx="448">
                  <c:v>2.0656848424848389</c:v>
                </c:pt>
                <c:pt idx="449">
                  <c:v>2.0486611933577099</c:v>
                </c:pt>
                <c:pt idx="450">
                  <c:v>2.031371488135326</c:v>
                </c:pt>
                <c:pt idx="451">
                  <c:v>2.0149217587515511</c:v>
                </c:pt>
                <c:pt idx="452">
                  <c:v>1.9998671598451581</c:v>
                </c:pt>
                <c:pt idx="453">
                  <c:v>1.9866550692293921</c:v>
                </c:pt>
                <c:pt idx="454">
                  <c:v>1.9741522230269251</c:v>
                </c:pt>
                <c:pt idx="455">
                  <c:v>1.96135433841708</c:v>
                </c:pt>
                <c:pt idx="456">
                  <c:v>1.948690648948562</c:v>
                </c:pt>
                <c:pt idx="457">
                  <c:v>1.9361933633077979</c:v>
                </c:pt>
                <c:pt idx="458">
                  <c:v>1.9250266160262031</c:v>
                </c:pt>
                <c:pt idx="459">
                  <c:v>1.916430092183435</c:v>
                </c:pt>
                <c:pt idx="460">
                  <c:v>1.911624086362435</c:v>
                </c:pt>
                <c:pt idx="461">
                  <c:v>1.909259953519304</c:v>
                </c:pt>
                <c:pt idx="462">
                  <c:v>1.9074047177631359</c:v>
                </c:pt>
                <c:pt idx="463">
                  <c:v>1.900404397473745</c:v>
                </c:pt>
                <c:pt idx="464">
                  <c:v>1.887860501653831</c:v>
                </c:pt>
                <c:pt idx="465">
                  <c:v>1.872318196254074</c:v>
                </c:pt>
                <c:pt idx="466">
                  <c:v>1.855706252158023</c:v>
                </c:pt>
                <c:pt idx="467">
                  <c:v>1.8389183092389501</c:v>
                </c:pt>
                <c:pt idx="468">
                  <c:v>1.822408771323901</c:v>
                </c:pt>
                <c:pt idx="469">
                  <c:v>1.8062355409623729</c:v>
                </c:pt>
                <c:pt idx="470">
                  <c:v>1.790532533758455</c:v>
                </c:pt>
                <c:pt idx="471">
                  <c:v>1.7756580702421241</c:v>
                </c:pt>
                <c:pt idx="472">
                  <c:v>1.761702137450341</c:v>
                </c:pt>
                <c:pt idx="473">
                  <c:v>1.748481445354082</c:v>
                </c:pt>
                <c:pt idx="474">
                  <c:v>1.736199699112398</c:v>
                </c:pt>
                <c:pt idx="475">
                  <c:v>1.7239053083584961</c:v>
                </c:pt>
                <c:pt idx="476">
                  <c:v>1.7107303911470719</c:v>
                </c:pt>
                <c:pt idx="477">
                  <c:v>1.696984070350827</c:v>
                </c:pt>
                <c:pt idx="478">
                  <c:v>1.683251754211518</c:v>
                </c:pt>
                <c:pt idx="479">
                  <c:v>1.670139673924653</c:v>
                </c:pt>
                <c:pt idx="480">
                  <c:v>1.65801424373453</c:v>
                </c:pt>
                <c:pt idx="481">
                  <c:v>1.6470320009852759</c:v>
                </c:pt>
                <c:pt idx="482">
                  <c:v>1.637207753923491</c:v>
                </c:pt>
                <c:pt idx="483">
                  <c:v>1.6283532109487939</c:v>
                </c:pt>
                <c:pt idx="484">
                  <c:v>1.6204701874208589</c:v>
                </c:pt>
                <c:pt idx="485">
                  <c:v>1.615456085943664</c:v>
                </c:pt>
                <c:pt idx="486">
                  <c:v>1.6172313094582811</c:v>
                </c:pt>
                <c:pt idx="487">
                  <c:v>1.627758762532032</c:v>
                </c:pt>
                <c:pt idx="488">
                  <c:v>1.634290993461005</c:v>
                </c:pt>
                <c:pt idx="489">
                  <c:v>1.6324670323714809</c:v>
                </c:pt>
                <c:pt idx="490">
                  <c:v>1.625149097076916</c:v>
                </c:pt>
                <c:pt idx="491">
                  <c:v>1.615511985759897</c:v>
                </c:pt>
                <c:pt idx="492">
                  <c:v>1.606428431298673</c:v>
                </c:pt>
                <c:pt idx="493">
                  <c:v>1.598949527063396</c:v>
                </c:pt>
                <c:pt idx="494">
                  <c:v>1.5911476680476759</c:v>
                </c:pt>
                <c:pt idx="495">
                  <c:v>1.5823035013148341</c:v>
                </c:pt>
                <c:pt idx="496">
                  <c:v>1.5715725012626101</c:v>
                </c:pt>
                <c:pt idx="497">
                  <c:v>1.561262892058656</c:v>
                </c:pt>
                <c:pt idx="498">
                  <c:v>1.552103059655024</c:v>
                </c:pt>
                <c:pt idx="499">
                  <c:v>1.5436500892923919</c:v>
                </c:pt>
                <c:pt idx="500">
                  <c:v>1.535925037225347</c:v>
                </c:pt>
                <c:pt idx="501">
                  <c:v>1.5273431626901961</c:v>
                </c:pt>
                <c:pt idx="502">
                  <c:v>1.5181872854401941</c:v>
                </c:pt>
                <c:pt idx="503">
                  <c:v>1.5089260904631441</c:v>
                </c:pt>
                <c:pt idx="504">
                  <c:v>1.499849440584849</c:v>
                </c:pt>
                <c:pt idx="505">
                  <c:v>1.493141828624851</c:v>
                </c:pt>
                <c:pt idx="506">
                  <c:v>1.4841760986569661</c:v>
                </c:pt>
                <c:pt idx="507">
                  <c:v>1.4727209973378079</c:v>
                </c:pt>
                <c:pt idx="508">
                  <c:v>1.460853054770118</c:v>
                </c:pt>
                <c:pt idx="509">
                  <c:v>1.4490139620747</c:v>
                </c:pt>
                <c:pt idx="510">
                  <c:v>1.437557830472344</c:v>
                </c:pt>
                <c:pt idx="511">
                  <c:v>1.426278939123685</c:v>
                </c:pt>
                <c:pt idx="512">
                  <c:v>1.414994519451636</c:v>
                </c:pt>
                <c:pt idx="513">
                  <c:v>1.404140853977778</c:v>
                </c:pt>
                <c:pt idx="514">
                  <c:v>1.3932958305122001</c:v>
                </c:pt>
                <c:pt idx="515">
                  <c:v>1.382645987513863</c:v>
                </c:pt>
                <c:pt idx="516">
                  <c:v>1.3725957543624709</c:v>
                </c:pt>
                <c:pt idx="517">
                  <c:v>1.363383018788008</c:v>
                </c:pt>
                <c:pt idx="518">
                  <c:v>1.355091487871328</c:v>
                </c:pt>
                <c:pt idx="519">
                  <c:v>1.3477217156347749</c:v>
                </c:pt>
                <c:pt idx="520">
                  <c:v>1.341212892846275</c:v>
                </c:pt>
                <c:pt idx="521">
                  <c:v>1.3355226927481401</c:v>
                </c:pt>
                <c:pt idx="522">
                  <c:v>1.33096300997948</c:v>
                </c:pt>
                <c:pt idx="523">
                  <c:v>1.329092275062784</c:v>
                </c:pt>
                <c:pt idx="524">
                  <c:v>1.3345833108274709</c:v>
                </c:pt>
                <c:pt idx="525">
                  <c:v>1.3545898750343901</c:v>
                </c:pt>
                <c:pt idx="526">
                  <c:v>1.393030300849506</c:v>
                </c:pt>
                <c:pt idx="527">
                  <c:v>1.4410290174531879</c:v>
                </c:pt>
                <c:pt idx="528">
                  <c:v>1.4943577001865309</c:v>
                </c:pt>
                <c:pt idx="529">
                  <c:v>1.5428979670925631</c:v>
                </c:pt>
                <c:pt idx="530">
                  <c:v>1.577519499513141</c:v>
                </c:pt>
                <c:pt idx="531">
                  <c:v>1.606990747033751</c:v>
                </c:pt>
                <c:pt idx="532">
                  <c:v>1.625309504907344</c:v>
                </c:pt>
                <c:pt idx="533">
                  <c:v>1.627664851635338</c:v>
                </c:pt>
                <c:pt idx="534">
                  <c:v>1.6193525040787651</c:v>
                </c:pt>
                <c:pt idx="535">
                  <c:v>1.6061673051983989</c:v>
                </c:pt>
                <c:pt idx="536">
                  <c:v>1.591731483010725</c:v>
                </c:pt>
                <c:pt idx="537">
                  <c:v>1.5779499509193351</c:v>
                </c:pt>
                <c:pt idx="538">
                  <c:v>1.5653564747525659</c:v>
                </c:pt>
                <c:pt idx="539">
                  <c:v>1.553504185874057</c:v>
                </c:pt>
                <c:pt idx="540">
                  <c:v>1.5419231453277029</c:v>
                </c:pt>
                <c:pt idx="541">
                  <c:v>1.5309069219029909</c:v>
                </c:pt>
                <c:pt idx="542">
                  <c:v>1.52340172492364</c:v>
                </c:pt>
                <c:pt idx="543">
                  <c:v>1.5382879837184511</c:v>
                </c:pt>
                <c:pt idx="544">
                  <c:v>1.5861513389613811</c:v>
                </c:pt>
                <c:pt idx="545">
                  <c:v>1.6376065989451769</c:v>
                </c:pt>
                <c:pt idx="546">
                  <c:v>1.683673330044241</c:v>
                </c:pt>
                <c:pt idx="547">
                  <c:v>1.728112569644042</c:v>
                </c:pt>
                <c:pt idx="548">
                  <c:v>1.766839874298147</c:v>
                </c:pt>
                <c:pt idx="549">
                  <c:v>1.80182490724152</c:v>
                </c:pt>
                <c:pt idx="550">
                  <c:v>1.8301252414191289</c:v>
                </c:pt>
                <c:pt idx="551">
                  <c:v>1.842305972635268</c:v>
                </c:pt>
                <c:pt idx="552">
                  <c:v>1.8399324217199939</c:v>
                </c:pt>
                <c:pt idx="553">
                  <c:v>1.829161847667061</c:v>
                </c:pt>
                <c:pt idx="554">
                  <c:v>1.8148558550595939</c:v>
                </c:pt>
                <c:pt idx="555">
                  <c:v>1.7994539642252221</c:v>
                </c:pt>
                <c:pt idx="556">
                  <c:v>1.783901248457749</c:v>
                </c:pt>
                <c:pt idx="557">
                  <c:v>1.7689961043809159</c:v>
                </c:pt>
                <c:pt idx="558">
                  <c:v>1.755240860738893</c:v>
                </c:pt>
                <c:pt idx="559">
                  <c:v>1.742776123547775</c:v>
                </c:pt>
                <c:pt idx="560">
                  <c:v>1.7344443508268941</c:v>
                </c:pt>
                <c:pt idx="561">
                  <c:v>1.759962744989622</c:v>
                </c:pt>
                <c:pt idx="562">
                  <c:v>1.8755399485497399</c:v>
                </c:pt>
                <c:pt idx="563">
                  <c:v>2.0436936518778812</c:v>
                </c:pt>
                <c:pt idx="564">
                  <c:v>2.213357330155723</c:v>
                </c:pt>
                <c:pt idx="565">
                  <c:v>2.3669140975319638</c:v>
                </c:pt>
                <c:pt idx="566">
                  <c:v>2.5026032794045698</c:v>
                </c:pt>
                <c:pt idx="567">
                  <c:v>2.6204196275345959</c:v>
                </c:pt>
                <c:pt idx="568">
                  <c:v>2.7135231714917469</c:v>
                </c:pt>
                <c:pt idx="569">
                  <c:v>2.780367223999705</c:v>
                </c:pt>
                <c:pt idx="570">
                  <c:v>2.8246848063591719</c:v>
                </c:pt>
                <c:pt idx="571">
                  <c:v>2.853000662399138</c:v>
                </c:pt>
                <c:pt idx="572">
                  <c:v>2.870082951148663</c:v>
                </c:pt>
                <c:pt idx="573">
                  <c:v>2.8774043427470928</c:v>
                </c:pt>
                <c:pt idx="574">
                  <c:v>2.8759323552415959</c:v>
                </c:pt>
                <c:pt idx="575">
                  <c:v>2.867605650086837</c:v>
                </c:pt>
                <c:pt idx="576">
                  <c:v>2.85478511371466</c:v>
                </c:pt>
                <c:pt idx="577">
                  <c:v>2.8389160209760469</c:v>
                </c:pt>
                <c:pt idx="578">
                  <c:v>2.82087202863574</c:v>
                </c:pt>
                <c:pt idx="579">
                  <c:v>2.8018904657805082</c:v>
                </c:pt>
                <c:pt idx="580">
                  <c:v>2.7830254314838929</c:v>
                </c:pt>
                <c:pt idx="581">
                  <c:v>2.7648926373258842</c:v>
                </c:pt>
                <c:pt idx="582">
                  <c:v>2.7469698723741791</c:v>
                </c:pt>
                <c:pt idx="583">
                  <c:v>2.7298507058176451</c:v>
                </c:pt>
                <c:pt idx="584">
                  <c:v>2.7139518484276168</c:v>
                </c:pt>
                <c:pt idx="585">
                  <c:v>2.6964137090156122</c:v>
                </c:pt>
                <c:pt idx="586">
                  <c:v>2.6770258848681419</c:v>
                </c:pt>
                <c:pt idx="587">
                  <c:v>2.6569064181449389</c:v>
                </c:pt>
                <c:pt idx="588">
                  <c:v>2.6370677085130012</c:v>
                </c:pt>
                <c:pt idx="589">
                  <c:v>2.6174447628674828</c:v>
                </c:pt>
                <c:pt idx="590">
                  <c:v>2.5982924897512141</c:v>
                </c:pt>
                <c:pt idx="591">
                  <c:v>2.5799784656882432</c:v>
                </c:pt>
                <c:pt idx="592">
                  <c:v>2.5610995856664869</c:v>
                </c:pt>
                <c:pt idx="593">
                  <c:v>2.542270754074365</c:v>
                </c:pt>
                <c:pt idx="594">
                  <c:v>2.5335415103487828</c:v>
                </c:pt>
                <c:pt idx="595">
                  <c:v>2.547047237480474</c:v>
                </c:pt>
                <c:pt idx="596">
                  <c:v>2.569067080151699</c:v>
                </c:pt>
                <c:pt idx="597">
                  <c:v>2.58978325979938</c:v>
                </c:pt>
                <c:pt idx="598">
                  <c:v>2.6124817264645999</c:v>
                </c:pt>
                <c:pt idx="599">
                  <c:v>2.638905510002211</c:v>
                </c:pt>
                <c:pt idx="600">
                  <c:v>2.6638909577492882</c:v>
                </c:pt>
                <c:pt idx="601">
                  <c:v>2.6830874700428509</c:v>
                </c:pt>
                <c:pt idx="602">
                  <c:v>2.6926743163517739</c:v>
                </c:pt>
                <c:pt idx="603">
                  <c:v>2.6949770664316341</c:v>
                </c:pt>
                <c:pt idx="604">
                  <c:v>2.6916759165906812</c:v>
                </c:pt>
                <c:pt idx="605">
                  <c:v>2.68285367632215</c:v>
                </c:pt>
                <c:pt idx="606">
                  <c:v>2.66928428879543</c:v>
                </c:pt>
                <c:pt idx="607">
                  <c:v>2.6528597401322851</c:v>
                </c:pt>
                <c:pt idx="608">
                  <c:v>2.6348967384804149</c:v>
                </c:pt>
                <c:pt idx="609">
                  <c:v>2.6158660796675042</c:v>
                </c:pt>
                <c:pt idx="610">
                  <c:v>2.5960030150780251</c:v>
                </c:pt>
                <c:pt idx="611">
                  <c:v>2.5756736427789431</c:v>
                </c:pt>
                <c:pt idx="612">
                  <c:v>2.55549179855872</c:v>
                </c:pt>
                <c:pt idx="613">
                  <c:v>2.534820741688748</c:v>
                </c:pt>
                <c:pt idx="614">
                  <c:v>2.5131575890181019</c:v>
                </c:pt>
                <c:pt idx="615">
                  <c:v>2.4913056635342321</c:v>
                </c:pt>
                <c:pt idx="616">
                  <c:v>2.4696184287200968</c:v>
                </c:pt>
                <c:pt idx="617">
                  <c:v>2.4480418503981909</c:v>
                </c:pt>
                <c:pt idx="618">
                  <c:v>2.426804293467133</c:v>
                </c:pt>
                <c:pt idx="619">
                  <c:v>2.4060924104041641</c:v>
                </c:pt>
                <c:pt idx="620">
                  <c:v>2.3859665735488589</c:v>
                </c:pt>
                <c:pt idx="621">
                  <c:v>2.366240049583741</c:v>
                </c:pt>
                <c:pt idx="622">
                  <c:v>2.3466250741732582</c:v>
                </c:pt>
                <c:pt idx="623">
                  <c:v>2.3275539218159</c:v>
                </c:pt>
                <c:pt idx="624">
                  <c:v>2.310147212237184</c:v>
                </c:pt>
                <c:pt idx="625">
                  <c:v>2.2962122450112972</c:v>
                </c:pt>
                <c:pt idx="626">
                  <c:v>2.2854414201205029</c:v>
                </c:pt>
                <c:pt idx="627">
                  <c:v>2.2746259156007458</c:v>
                </c:pt>
                <c:pt idx="628">
                  <c:v>2.262688193567981</c:v>
                </c:pt>
                <c:pt idx="629">
                  <c:v>2.2474044592587679</c:v>
                </c:pt>
                <c:pt idx="630">
                  <c:v>2.2296650246422942</c:v>
                </c:pt>
                <c:pt idx="631">
                  <c:v>2.211154071102901</c:v>
                </c:pt>
                <c:pt idx="632">
                  <c:v>2.193124654165322</c:v>
                </c:pt>
                <c:pt idx="633">
                  <c:v>2.1762737176173399</c:v>
                </c:pt>
                <c:pt idx="634">
                  <c:v>2.1603424000521159</c:v>
                </c:pt>
                <c:pt idx="635">
                  <c:v>2.1460284496647328</c:v>
                </c:pt>
                <c:pt idx="636">
                  <c:v>2.1348465108518719</c:v>
                </c:pt>
                <c:pt idx="637">
                  <c:v>2.1297312524330012</c:v>
                </c:pt>
                <c:pt idx="638">
                  <c:v>2.133940374905789</c:v>
                </c:pt>
                <c:pt idx="639">
                  <c:v>2.144507824505276</c:v>
                </c:pt>
                <c:pt idx="640">
                  <c:v>2.1477680800184422</c:v>
                </c:pt>
                <c:pt idx="641">
                  <c:v>2.1426888261741972</c:v>
                </c:pt>
                <c:pt idx="642">
                  <c:v>2.1318660942296188</c:v>
                </c:pt>
                <c:pt idx="643">
                  <c:v>2.1180731449033838</c:v>
                </c:pt>
                <c:pt idx="644">
                  <c:v>2.1031710156535279</c:v>
                </c:pt>
                <c:pt idx="645">
                  <c:v>2.0865465115690802</c:v>
                </c:pt>
                <c:pt idx="646">
                  <c:v>2.0686821878495549</c:v>
                </c:pt>
                <c:pt idx="647">
                  <c:v>2.050005292771099</c:v>
                </c:pt>
                <c:pt idx="648">
                  <c:v>2.031497781774811</c:v>
                </c:pt>
                <c:pt idx="649">
                  <c:v>2.013693349020794</c:v>
                </c:pt>
                <c:pt idx="650">
                  <c:v>1.9967303904666911</c:v>
                </c:pt>
                <c:pt idx="651">
                  <c:v>1.9805748478440719</c:v>
                </c:pt>
                <c:pt idx="652">
                  <c:v>1.965084817087295</c:v>
                </c:pt>
                <c:pt idx="653">
                  <c:v>1.950022627108648</c:v>
                </c:pt>
                <c:pt idx="654">
                  <c:v>1.9351518624616419</c:v>
                </c:pt>
                <c:pt idx="655">
                  <c:v>1.921136267182771</c:v>
                </c:pt>
                <c:pt idx="656">
                  <c:v>1.908223720085831</c:v>
                </c:pt>
                <c:pt idx="657">
                  <c:v>1.8951159914109239</c:v>
                </c:pt>
                <c:pt idx="658">
                  <c:v>1.8815294531243441</c:v>
                </c:pt>
                <c:pt idx="659">
                  <c:v>1.867256397928815</c:v>
                </c:pt>
                <c:pt idx="660">
                  <c:v>1.8526602735704401</c:v>
                </c:pt>
                <c:pt idx="661">
                  <c:v>1.8391523320448311</c:v>
                </c:pt>
                <c:pt idx="662">
                  <c:v>1.825252213264821</c:v>
                </c:pt>
                <c:pt idx="663">
                  <c:v>1.8103807407352781</c:v>
                </c:pt>
                <c:pt idx="664">
                  <c:v>1.794608942216372</c:v>
                </c:pt>
                <c:pt idx="665">
                  <c:v>1.7788310152686559</c:v>
                </c:pt>
                <c:pt idx="666">
                  <c:v>1.7637385071407901</c:v>
                </c:pt>
                <c:pt idx="667">
                  <c:v>1.7493336500454471</c:v>
                </c:pt>
                <c:pt idx="668">
                  <c:v>1.7349905390762721</c:v>
                </c:pt>
                <c:pt idx="669">
                  <c:v>1.720689217332098</c:v>
                </c:pt>
                <c:pt idx="670">
                  <c:v>1.7068519645863069</c:v>
                </c:pt>
                <c:pt idx="671">
                  <c:v>1.6940115210410129</c:v>
                </c:pt>
                <c:pt idx="672">
                  <c:v>1.6831786630687531</c:v>
                </c:pt>
                <c:pt idx="673">
                  <c:v>1.677586738824943</c:v>
                </c:pt>
                <c:pt idx="674">
                  <c:v>1.678355215193009</c:v>
                </c:pt>
                <c:pt idx="675">
                  <c:v>1.681169564061054</c:v>
                </c:pt>
                <c:pt idx="676">
                  <c:v>1.682015697513372</c:v>
                </c:pt>
                <c:pt idx="677">
                  <c:v>1.680152397667205</c:v>
                </c:pt>
                <c:pt idx="678">
                  <c:v>1.6757823416701281</c:v>
                </c:pt>
                <c:pt idx="679">
                  <c:v>1.6695991234733201</c:v>
                </c:pt>
                <c:pt idx="680">
                  <c:v>1.664300990900323</c:v>
                </c:pt>
                <c:pt idx="681">
                  <c:v>1.6630157763483111</c:v>
                </c:pt>
                <c:pt idx="682">
                  <c:v>1.6673337741835981</c:v>
                </c:pt>
                <c:pt idx="683">
                  <c:v>1.677606093035872</c:v>
                </c:pt>
                <c:pt idx="684">
                  <c:v>1.6992750229292579</c:v>
                </c:pt>
                <c:pt idx="685">
                  <c:v>1.722557440939342</c:v>
                </c:pt>
                <c:pt idx="686">
                  <c:v>1.7308721284420281</c:v>
                </c:pt>
                <c:pt idx="687">
                  <c:v>1.7261317595262149</c:v>
                </c:pt>
                <c:pt idx="688">
                  <c:v>1.7148180709120959</c:v>
                </c:pt>
                <c:pt idx="689">
                  <c:v>1.704709050960193</c:v>
                </c:pt>
                <c:pt idx="690">
                  <c:v>1.707380140229168</c:v>
                </c:pt>
                <c:pt idx="691">
                  <c:v>1.710970898967757</c:v>
                </c:pt>
                <c:pt idx="692">
                  <c:v>1.7068325426558011</c:v>
                </c:pt>
                <c:pt idx="693">
                  <c:v>1.697114956137598</c:v>
                </c:pt>
                <c:pt idx="694">
                  <c:v>1.6902488403895759</c:v>
                </c:pt>
                <c:pt idx="695">
                  <c:v>1.6934164574551349</c:v>
                </c:pt>
                <c:pt idx="696">
                  <c:v>1.707503981761791</c:v>
                </c:pt>
                <c:pt idx="697">
                  <c:v>1.729978071397966</c:v>
                </c:pt>
                <c:pt idx="698">
                  <c:v>1.758695098069299</c:v>
                </c:pt>
                <c:pt idx="699">
                  <c:v>1.78796227413238</c:v>
                </c:pt>
                <c:pt idx="700">
                  <c:v>1.8078332382280891</c:v>
                </c:pt>
                <c:pt idx="701">
                  <c:v>1.814745459433293</c:v>
                </c:pt>
                <c:pt idx="702">
                  <c:v>1.810154550841784</c:v>
                </c:pt>
                <c:pt idx="703">
                  <c:v>1.7982840129907549</c:v>
                </c:pt>
                <c:pt idx="704">
                  <c:v>1.7832145937510959</c:v>
                </c:pt>
                <c:pt idx="705">
                  <c:v>1.767591470316539</c:v>
                </c:pt>
                <c:pt idx="706">
                  <c:v>1.752803722884537</c:v>
                </c:pt>
                <c:pt idx="707">
                  <c:v>1.7389330469127879</c:v>
                </c:pt>
                <c:pt idx="708">
                  <c:v>1.7257591002384081</c:v>
                </c:pt>
                <c:pt idx="709">
                  <c:v>1.7134598760504129</c:v>
                </c:pt>
                <c:pt idx="710">
                  <c:v>1.70206337430382</c:v>
                </c:pt>
                <c:pt idx="711">
                  <c:v>1.6913909627826389</c:v>
                </c:pt>
                <c:pt idx="712">
                  <c:v>1.6816839748375141</c:v>
                </c:pt>
                <c:pt idx="713">
                  <c:v>1.677182253476611</c:v>
                </c:pt>
                <c:pt idx="714">
                  <c:v>1.6850020081139401</c:v>
                </c:pt>
                <c:pt idx="715">
                  <c:v>1.712405775170001</c:v>
                </c:pt>
                <c:pt idx="716">
                  <c:v>1.7549645746973539</c:v>
                </c:pt>
                <c:pt idx="717">
                  <c:v>1.802028968756092</c:v>
                </c:pt>
                <c:pt idx="718">
                  <c:v>1.8456335221362281</c:v>
                </c:pt>
                <c:pt idx="719">
                  <c:v>1.8766219510325199</c:v>
                </c:pt>
                <c:pt idx="720">
                  <c:v>1.8934998445793569</c:v>
                </c:pt>
                <c:pt idx="721">
                  <c:v>1.9037380241796129</c:v>
                </c:pt>
                <c:pt idx="722">
                  <c:v>1.910347327557234</c:v>
                </c:pt>
                <c:pt idx="723">
                  <c:v>1.9121024026059339</c:v>
                </c:pt>
                <c:pt idx="724">
                  <c:v>1.908953600463275</c:v>
                </c:pt>
                <c:pt idx="725">
                  <c:v>1.901460709516988</c:v>
                </c:pt>
                <c:pt idx="726">
                  <c:v>1.889512530640159</c:v>
                </c:pt>
                <c:pt idx="727">
                  <c:v>1.873879050099762</c:v>
                </c:pt>
                <c:pt idx="728">
                  <c:v>1.8566444169884531</c:v>
                </c:pt>
                <c:pt idx="729">
                  <c:v>1.8395487791710099</c:v>
                </c:pt>
                <c:pt idx="730">
                  <c:v>1.8234333961793949</c:v>
                </c:pt>
                <c:pt idx="731">
                  <c:v>1.808374285821847</c:v>
                </c:pt>
                <c:pt idx="732">
                  <c:v>1.7942200337586931</c:v>
                </c:pt>
                <c:pt idx="733">
                  <c:v>1.7810070154093249</c:v>
                </c:pt>
                <c:pt idx="734">
                  <c:v>1.7689452172619129</c:v>
                </c:pt>
                <c:pt idx="735">
                  <c:v>1.7583092984546509</c:v>
                </c:pt>
                <c:pt idx="736">
                  <c:v>1.7486301141144081</c:v>
                </c:pt>
                <c:pt idx="737">
                  <c:v>1.7377346049883919</c:v>
                </c:pt>
                <c:pt idx="738">
                  <c:v>1.7255040731509981</c:v>
                </c:pt>
                <c:pt idx="739">
                  <c:v>1.7127851784121291</c:v>
                </c:pt>
                <c:pt idx="740">
                  <c:v>1.700627715470961</c:v>
                </c:pt>
                <c:pt idx="741">
                  <c:v>1.691603626732842</c:v>
                </c:pt>
                <c:pt idx="742">
                  <c:v>1.6842943867638469</c:v>
                </c:pt>
                <c:pt idx="743">
                  <c:v>1.674653262276073</c:v>
                </c:pt>
                <c:pt idx="744">
                  <c:v>1.6630803314031599</c:v>
                </c:pt>
                <c:pt idx="745">
                  <c:v>1.6542125139832651</c:v>
                </c:pt>
                <c:pt idx="746">
                  <c:v>1.6595861098700579</c:v>
                </c:pt>
                <c:pt idx="747">
                  <c:v>1.67825407584107</c:v>
                </c:pt>
                <c:pt idx="748">
                  <c:v>1.689540622863035</c:v>
                </c:pt>
                <c:pt idx="749">
                  <c:v>1.692185310084604</c:v>
                </c:pt>
                <c:pt idx="750">
                  <c:v>1.6924214803326141</c:v>
                </c:pt>
                <c:pt idx="751">
                  <c:v>1.699662255653166</c:v>
                </c:pt>
                <c:pt idx="752">
                  <c:v>1.721116308864066</c:v>
                </c:pt>
                <c:pt idx="753">
                  <c:v>1.7541238707818809</c:v>
                </c:pt>
                <c:pt idx="754">
                  <c:v>1.7974207384684131</c:v>
                </c:pt>
                <c:pt idx="755">
                  <c:v>1.849937069037441</c:v>
                </c:pt>
                <c:pt idx="756">
                  <c:v>1.9070087102428239</c:v>
                </c:pt>
                <c:pt idx="757">
                  <c:v>1.9646290231992869</c:v>
                </c:pt>
                <c:pt idx="758">
                  <c:v>2.0044127028400962</c:v>
                </c:pt>
                <c:pt idx="759">
                  <c:v>2.0229377789348781</c:v>
                </c:pt>
                <c:pt idx="760">
                  <c:v>2.0257288731349239</c:v>
                </c:pt>
                <c:pt idx="761">
                  <c:v>2.0186926754658638</c:v>
                </c:pt>
                <c:pt idx="762">
                  <c:v>2.005854106869478</c:v>
                </c:pt>
                <c:pt idx="763">
                  <c:v>1.9898317126165039</c:v>
                </c:pt>
                <c:pt idx="764">
                  <c:v>1.9725017031501479</c:v>
                </c:pt>
                <c:pt idx="765">
                  <c:v>1.9550275187054831</c:v>
                </c:pt>
                <c:pt idx="766">
                  <c:v>1.9381870926102751</c:v>
                </c:pt>
                <c:pt idx="767">
                  <c:v>1.9218478985150129</c:v>
                </c:pt>
                <c:pt idx="768">
                  <c:v>1.9063390945034731</c:v>
                </c:pt>
                <c:pt idx="769">
                  <c:v>1.8922948379028861</c:v>
                </c:pt>
                <c:pt idx="770">
                  <c:v>1.878724807818638</c:v>
                </c:pt>
                <c:pt idx="771">
                  <c:v>1.863848094973406</c:v>
                </c:pt>
                <c:pt idx="772">
                  <c:v>1.8477993696358299</c:v>
                </c:pt>
                <c:pt idx="773">
                  <c:v>1.8315434334484291</c:v>
                </c:pt>
                <c:pt idx="774">
                  <c:v>1.8159196228674761</c:v>
                </c:pt>
                <c:pt idx="775">
                  <c:v>1.8014132994462211</c:v>
                </c:pt>
                <c:pt idx="776">
                  <c:v>1.7883265919390881</c:v>
                </c:pt>
                <c:pt idx="777">
                  <c:v>1.775606948223672</c:v>
                </c:pt>
                <c:pt idx="778">
                  <c:v>1.762130582786773</c:v>
                </c:pt>
                <c:pt idx="779">
                  <c:v>1.748128263891026</c:v>
                </c:pt>
                <c:pt idx="780">
                  <c:v>1.7346311943361079</c:v>
                </c:pt>
                <c:pt idx="781">
                  <c:v>1.721325028131178</c:v>
                </c:pt>
                <c:pt idx="782">
                  <c:v>1.7074014810000691</c:v>
                </c:pt>
                <c:pt idx="783">
                  <c:v>1.6932746991921119</c:v>
                </c:pt>
                <c:pt idx="784">
                  <c:v>1.6796262259305439</c:v>
                </c:pt>
                <c:pt idx="785">
                  <c:v>1.6670130641446079</c:v>
                </c:pt>
                <c:pt idx="786">
                  <c:v>1.656507477502239</c:v>
                </c:pt>
                <c:pt idx="787">
                  <c:v>1.6543298247495981</c:v>
                </c:pt>
                <c:pt idx="788">
                  <c:v>1.6691609606746729</c:v>
                </c:pt>
                <c:pt idx="789">
                  <c:v>1.702855424371724</c:v>
                </c:pt>
                <c:pt idx="790">
                  <c:v>1.7513931839111609</c:v>
                </c:pt>
                <c:pt idx="791">
                  <c:v>1.803847126648557</c:v>
                </c:pt>
                <c:pt idx="792">
                  <c:v>1.842640401750546</c:v>
                </c:pt>
                <c:pt idx="793">
                  <c:v>1.861961434532766</c:v>
                </c:pt>
                <c:pt idx="794">
                  <c:v>1.8730093001565189</c:v>
                </c:pt>
                <c:pt idx="795">
                  <c:v>1.884120232076945</c:v>
                </c:pt>
                <c:pt idx="796">
                  <c:v>1.897119112298753</c:v>
                </c:pt>
                <c:pt idx="797">
                  <c:v>1.909633539411864</c:v>
                </c:pt>
                <c:pt idx="798">
                  <c:v>1.9135766414627</c:v>
                </c:pt>
                <c:pt idx="799">
                  <c:v>1.9098447059477981</c:v>
                </c:pt>
                <c:pt idx="800">
                  <c:v>1.9003536997843189</c:v>
                </c:pt>
                <c:pt idx="801">
                  <c:v>1.8867763205993751</c:v>
                </c:pt>
                <c:pt idx="802">
                  <c:v>1.870718593634664</c:v>
                </c:pt>
                <c:pt idx="803">
                  <c:v>1.853891858877988</c:v>
                </c:pt>
                <c:pt idx="804">
                  <c:v>1.837236559728491</c:v>
                </c:pt>
                <c:pt idx="805">
                  <c:v>1.820765047826491</c:v>
                </c:pt>
                <c:pt idx="806">
                  <c:v>1.804475255729211</c:v>
                </c:pt>
                <c:pt idx="807">
                  <c:v>1.788617588700429</c:v>
                </c:pt>
                <c:pt idx="808">
                  <c:v>1.7732910764784899</c:v>
                </c:pt>
                <c:pt idx="809">
                  <c:v>1.758236120323488</c:v>
                </c:pt>
                <c:pt idx="810">
                  <c:v>1.743785639852913</c:v>
                </c:pt>
                <c:pt idx="811">
                  <c:v>1.7298868721010501</c:v>
                </c:pt>
                <c:pt idx="812">
                  <c:v>1.7159726555391519</c:v>
                </c:pt>
                <c:pt idx="813">
                  <c:v>1.7019664737382381</c:v>
                </c:pt>
                <c:pt idx="814">
                  <c:v>1.6877411850192601</c:v>
                </c:pt>
                <c:pt idx="815">
                  <c:v>1.6737342684219481</c:v>
                </c:pt>
                <c:pt idx="816">
                  <c:v>1.6605498135978729</c:v>
                </c:pt>
                <c:pt idx="817">
                  <c:v>1.6471625135964481</c:v>
                </c:pt>
                <c:pt idx="818">
                  <c:v>1.63388705296557</c:v>
                </c:pt>
                <c:pt idx="819">
                  <c:v>1.6213802749888531</c:v>
                </c:pt>
                <c:pt idx="820">
                  <c:v>1.609284782825924</c:v>
                </c:pt>
                <c:pt idx="821">
                  <c:v>1.5966337234410031</c:v>
                </c:pt>
                <c:pt idx="822">
                  <c:v>1.5839191319417829</c:v>
                </c:pt>
                <c:pt idx="823">
                  <c:v>1.5728877305840989</c:v>
                </c:pt>
                <c:pt idx="824">
                  <c:v>1.567189968554898</c:v>
                </c:pt>
                <c:pt idx="825">
                  <c:v>1.561302564857554</c:v>
                </c:pt>
                <c:pt idx="826">
                  <c:v>1.5528233304102319</c:v>
                </c:pt>
                <c:pt idx="827">
                  <c:v>1.542781562133922</c:v>
                </c:pt>
                <c:pt idx="828">
                  <c:v>1.531227582967648</c:v>
                </c:pt>
                <c:pt idx="829">
                  <c:v>1.519634702947205</c:v>
                </c:pt>
                <c:pt idx="830">
                  <c:v>1.508887189009132</c:v>
                </c:pt>
                <c:pt idx="831">
                  <c:v>1.5002923239474031</c:v>
                </c:pt>
                <c:pt idx="832">
                  <c:v>1.494328888869962</c:v>
                </c:pt>
                <c:pt idx="833">
                  <c:v>1.4885349031802311</c:v>
                </c:pt>
                <c:pt idx="834">
                  <c:v>1.4829078378291149</c:v>
                </c:pt>
                <c:pt idx="835">
                  <c:v>1.4774795363431941</c:v>
                </c:pt>
                <c:pt idx="836">
                  <c:v>1.468670669455804</c:v>
                </c:pt>
                <c:pt idx="837">
                  <c:v>1.4570349697874461</c:v>
                </c:pt>
                <c:pt idx="838">
                  <c:v>1.4443673236707171</c:v>
                </c:pt>
                <c:pt idx="839">
                  <c:v>1.431996365360088</c:v>
                </c:pt>
                <c:pt idx="840">
                  <c:v>1.420647238111965</c:v>
                </c:pt>
                <c:pt idx="841">
                  <c:v>1.410663014063072</c:v>
                </c:pt>
                <c:pt idx="842">
                  <c:v>1.4019494919175459</c:v>
                </c:pt>
                <c:pt idx="843">
                  <c:v>1.393540544816992</c:v>
                </c:pt>
                <c:pt idx="844">
                  <c:v>1.3853081069581681</c:v>
                </c:pt>
                <c:pt idx="845">
                  <c:v>1.3789081086336741</c:v>
                </c:pt>
                <c:pt idx="846">
                  <c:v>1.38598622977875</c:v>
                </c:pt>
                <c:pt idx="847">
                  <c:v>1.4374721409834581</c:v>
                </c:pt>
                <c:pt idx="848">
                  <c:v>1.5187517810216269</c:v>
                </c:pt>
                <c:pt idx="849">
                  <c:v>1.5953011842657481</c:v>
                </c:pt>
                <c:pt idx="850">
                  <c:v>1.652822581679134</c:v>
                </c:pt>
                <c:pt idx="851">
                  <c:v>1.684080018018095</c:v>
                </c:pt>
                <c:pt idx="852">
                  <c:v>1.6936416749817429</c:v>
                </c:pt>
                <c:pt idx="853">
                  <c:v>1.6897566411494589</c:v>
                </c:pt>
                <c:pt idx="854">
                  <c:v>1.6787711797666149</c:v>
                </c:pt>
                <c:pt idx="855">
                  <c:v>1.664745810761596</c:v>
                </c:pt>
                <c:pt idx="856">
                  <c:v>1.650213501946028</c:v>
                </c:pt>
                <c:pt idx="857">
                  <c:v>1.636486497823139</c:v>
                </c:pt>
                <c:pt idx="858">
                  <c:v>1.624109210543383</c:v>
                </c:pt>
                <c:pt idx="859">
                  <c:v>1.6129666555215929</c:v>
                </c:pt>
                <c:pt idx="860">
                  <c:v>1.6025426520343791</c:v>
                </c:pt>
                <c:pt idx="861">
                  <c:v>1.592306520536525</c:v>
                </c:pt>
                <c:pt idx="862">
                  <c:v>1.5823255332187189</c:v>
                </c:pt>
                <c:pt idx="863">
                  <c:v>1.572813164184919</c:v>
                </c:pt>
                <c:pt idx="864">
                  <c:v>1.56407731394275</c:v>
                </c:pt>
                <c:pt idx="865">
                  <c:v>1.562651346759214</c:v>
                </c:pt>
                <c:pt idx="866">
                  <c:v>1.6078826631046621</c:v>
                </c:pt>
                <c:pt idx="867">
                  <c:v>1.6935616756087619</c:v>
                </c:pt>
                <c:pt idx="868">
                  <c:v>1.768221244840954</c:v>
                </c:pt>
                <c:pt idx="869">
                  <c:v>1.8155635725512509</c:v>
                </c:pt>
                <c:pt idx="870">
                  <c:v>1.839026353310554</c:v>
                </c:pt>
                <c:pt idx="871">
                  <c:v>1.8467461299187229</c:v>
                </c:pt>
                <c:pt idx="872">
                  <c:v>1.8451576503317271</c:v>
                </c:pt>
                <c:pt idx="873">
                  <c:v>1.8374985270804489</c:v>
                </c:pt>
                <c:pt idx="874">
                  <c:v>1.826605545401764</c:v>
                </c:pt>
                <c:pt idx="875">
                  <c:v>1.813699367933965</c:v>
                </c:pt>
                <c:pt idx="876">
                  <c:v>1.7996582984194021</c:v>
                </c:pt>
                <c:pt idx="877">
                  <c:v>1.784657508275634</c:v>
                </c:pt>
                <c:pt idx="878">
                  <c:v>1.76951325512629</c:v>
                </c:pt>
                <c:pt idx="879">
                  <c:v>1.7551943728712449</c:v>
                </c:pt>
                <c:pt idx="880">
                  <c:v>1.7425381931795569</c:v>
                </c:pt>
                <c:pt idx="881">
                  <c:v>1.73113258752657</c:v>
                </c:pt>
                <c:pt idx="882">
                  <c:v>1.7185330844503159</c:v>
                </c:pt>
                <c:pt idx="883">
                  <c:v>1.705817225049008</c:v>
                </c:pt>
                <c:pt idx="884">
                  <c:v>1.692914772454051</c:v>
                </c:pt>
                <c:pt idx="885">
                  <c:v>1.678894985573357</c:v>
                </c:pt>
                <c:pt idx="886">
                  <c:v>1.6639122223408629</c:v>
                </c:pt>
                <c:pt idx="887">
                  <c:v>1.648963957998147</c:v>
                </c:pt>
                <c:pt idx="888">
                  <c:v>1.635078704993514</c:v>
                </c:pt>
                <c:pt idx="889">
                  <c:v>1.624667766135711</c:v>
                </c:pt>
                <c:pt idx="890">
                  <c:v>1.618603845518588</c:v>
                </c:pt>
                <c:pt idx="891">
                  <c:v>1.6115547935861141</c:v>
                </c:pt>
                <c:pt idx="892">
                  <c:v>1.601197038667415</c:v>
                </c:pt>
                <c:pt idx="893">
                  <c:v>1.5889182092814429</c:v>
                </c:pt>
                <c:pt idx="894">
                  <c:v>1.5773267851900641</c:v>
                </c:pt>
                <c:pt idx="895">
                  <c:v>1.5686496429120369</c:v>
                </c:pt>
                <c:pt idx="896">
                  <c:v>1.558859104357283</c:v>
                </c:pt>
                <c:pt idx="897">
                  <c:v>1.547394812784481</c:v>
                </c:pt>
                <c:pt idx="898">
                  <c:v>1.537133431926053</c:v>
                </c:pt>
                <c:pt idx="899">
                  <c:v>1.536933471121501</c:v>
                </c:pt>
                <c:pt idx="900">
                  <c:v>1.5557467277363399</c:v>
                </c:pt>
                <c:pt idx="901">
                  <c:v>1.578269935919669</c:v>
                </c:pt>
                <c:pt idx="902">
                  <c:v>1.593078604460634</c:v>
                </c:pt>
                <c:pt idx="903">
                  <c:v>1.599804622888215</c:v>
                </c:pt>
                <c:pt idx="904">
                  <c:v>1.599991399237789</c:v>
                </c:pt>
                <c:pt idx="905">
                  <c:v>1.593316966708118</c:v>
                </c:pt>
                <c:pt idx="906">
                  <c:v>1.582475280793078</c:v>
                </c:pt>
                <c:pt idx="907">
                  <c:v>1.569805618291092</c:v>
                </c:pt>
                <c:pt idx="908">
                  <c:v>1.5573444169029269</c:v>
                </c:pt>
                <c:pt idx="909">
                  <c:v>1.5464722050371471</c:v>
                </c:pt>
                <c:pt idx="910">
                  <c:v>1.537986266396705</c:v>
                </c:pt>
                <c:pt idx="911">
                  <c:v>1.533189088338534</c:v>
                </c:pt>
                <c:pt idx="912">
                  <c:v>1.5313043679972269</c:v>
                </c:pt>
                <c:pt idx="913">
                  <c:v>1.5267759409003221</c:v>
                </c:pt>
                <c:pt idx="914">
                  <c:v>1.520695805100575</c:v>
                </c:pt>
                <c:pt idx="915">
                  <c:v>1.517304998951708</c:v>
                </c:pt>
                <c:pt idx="916">
                  <c:v>1.5158283835671571</c:v>
                </c:pt>
                <c:pt idx="917">
                  <c:v>1.5128105190288059</c:v>
                </c:pt>
                <c:pt idx="918">
                  <c:v>1.507321569646398</c:v>
                </c:pt>
                <c:pt idx="919">
                  <c:v>1.4999619865562821</c:v>
                </c:pt>
                <c:pt idx="920">
                  <c:v>1.4913099055387671</c:v>
                </c:pt>
                <c:pt idx="921">
                  <c:v>1.4804670321027871</c:v>
                </c:pt>
                <c:pt idx="922">
                  <c:v>1.469126583829331</c:v>
                </c:pt>
                <c:pt idx="923">
                  <c:v>1.4597357724576761</c:v>
                </c:pt>
                <c:pt idx="924">
                  <c:v>1.453691402131855</c:v>
                </c:pt>
                <c:pt idx="925">
                  <c:v>1.449576463031151</c:v>
                </c:pt>
                <c:pt idx="926">
                  <c:v>1.44276099932216</c:v>
                </c:pt>
                <c:pt idx="927">
                  <c:v>1.433694603007889</c:v>
                </c:pt>
                <c:pt idx="928">
                  <c:v>1.4229605130784619</c:v>
                </c:pt>
                <c:pt idx="929">
                  <c:v>1.4108875793072639</c:v>
                </c:pt>
                <c:pt idx="930">
                  <c:v>1.3985107636416421</c:v>
                </c:pt>
                <c:pt idx="931">
                  <c:v>1.386757687867149</c:v>
                </c:pt>
                <c:pt idx="932">
                  <c:v>1.3761289744317271</c:v>
                </c:pt>
                <c:pt idx="933">
                  <c:v>1.366792019972874</c:v>
                </c:pt>
                <c:pt idx="934">
                  <c:v>1.358561255743036</c:v>
                </c:pt>
                <c:pt idx="935">
                  <c:v>1.351106791268375</c:v>
                </c:pt>
                <c:pt idx="936">
                  <c:v>1.3442578757865891</c:v>
                </c:pt>
                <c:pt idx="937">
                  <c:v>1.337820295507183</c:v>
                </c:pt>
                <c:pt idx="938">
                  <c:v>1.331588157162251</c:v>
                </c:pt>
                <c:pt idx="939">
                  <c:v>1.325664491855191</c:v>
                </c:pt>
                <c:pt idx="940">
                  <c:v>1.3210144811646121</c:v>
                </c:pt>
                <c:pt idx="941">
                  <c:v>1.3217061049293941</c:v>
                </c:pt>
                <c:pt idx="942">
                  <c:v>1.3209850515039829</c:v>
                </c:pt>
                <c:pt idx="943">
                  <c:v>1.316765623691343</c:v>
                </c:pt>
                <c:pt idx="944">
                  <c:v>1.311539159173573</c:v>
                </c:pt>
                <c:pt idx="945">
                  <c:v>1.3063825471149519</c:v>
                </c:pt>
                <c:pt idx="946">
                  <c:v>1.3035747120919501</c:v>
                </c:pt>
                <c:pt idx="947">
                  <c:v>1.3045973310442871</c:v>
                </c:pt>
                <c:pt idx="948">
                  <c:v>1.3094385446222681</c:v>
                </c:pt>
                <c:pt idx="949">
                  <c:v>1.3194349069718729</c:v>
                </c:pt>
                <c:pt idx="950">
                  <c:v>1.334028028949702</c:v>
                </c:pt>
                <c:pt idx="951">
                  <c:v>1.351908291604782</c:v>
                </c:pt>
                <c:pt idx="952">
                  <c:v>1.3682284997485481</c:v>
                </c:pt>
                <c:pt idx="953">
                  <c:v>1.3814165210525049</c:v>
                </c:pt>
                <c:pt idx="954">
                  <c:v>1.3889789281014171</c:v>
                </c:pt>
                <c:pt idx="955">
                  <c:v>1.390031092102255</c:v>
                </c:pt>
                <c:pt idx="956">
                  <c:v>1.3878093654101811</c:v>
                </c:pt>
                <c:pt idx="957">
                  <c:v>1.385112056365998</c:v>
                </c:pt>
                <c:pt idx="958">
                  <c:v>1.3863651152838961</c:v>
                </c:pt>
                <c:pt idx="959">
                  <c:v>1.3923981003204839</c:v>
                </c:pt>
                <c:pt idx="960">
                  <c:v>1.3990805508855699</c:v>
                </c:pt>
                <c:pt idx="961">
                  <c:v>1.4013625867846951</c:v>
                </c:pt>
                <c:pt idx="962">
                  <c:v>1.3977182696230011</c:v>
                </c:pt>
                <c:pt idx="963">
                  <c:v>1.388559937174076</c:v>
                </c:pt>
                <c:pt idx="964">
                  <c:v>1.3769293128347011</c:v>
                </c:pt>
                <c:pt idx="965">
                  <c:v>1.3651580161992429</c:v>
                </c:pt>
                <c:pt idx="966">
                  <c:v>1.354727296329131</c:v>
                </c:pt>
                <c:pt idx="967">
                  <c:v>1.3452309115188621</c:v>
                </c:pt>
                <c:pt idx="968">
                  <c:v>1.33565467604844</c:v>
                </c:pt>
                <c:pt idx="969">
                  <c:v>1.3252613055457541</c:v>
                </c:pt>
                <c:pt idx="970">
                  <c:v>1.3146355093611399</c:v>
                </c:pt>
                <c:pt idx="971">
                  <c:v>1.304465802306791</c:v>
                </c:pt>
                <c:pt idx="972">
                  <c:v>1.2950154652864381</c:v>
                </c:pt>
                <c:pt idx="973">
                  <c:v>1.2863844690937301</c:v>
                </c:pt>
                <c:pt idx="974">
                  <c:v>1.2785897649941871</c:v>
                </c:pt>
                <c:pt idx="975">
                  <c:v>1.2716184888076141</c:v>
                </c:pt>
                <c:pt idx="976">
                  <c:v>1.2654540113524919</c:v>
                </c:pt>
                <c:pt idx="977">
                  <c:v>1.26068468676761</c:v>
                </c:pt>
                <c:pt idx="978">
                  <c:v>1.264284512960967</c:v>
                </c:pt>
                <c:pt idx="979">
                  <c:v>1.282207464616981</c:v>
                </c:pt>
                <c:pt idx="980">
                  <c:v>1.304872845663833</c:v>
                </c:pt>
                <c:pt idx="981">
                  <c:v>1.334591693969023</c:v>
                </c:pt>
                <c:pt idx="982">
                  <c:v>1.3514900849198459</c:v>
                </c:pt>
                <c:pt idx="983">
                  <c:v>1.3534711770601211</c:v>
                </c:pt>
                <c:pt idx="984">
                  <c:v>1.347235040170095</c:v>
                </c:pt>
                <c:pt idx="985">
                  <c:v>1.3382738970838299</c:v>
                </c:pt>
                <c:pt idx="986">
                  <c:v>1.328541219137553</c:v>
                </c:pt>
                <c:pt idx="987">
                  <c:v>1.319371319910555</c:v>
                </c:pt>
                <c:pt idx="988">
                  <c:v>1.313765673228932</c:v>
                </c:pt>
                <c:pt idx="989">
                  <c:v>1.313559794102648</c:v>
                </c:pt>
                <c:pt idx="990">
                  <c:v>1.3134804550917949</c:v>
                </c:pt>
                <c:pt idx="991">
                  <c:v>1.308153136953601</c:v>
                </c:pt>
                <c:pt idx="992">
                  <c:v>1.2988842850729001</c:v>
                </c:pt>
                <c:pt idx="993">
                  <c:v>1.288153134446365</c:v>
                </c:pt>
                <c:pt idx="994">
                  <c:v>1.277709296518982</c:v>
                </c:pt>
                <c:pt idx="995">
                  <c:v>1.269131782474769</c:v>
                </c:pt>
                <c:pt idx="996">
                  <c:v>1.264945927828363</c:v>
                </c:pt>
                <c:pt idx="997">
                  <c:v>1.2631469872599219</c:v>
                </c:pt>
                <c:pt idx="998">
                  <c:v>1.258777115872777</c:v>
                </c:pt>
                <c:pt idx="999">
                  <c:v>1.2534817484705001</c:v>
                </c:pt>
                <c:pt idx="1000">
                  <c:v>1.2640201481256299</c:v>
                </c:pt>
                <c:pt idx="1001">
                  <c:v>1.299458407101219</c:v>
                </c:pt>
                <c:pt idx="1002">
                  <c:v>1.342930465999032</c:v>
                </c:pt>
                <c:pt idx="1003">
                  <c:v>1.3721841331486639</c:v>
                </c:pt>
                <c:pt idx="1004">
                  <c:v>1.3814556305796231</c:v>
                </c:pt>
                <c:pt idx="1005">
                  <c:v>1.378778850695445</c:v>
                </c:pt>
                <c:pt idx="1006">
                  <c:v>1.3699562920337469</c:v>
                </c:pt>
                <c:pt idx="1007">
                  <c:v>1.3588526296763821</c:v>
                </c:pt>
                <c:pt idx="1008">
                  <c:v>1.3471745623165949</c:v>
                </c:pt>
                <c:pt idx="1009">
                  <c:v>1.3354178275485999</c:v>
                </c:pt>
                <c:pt idx="1010">
                  <c:v>1.3241363228455569</c:v>
                </c:pt>
                <c:pt idx="1011">
                  <c:v>1.3138044395235151</c:v>
                </c:pt>
                <c:pt idx="1012">
                  <c:v>1.304734878760363</c:v>
                </c:pt>
                <c:pt idx="1013">
                  <c:v>1.297117281445461</c:v>
                </c:pt>
                <c:pt idx="1014">
                  <c:v>1.290002139674346</c:v>
                </c:pt>
                <c:pt idx="1015">
                  <c:v>1.282553478450025</c:v>
                </c:pt>
                <c:pt idx="1016">
                  <c:v>1.2749734931642731</c:v>
                </c:pt>
                <c:pt idx="1017">
                  <c:v>1.267915734187679</c:v>
                </c:pt>
                <c:pt idx="1018">
                  <c:v>1.264225226400457</c:v>
                </c:pt>
                <c:pt idx="1019">
                  <c:v>1.280676634912445</c:v>
                </c:pt>
                <c:pt idx="1020">
                  <c:v>1.349169279344729</c:v>
                </c:pt>
                <c:pt idx="1021">
                  <c:v>1.4644610354529111</c:v>
                </c:pt>
                <c:pt idx="1022">
                  <c:v>1.569829885573079</c:v>
                </c:pt>
                <c:pt idx="1023">
                  <c:v>1.6370316640658591</c:v>
                </c:pt>
                <c:pt idx="1024">
                  <c:v>1.67031486080137</c:v>
                </c:pt>
                <c:pt idx="1025">
                  <c:v>1.684089003253032</c:v>
                </c:pt>
                <c:pt idx="1026">
                  <c:v>1.6881415588514841</c:v>
                </c:pt>
                <c:pt idx="1027">
                  <c:v>1.6857315248643561</c:v>
                </c:pt>
                <c:pt idx="1028">
                  <c:v>1.678505204997518</c:v>
                </c:pt>
                <c:pt idx="1029">
                  <c:v>1.6671677907675031</c:v>
                </c:pt>
                <c:pt idx="1030">
                  <c:v>1.6528417134743549</c:v>
                </c:pt>
                <c:pt idx="1031">
                  <c:v>1.6375482075709351</c:v>
                </c:pt>
                <c:pt idx="1032">
                  <c:v>1.622813860287218</c:v>
                </c:pt>
                <c:pt idx="1033">
                  <c:v>1.609061468189328</c:v>
                </c:pt>
                <c:pt idx="1034">
                  <c:v>1.5961641569716429</c:v>
                </c:pt>
                <c:pt idx="1035">
                  <c:v>1.5838404190186111</c:v>
                </c:pt>
                <c:pt idx="1036">
                  <c:v>1.5715240001648969</c:v>
                </c:pt>
                <c:pt idx="1037">
                  <c:v>1.559554742134416</c:v>
                </c:pt>
                <c:pt idx="1038">
                  <c:v>1.54952755878292</c:v>
                </c:pt>
                <c:pt idx="1039">
                  <c:v>1.5425250655651459</c:v>
                </c:pt>
                <c:pt idx="1040">
                  <c:v>1.5346134446858579</c:v>
                </c:pt>
                <c:pt idx="1041">
                  <c:v>1.5238294841871971</c:v>
                </c:pt>
                <c:pt idx="1042">
                  <c:v>1.5116445330717789</c:v>
                </c:pt>
                <c:pt idx="1043">
                  <c:v>1.501098192469432</c:v>
                </c:pt>
                <c:pt idx="1044">
                  <c:v>1.4975395296253471</c:v>
                </c:pt>
                <c:pt idx="1045">
                  <c:v>1.5029383949201309</c:v>
                </c:pt>
                <c:pt idx="1046">
                  <c:v>1.5034654107218519</c:v>
                </c:pt>
                <c:pt idx="1047">
                  <c:v>1.49670253270739</c:v>
                </c:pt>
                <c:pt idx="1048">
                  <c:v>1.485763422582506</c:v>
                </c:pt>
                <c:pt idx="1049">
                  <c:v>1.4739492079164831</c:v>
                </c:pt>
                <c:pt idx="1050">
                  <c:v>1.4638289165920011</c:v>
                </c:pt>
                <c:pt idx="1051">
                  <c:v>1.453162082335022</c:v>
                </c:pt>
                <c:pt idx="1052">
                  <c:v>1.441500956173994</c:v>
                </c:pt>
                <c:pt idx="1053">
                  <c:v>1.430004995157246</c:v>
                </c:pt>
                <c:pt idx="1054">
                  <c:v>1.4223747597311709</c:v>
                </c:pt>
                <c:pt idx="1055">
                  <c:v>1.4263801689317419</c:v>
                </c:pt>
                <c:pt idx="1056">
                  <c:v>1.4430333888031901</c:v>
                </c:pt>
                <c:pt idx="1057">
                  <c:v>1.464578450670637</c:v>
                </c:pt>
                <c:pt idx="1058">
                  <c:v>1.4741427171335271</c:v>
                </c:pt>
                <c:pt idx="1059">
                  <c:v>1.4718426045713831</c:v>
                </c:pt>
                <c:pt idx="1060">
                  <c:v>1.4627406426523231</c:v>
                </c:pt>
                <c:pt idx="1061">
                  <c:v>1.4506074953994901</c:v>
                </c:pt>
                <c:pt idx="1062">
                  <c:v>1.4380513982257921</c:v>
                </c:pt>
                <c:pt idx="1063">
                  <c:v>1.4270459060516261</c:v>
                </c:pt>
                <c:pt idx="1064">
                  <c:v>1.4203069645730171</c:v>
                </c:pt>
                <c:pt idx="1065">
                  <c:v>1.421370372603407</c:v>
                </c:pt>
                <c:pt idx="1066">
                  <c:v>1.4301803962410911</c:v>
                </c:pt>
                <c:pt idx="1067">
                  <c:v>1.4505213550279179</c:v>
                </c:pt>
                <c:pt idx="1068">
                  <c:v>1.488320775763899</c:v>
                </c:pt>
                <c:pt idx="1069">
                  <c:v>1.546668936150384</c:v>
                </c:pt>
                <c:pt idx="1070">
                  <c:v>1.6142896355696139</c:v>
                </c:pt>
                <c:pt idx="1071">
                  <c:v>1.670261960126469</c:v>
                </c:pt>
                <c:pt idx="1072">
                  <c:v>1.7194953135428199</c:v>
                </c:pt>
                <c:pt idx="1073">
                  <c:v>1.763951623827491</c:v>
                </c:pt>
                <c:pt idx="1074">
                  <c:v>1.8046118802640509</c:v>
                </c:pt>
                <c:pt idx="1075">
                  <c:v>1.8371679566389409</c:v>
                </c:pt>
                <c:pt idx="1076">
                  <c:v>1.8572772387557019</c:v>
                </c:pt>
                <c:pt idx="1077">
                  <c:v>1.8612686509345591</c:v>
                </c:pt>
                <c:pt idx="1078">
                  <c:v>1.8539977726749151</c:v>
                </c:pt>
                <c:pt idx="1079">
                  <c:v>1.8411442759849499</c:v>
                </c:pt>
                <c:pt idx="1080">
                  <c:v>1.826265188804497</c:v>
                </c:pt>
                <c:pt idx="1081">
                  <c:v>1.8112019619132329</c:v>
                </c:pt>
                <c:pt idx="1082">
                  <c:v>1.795958874355976</c:v>
                </c:pt>
                <c:pt idx="1083">
                  <c:v>1.779802134511135</c:v>
                </c:pt>
                <c:pt idx="1084">
                  <c:v>1.763355175730221</c:v>
                </c:pt>
                <c:pt idx="1085">
                  <c:v>1.747533063164008</c:v>
                </c:pt>
                <c:pt idx="1086">
                  <c:v>1.732944212858937</c:v>
                </c:pt>
                <c:pt idx="1087">
                  <c:v>1.7198355834955421</c:v>
                </c:pt>
                <c:pt idx="1088">
                  <c:v>1.708233049235194</c:v>
                </c:pt>
                <c:pt idx="1089">
                  <c:v>1.698044898475958</c:v>
                </c:pt>
                <c:pt idx="1090">
                  <c:v>1.689101377581977</c:v>
                </c:pt>
                <c:pt idx="1091">
                  <c:v>1.681192072442159</c:v>
                </c:pt>
                <c:pt idx="1092">
                  <c:v>1.6740343353465941</c:v>
                </c:pt>
                <c:pt idx="1093">
                  <c:v>1.667285923924235</c:v>
                </c:pt>
                <c:pt idx="1094">
                  <c:v>1.6604876544917471</c:v>
                </c:pt>
                <c:pt idx="1095">
                  <c:v>1.652875308412175</c:v>
                </c:pt>
                <c:pt idx="1096">
                  <c:v>1.644965702748554</c:v>
                </c:pt>
                <c:pt idx="1097">
                  <c:v>1.638780195192036</c:v>
                </c:pt>
                <c:pt idx="1098">
                  <c:v>1.6356999168950279</c:v>
                </c:pt>
                <c:pt idx="1099">
                  <c:v>1.637742601763281</c:v>
                </c:pt>
                <c:pt idx="1100">
                  <c:v>1.6529545216432691</c:v>
                </c:pt>
                <c:pt idx="1101">
                  <c:v>1.708631771732283</c:v>
                </c:pt>
                <c:pt idx="1102">
                  <c:v>1.80894335909625</c:v>
                </c:pt>
                <c:pt idx="1103">
                  <c:v>1.914003961663955</c:v>
                </c:pt>
                <c:pt idx="1104">
                  <c:v>2.011310129059575</c:v>
                </c:pt>
                <c:pt idx="1105">
                  <c:v>2.10463679411441</c:v>
                </c:pt>
                <c:pt idx="1106">
                  <c:v>2.184156978338986</c:v>
                </c:pt>
                <c:pt idx="1107">
                  <c:v>2.237961746338442</c:v>
                </c:pt>
                <c:pt idx="1108">
                  <c:v>2.2644815027021701</c:v>
                </c:pt>
                <c:pt idx="1109">
                  <c:v>2.272720887357385</c:v>
                </c:pt>
                <c:pt idx="1110">
                  <c:v>2.269558020954296</c:v>
                </c:pt>
                <c:pt idx="1111">
                  <c:v>2.259405494339104</c:v>
                </c:pt>
                <c:pt idx="1112">
                  <c:v>2.2450077004590119</c:v>
                </c:pt>
                <c:pt idx="1113">
                  <c:v>2.228064148586784</c:v>
                </c:pt>
                <c:pt idx="1114">
                  <c:v>2.209834942560736</c:v>
                </c:pt>
                <c:pt idx="1115">
                  <c:v>2.1914504519890738</c:v>
                </c:pt>
                <c:pt idx="1116">
                  <c:v>2.1733279143678899</c:v>
                </c:pt>
                <c:pt idx="1117">
                  <c:v>2.1554208842006388</c:v>
                </c:pt>
                <c:pt idx="1118">
                  <c:v>2.13752773026641</c:v>
                </c:pt>
                <c:pt idx="1119">
                  <c:v>2.1196439714654538</c:v>
                </c:pt>
                <c:pt idx="1120">
                  <c:v>2.1021204135052809</c:v>
                </c:pt>
                <c:pt idx="1121">
                  <c:v>2.0851310565125152</c:v>
                </c:pt>
                <c:pt idx="1122">
                  <c:v>2.0688504490902169</c:v>
                </c:pt>
                <c:pt idx="1123">
                  <c:v>2.053598269734199</c:v>
                </c:pt>
                <c:pt idx="1124">
                  <c:v>2.0394846617116258</c:v>
                </c:pt>
                <c:pt idx="1125">
                  <c:v>2.0261486560215061</c:v>
                </c:pt>
                <c:pt idx="1126">
                  <c:v>2.013435835746491</c:v>
                </c:pt>
                <c:pt idx="1127">
                  <c:v>2.00146804822778</c:v>
                </c:pt>
                <c:pt idx="1128">
                  <c:v>1.990316930520426</c:v>
                </c:pt>
                <c:pt idx="1129">
                  <c:v>1.9800226644270029</c:v>
                </c:pt>
                <c:pt idx="1130">
                  <c:v>1.977262464579346</c:v>
                </c:pt>
                <c:pt idx="1131">
                  <c:v>1.994964370859053</c:v>
                </c:pt>
                <c:pt idx="1132">
                  <c:v>2.0277590178553262</c:v>
                </c:pt>
                <c:pt idx="1133">
                  <c:v>2.0701079613175861</c:v>
                </c:pt>
                <c:pt idx="1134">
                  <c:v>2.1142507305021798</c:v>
                </c:pt>
                <c:pt idx="1135">
                  <c:v>2.1550695030997371</c:v>
                </c:pt>
                <c:pt idx="1136">
                  <c:v>2.1896894980991299</c:v>
                </c:pt>
                <c:pt idx="1137">
                  <c:v>2.21401074804833</c:v>
                </c:pt>
                <c:pt idx="1138">
                  <c:v>2.2280699493293108</c:v>
                </c:pt>
                <c:pt idx="1139">
                  <c:v>2.2412552596572679</c:v>
                </c:pt>
                <c:pt idx="1140">
                  <c:v>2.25880158678837</c:v>
                </c:pt>
                <c:pt idx="1141">
                  <c:v>2.271882743896442</c:v>
                </c:pt>
                <c:pt idx="1142">
                  <c:v>2.2730192029236642</c:v>
                </c:pt>
                <c:pt idx="1143">
                  <c:v>2.264821797364343</c:v>
                </c:pt>
                <c:pt idx="1144">
                  <c:v>2.2515126337885989</c:v>
                </c:pt>
                <c:pt idx="1145">
                  <c:v>2.236213881536441</c:v>
                </c:pt>
                <c:pt idx="1146">
                  <c:v>2.2209503515565059</c:v>
                </c:pt>
                <c:pt idx="1147">
                  <c:v>2.2080362021036342</c:v>
                </c:pt>
                <c:pt idx="1148">
                  <c:v>2.1939793164145551</c:v>
                </c:pt>
                <c:pt idx="1149">
                  <c:v>2.17898371485864</c:v>
                </c:pt>
                <c:pt idx="1150">
                  <c:v>2.1762493075802132</c:v>
                </c:pt>
                <c:pt idx="1151">
                  <c:v>2.2059113646274988</c:v>
                </c:pt>
                <c:pt idx="1152">
                  <c:v>2.2468042514266311</c:v>
                </c:pt>
                <c:pt idx="1153">
                  <c:v>2.2823412126556248</c:v>
                </c:pt>
                <c:pt idx="1154">
                  <c:v>2.304145004775616</c:v>
                </c:pt>
                <c:pt idx="1155">
                  <c:v>2.310616807831571</c:v>
                </c:pt>
                <c:pt idx="1156">
                  <c:v>2.3062159082822031</c:v>
                </c:pt>
                <c:pt idx="1157">
                  <c:v>2.295248692755099</c:v>
                </c:pt>
                <c:pt idx="1158">
                  <c:v>2.280723131993212</c:v>
                </c:pt>
                <c:pt idx="1159">
                  <c:v>2.2645819614434251</c:v>
                </c:pt>
                <c:pt idx="1160">
                  <c:v>2.24811078120173</c:v>
                </c:pt>
                <c:pt idx="1161">
                  <c:v>2.23221543683252</c:v>
                </c:pt>
                <c:pt idx="1162">
                  <c:v>2.2173585048442441</c:v>
                </c:pt>
                <c:pt idx="1163">
                  <c:v>2.2031506205429352</c:v>
                </c:pt>
                <c:pt idx="1164">
                  <c:v>2.1888060694649361</c:v>
                </c:pt>
                <c:pt idx="1165">
                  <c:v>2.1737433729638291</c:v>
                </c:pt>
                <c:pt idx="1166">
                  <c:v>2.158370152749014</c:v>
                </c:pt>
                <c:pt idx="1167">
                  <c:v>2.143026338827724</c:v>
                </c:pt>
                <c:pt idx="1168">
                  <c:v>2.129252607182448</c:v>
                </c:pt>
                <c:pt idx="1169">
                  <c:v>2.137190341019366</c:v>
                </c:pt>
                <c:pt idx="1170">
                  <c:v>2.2243249359250781</c:v>
                </c:pt>
                <c:pt idx="1171">
                  <c:v>2.3959939611010088</c:v>
                </c:pt>
                <c:pt idx="1172">
                  <c:v>2.5903063035103639</c:v>
                </c:pt>
                <c:pt idx="1173">
                  <c:v>2.7853312022174088</c:v>
                </c:pt>
                <c:pt idx="1174">
                  <c:v>2.9749532165055972</c:v>
                </c:pt>
                <c:pt idx="1175">
                  <c:v>3.1440669412872628</c:v>
                </c:pt>
                <c:pt idx="1176">
                  <c:v>3.2876811275269908</c:v>
                </c:pt>
                <c:pt idx="1177">
                  <c:v>3.4074847407619222</c:v>
                </c:pt>
                <c:pt idx="1178">
                  <c:v>3.503504763131204</c:v>
                </c:pt>
                <c:pt idx="1179">
                  <c:v>3.576704836444939</c:v>
                </c:pt>
                <c:pt idx="1180">
                  <c:v>3.6275459132695711</c:v>
                </c:pt>
                <c:pt idx="1181">
                  <c:v>3.6611868462400201</c:v>
                </c:pt>
                <c:pt idx="1182">
                  <c:v>3.683174928233004</c:v>
                </c:pt>
                <c:pt idx="1183">
                  <c:v>3.6972888196874081</c:v>
                </c:pt>
                <c:pt idx="1184">
                  <c:v>3.7058964268778429</c:v>
                </c:pt>
                <c:pt idx="1185">
                  <c:v>3.7091393447391399</c:v>
                </c:pt>
                <c:pt idx="1186">
                  <c:v>3.7078733820485348</c:v>
                </c:pt>
                <c:pt idx="1187">
                  <c:v>3.7035839582830521</c:v>
                </c:pt>
                <c:pt idx="1188">
                  <c:v>3.697329715804107</c:v>
                </c:pt>
                <c:pt idx="1189">
                  <c:v>3.6898431891638999</c:v>
                </c:pt>
                <c:pt idx="1190">
                  <c:v>3.6813724115606141</c:v>
                </c:pt>
                <c:pt idx="1191">
                  <c:v>3.6708632976274749</c:v>
                </c:pt>
                <c:pt idx="1192">
                  <c:v>3.657206898226681</c:v>
                </c:pt>
                <c:pt idx="1193">
                  <c:v>3.6402742747308099</c:v>
                </c:pt>
                <c:pt idx="1194">
                  <c:v>3.6207315434827119</c:v>
                </c:pt>
                <c:pt idx="1195">
                  <c:v>3.6000213315565519</c:v>
                </c:pt>
                <c:pt idx="1196">
                  <c:v>3.5792820488802981</c:v>
                </c:pt>
                <c:pt idx="1197">
                  <c:v>3.5585082137131678</c:v>
                </c:pt>
                <c:pt idx="1198">
                  <c:v>3.536966752076002</c:v>
                </c:pt>
                <c:pt idx="1199">
                  <c:v>3.5137111616371368</c:v>
                </c:pt>
                <c:pt idx="1200">
                  <c:v>3.4896212273824698</c:v>
                </c:pt>
                <c:pt idx="1201">
                  <c:v>3.4653120137962099</c:v>
                </c:pt>
                <c:pt idx="1202">
                  <c:v>3.441933850141278</c:v>
                </c:pt>
                <c:pt idx="1203">
                  <c:v>3.4237814680452989</c:v>
                </c:pt>
                <c:pt idx="1204">
                  <c:v>3.4090398315901651</c:v>
                </c:pt>
                <c:pt idx="1205">
                  <c:v>3.3937243707836289</c:v>
                </c:pt>
                <c:pt idx="1206">
                  <c:v>3.3757304798258532</c:v>
                </c:pt>
                <c:pt idx="1207">
                  <c:v>3.355718943053164</c:v>
                </c:pt>
                <c:pt idx="1208">
                  <c:v>3.3348569743541399</c:v>
                </c:pt>
                <c:pt idx="1209">
                  <c:v>3.3138899849747299</c:v>
                </c:pt>
                <c:pt idx="1210">
                  <c:v>3.292941776672599</c:v>
                </c:pt>
                <c:pt idx="1211">
                  <c:v>3.2715708112111428</c:v>
                </c:pt>
                <c:pt idx="1212">
                  <c:v>3.249485928941279</c:v>
                </c:pt>
                <c:pt idx="1213">
                  <c:v>3.2269350909270651</c:v>
                </c:pt>
                <c:pt idx="1214">
                  <c:v>3.2046017997033291</c:v>
                </c:pt>
                <c:pt idx="1215">
                  <c:v>3.1830139261870718</c:v>
                </c:pt>
                <c:pt idx="1216">
                  <c:v>3.1625941628433072</c:v>
                </c:pt>
                <c:pt idx="1217">
                  <c:v>3.143332608333743</c:v>
                </c:pt>
                <c:pt idx="1218">
                  <c:v>3.123564450759357</c:v>
                </c:pt>
                <c:pt idx="1219">
                  <c:v>3.1024721108470081</c:v>
                </c:pt>
                <c:pt idx="1220">
                  <c:v>3.080147662544412</c:v>
                </c:pt>
                <c:pt idx="1221">
                  <c:v>3.0569381813567231</c:v>
                </c:pt>
                <c:pt idx="1222">
                  <c:v>3.0332546571810322</c:v>
                </c:pt>
                <c:pt idx="1223">
                  <c:v>3.009213941604274</c:v>
                </c:pt>
                <c:pt idx="1224">
                  <c:v>2.9851421902718598</c:v>
                </c:pt>
                <c:pt idx="1225">
                  <c:v>2.9615006118380398</c:v>
                </c:pt>
                <c:pt idx="1226">
                  <c:v>2.9380746013432848</c:v>
                </c:pt>
                <c:pt idx="1227">
                  <c:v>2.91466734457528</c:v>
                </c:pt>
                <c:pt idx="1228">
                  <c:v>2.8912286337616502</c:v>
                </c:pt>
                <c:pt idx="1229">
                  <c:v>2.867772108605259</c:v>
                </c:pt>
                <c:pt idx="1230">
                  <c:v>2.8445098519963881</c:v>
                </c:pt>
                <c:pt idx="1231">
                  <c:v>2.8213597896900211</c:v>
                </c:pt>
                <c:pt idx="1232">
                  <c:v>2.798458077175404</c:v>
                </c:pt>
                <c:pt idx="1233">
                  <c:v>2.7759184147375469</c:v>
                </c:pt>
                <c:pt idx="1234">
                  <c:v>2.7535769054003332</c:v>
                </c:pt>
                <c:pt idx="1235">
                  <c:v>2.7313879385439028</c:v>
                </c:pt>
                <c:pt idx="1236">
                  <c:v>2.709149537197364</c:v>
                </c:pt>
                <c:pt idx="1237">
                  <c:v>2.6869210117377431</c:v>
                </c:pt>
                <c:pt idx="1238">
                  <c:v>2.6653803451296749</c:v>
                </c:pt>
                <c:pt idx="1239">
                  <c:v>2.6450479131224629</c:v>
                </c:pt>
                <c:pt idx="1240">
                  <c:v>2.6262159949908281</c:v>
                </c:pt>
                <c:pt idx="1241">
                  <c:v>2.6089687362956009</c:v>
                </c:pt>
                <c:pt idx="1242">
                  <c:v>2.5932383008530731</c:v>
                </c:pt>
                <c:pt idx="1243">
                  <c:v>2.5788398896966842</c:v>
                </c:pt>
                <c:pt idx="1244">
                  <c:v>2.564671261690572</c:v>
                </c:pt>
                <c:pt idx="1245">
                  <c:v>2.5507113767668002</c:v>
                </c:pt>
                <c:pt idx="1246">
                  <c:v>2.535126151522296</c:v>
                </c:pt>
                <c:pt idx="1247">
                  <c:v>2.5178212073483821</c:v>
                </c:pt>
                <c:pt idx="1248">
                  <c:v>2.4997203260207939</c:v>
                </c:pt>
                <c:pt idx="1249">
                  <c:v>2.4815095206667439</c:v>
                </c:pt>
                <c:pt idx="1250">
                  <c:v>2.4633466782708928</c:v>
                </c:pt>
                <c:pt idx="1251">
                  <c:v>2.4450912758771599</c:v>
                </c:pt>
                <c:pt idx="1252">
                  <c:v>2.4267902863287159</c:v>
                </c:pt>
                <c:pt idx="1253">
                  <c:v>2.4093286908185179</c:v>
                </c:pt>
                <c:pt idx="1254">
                  <c:v>2.3939885488309529</c:v>
                </c:pt>
                <c:pt idx="1255">
                  <c:v>2.3783111027535542</c:v>
                </c:pt>
                <c:pt idx="1256">
                  <c:v>2.361347588183325</c:v>
                </c:pt>
                <c:pt idx="1257">
                  <c:v>2.3435003302841211</c:v>
                </c:pt>
                <c:pt idx="1258">
                  <c:v>2.3249674661995461</c:v>
                </c:pt>
                <c:pt idx="1259">
                  <c:v>2.3053482532006662</c:v>
                </c:pt>
                <c:pt idx="1260">
                  <c:v>2.285475260815732</c:v>
                </c:pt>
                <c:pt idx="1261">
                  <c:v>2.265883887121336</c:v>
                </c:pt>
                <c:pt idx="1262">
                  <c:v>2.2465550014026139</c:v>
                </c:pt>
                <c:pt idx="1263">
                  <c:v>2.2276923736580341</c:v>
                </c:pt>
                <c:pt idx="1264">
                  <c:v>2.2094387560248241</c:v>
                </c:pt>
                <c:pt idx="1265">
                  <c:v>2.1927760286650368</c:v>
                </c:pt>
                <c:pt idx="1266">
                  <c:v>2.1776169555691451</c:v>
                </c:pt>
                <c:pt idx="1267">
                  <c:v>2.1638552124368231</c:v>
                </c:pt>
                <c:pt idx="1268">
                  <c:v>2.151861716859075</c:v>
                </c:pt>
                <c:pt idx="1269">
                  <c:v>2.1419418033633359</c:v>
                </c:pt>
                <c:pt idx="1270">
                  <c:v>2.1306185243719562</c:v>
                </c:pt>
                <c:pt idx="1271">
                  <c:v>2.11680584241945</c:v>
                </c:pt>
                <c:pt idx="1272">
                  <c:v>2.1015728893073038</c:v>
                </c:pt>
                <c:pt idx="1273">
                  <c:v>2.0845351896266271</c:v>
                </c:pt>
                <c:pt idx="1274">
                  <c:v>2.0660171633239761</c:v>
                </c:pt>
                <c:pt idx="1275">
                  <c:v>2.047282584213491</c:v>
                </c:pt>
                <c:pt idx="1276">
                  <c:v>2.029334814990535</c:v>
                </c:pt>
                <c:pt idx="1277">
                  <c:v>2.012520768813117</c:v>
                </c:pt>
                <c:pt idx="1278">
                  <c:v>1.996662650275151</c:v>
                </c:pt>
                <c:pt idx="1279">
                  <c:v>1.9803789285394089</c:v>
                </c:pt>
                <c:pt idx="1280">
                  <c:v>1.9637928625577421</c:v>
                </c:pt>
                <c:pt idx="1281">
                  <c:v>1.947844915906531</c:v>
                </c:pt>
                <c:pt idx="1282">
                  <c:v>1.935005575534787</c:v>
                </c:pt>
                <c:pt idx="1283">
                  <c:v>1.9279555884535879</c:v>
                </c:pt>
                <c:pt idx="1284">
                  <c:v>1.923275239330674</c:v>
                </c:pt>
                <c:pt idx="1285">
                  <c:v>1.921681968974521</c:v>
                </c:pt>
                <c:pt idx="1286">
                  <c:v>1.9193977251975121</c:v>
                </c:pt>
                <c:pt idx="1287">
                  <c:v>1.9121048979052571</c:v>
                </c:pt>
                <c:pt idx="1288">
                  <c:v>1.902436173246044</c:v>
                </c:pt>
                <c:pt idx="1289">
                  <c:v>1.8945221864163351</c:v>
                </c:pt>
                <c:pt idx="1290">
                  <c:v>1.887752976018795</c:v>
                </c:pt>
                <c:pt idx="1291">
                  <c:v>1.8813723047438919</c:v>
                </c:pt>
                <c:pt idx="1292">
                  <c:v>1.8771544272244629</c:v>
                </c:pt>
                <c:pt idx="1293">
                  <c:v>1.8773233082968059</c:v>
                </c:pt>
                <c:pt idx="1294">
                  <c:v>1.8763814173048969</c:v>
                </c:pt>
                <c:pt idx="1295">
                  <c:v>1.8685500552395871</c:v>
                </c:pt>
                <c:pt idx="1296">
                  <c:v>1.855191296406594</c:v>
                </c:pt>
                <c:pt idx="1297">
                  <c:v>1.8393065380647851</c:v>
                </c:pt>
                <c:pt idx="1298">
                  <c:v>1.8231690632866271</c:v>
                </c:pt>
                <c:pt idx="1299">
                  <c:v>1.808303952179763</c:v>
                </c:pt>
                <c:pt idx="1300">
                  <c:v>1.796667505229143</c:v>
                </c:pt>
                <c:pt idx="1301">
                  <c:v>1.7846755917608419</c:v>
                </c:pt>
                <c:pt idx="1302">
                  <c:v>1.771303271700692</c:v>
                </c:pt>
                <c:pt idx="1303">
                  <c:v>1.759255782461647</c:v>
                </c:pt>
                <c:pt idx="1304">
                  <c:v>1.760357783624088</c:v>
                </c:pt>
                <c:pt idx="1305">
                  <c:v>1.7752526188327451</c:v>
                </c:pt>
                <c:pt idx="1306">
                  <c:v>1.791914515049303</c:v>
                </c:pt>
                <c:pt idx="1307">
                  <c:v>1.803282822242966</c:v>
                </c:pt>
                <c:pt idx="1308">
                  <c:v>1.8064968666126351</c:v>
                </c:pt>
                <c:pt idx="1309">
                  <c:v>1.801768960770525</c:v>
                </c:pt>
                <c:pt idx="1310">
                  <c:v>1.7907008823490309</c:v>
                </c:pt>
                <c:pt idx="1311">
                  <c:v>1.7759943544763359</c:v>
                </c:pt>
                <c:pt idx="1312">
                  <c:v>1.760145073868038</c:v>
                </c:pt>
                <c:pt idx="1313">
                  <c:v>1.7447450937429041</c:v>
                </c:pt>
                <c:pt idx="1314">
                  <c:v>1.730608992984453</c:v>
                </c:pt>
                <c:pt idx="1315">
                  <c:v>1.7180390292758001</c:v>
                </c:pt>
                <c:pt idx="1316">
                  <c:v>1.7070271284249741</c:v>
                </c:pt>
                <c:pt idx="1317">
                  <c:v>1.697016825528965</c:v>
                </c:pt>
                <c:pt idx="1318">
                  <c:v>1.6876110244708069</c:v>
                </c:pt>
                <c:pt idx="1319">
                  <c:v>1.678561491449311</c:v>
                </c:pt>
                <c:pt idx="1320">
                  <c:v>1.6695352381516759</c:v>
                </c:pt>
                <c:pt idx="1321">
                  <c:v>1.6607390288568911</c:v>
                </c:pt>
                <c:pt idx="1322">
                  <c:v>1.6579923288958629</c:v>
                </c:pt>
                <c:pt idx="1323">
                  <c:v>1.699446045091678</c:v>
                </c:pt>
                <c:pt idx="1324">
                  <c:v>1.816980105785835</c:v>
                </c:pt>
                <c:pt idx="1325">
                  <c:v>1.9289533911721419</c:v>
                </c:pt>
                <c:pt idx="1326">
                  <c:v>1.9965187295413731</c:v>
                </c:pt>
                <c:pt idx="1327">
                  <c:v>2.03142557588277</c:v>
                </c:pt>
                <c:pt idx="1328">
                  <c:v>2.046241784169978</c:v>
                </c:pt>
                <c:pt idx="1329">
                  <c:v>2.0493458498935042</c:v>
                </c:pt>
                <c:pt idx="1330">
                  <c:v>2.0442921252064679</c:v>
                </c:pt>
                <c:pt idx="1331">
                  <c:v>2.03459207080166</c:v>
                </c:pt>
                <c:pt idx="1332">
                  <c:v>2.0233273336255162</c:v>
                </c:pt>
                <c:pt idx="1333">
                  <c:v>2.011825981996624</c:v>
                </c:pt>
                <c:pt idx="1334">
                  <c:v>1.999770263443521</c:v>
                </c:pt>
                <c:pt idx="1335">
                  <c:v>1.9879338144171499</c:v>
                </c:pt>
                <c:pt idx="1336">
                  <c:v>1.9769837229643521</c:v>
                </c:pt>
                <c:pt idx="1337">
                  <c:v>1.9665359769043831</c:v>
                </c:pt>
                <c:pt idx="1338">
                  <c:v>1.954840865106908</c:v>
                </c:pt>
                <c:pt idx="1339">
                  <c:v>1.940189885645466</c:v>
                </c:pt>
                <c:pt idx="1340">
                  <c:v>1.9234687414738849</c:v>
                </c:pt>
                <c:pt idx="1341">
                  <c:v>1.905900350464256</c:v>
                </c:pt>
                <c:pt idx="1342">
                  <c:v>1.888359558730009</c:v>
                </c:pt>
                <c:pt idx="1343">
                  <c:v>1.8712626197595561</c:v>
                </c:pt>
                <c:pt idx="1344">
                  <c:v>1.8545585700609719</c:v>
                </c:pt>
                <c:pt idx="1345">
                  <c:v>1.8382264834263551</c:v>
                </c:pt>
                <c:pt idx="1346">
                  <c:v>1.823245544226163</c:v>
                </c:pt>
                <c:pt idx="1347">
                  <c:v>1.8138145738098179</c:v>
                </c:pt>
                <c:pt idx="1348">
                  <c:v>1.8182909001584879</c:v>
                </c:pt>
                <c:pt idx="1349">
                  <c:v>1.8322254193674321</c:v>
                </c:pt>
                <c:pt idx="1350">
                  <c:v>1.8380568017398391</c:v>
                </c:pt>
                <c:pt idx="1351">
                  <c:v>1.8335846929513631</c:v>
                </c:pt>
                <c:pt idx="1352">
                  <c:v>1.8226500483811581</c:v>
                </c:pt>
                <c:pt idx="1353">
                  <c:v>1.80878321008184</c:v>
                </c:pt>
                <c:pt idx="1354">
                  <c:v>1.7943702790156359</c:v>
                </c:pt>
                <c:pt idx="1355">
                  <c:v>1.779475332414735</c:v>
                </c:pt>
                <c:pt idx="1356">
                  <c:v>1.7639877660689081</c:v>
                </c:pt>
                <c:pt idx="1357">
                  <c:v>1.7487532938908139</c:v>
                </c:pt>
                <c:pt idx="1358">
                  <c:v>1.734364652275725</c:v>
                </c:pt>
                <c:pt idx="1359">
                  <c:v>1.720241731789649</c:v>
                </c:pt>
                <c:pt idx="1360">
                  <c:v>1.7064471491362869</c:v>
                </c:pt>
                <c:pt idx="1361">
                  <c:v>1.692937599632887</c:v>
                </c:pt>
                <c:pt idx="1362">
                  <c:v>1.679745051304431</c:v>
                </c:pt>
                <c:pt idx="1363">
                  <c:v>1.666913406735983</c:v>
                </c:pt>
                <c:pt idx="1364">
                  <c:v>1.6546296940221019</c:v>
                </c:pt>
                <c:pt idx="1365">
                  <c:v>1.6431214403389649</c:v>
                </c:pt>
                <c:pt idx="1366">
                  <c:v>1.6322868410200591</c:v>
                </c:pt>
                <c:pt idx="1367">
                  <c:v>1.6227008163833141</c:v>
                </c:pt>
                <c:pt idx="1368">
                  <c:v>1.6121067449620829</c:v>
                </c:pt>
                <c:pt idx="1369">
                  <c:v>1.6004613775334331</c:v>
                </c:pt>
                <c:pt idx="1370">
                  <c:v>1.5884445328339341</c:v>
                </c:pt>
                <c:pt idx="1371">
                  <c:v>1.5766869667205869</c:v>
                </c:pt>
                <c:pt idx="1372">
                  <c:v>1.565749039348012</c:v>
                </c:pt>
                <c:pt idx="1373">
                  <c:v>1.5554340735431069</c:v>
                </c:pt>
                <c:pt idx="1374">
                  <c:v>1.545126316840731</c:v>
                </c:pt>
                <c:pt idx="1375">
                  <c:v>1.534420057815262</c:v>
                </c:pt>
                <c:pt idx="1376">
                  <c:v>1.523355229385239</c:v>
                </c:pt>
                <c:pt idx="1377">
                  <c:v>1.513755251585011</c:v>
                </c:pt>
                <c:pt idx="1378">
                  <c:v>1.5054046386115301</c:v>
                </c:pt>
                <c:pt idx="1379">
                  <c:v>1.4974372334032671</c:v>
                </c:pt>
                <c:pt idx="1380">
                  <c:v>1.488908105414763</c:v>
                </c:pt>
                <c:pt idx="1381">
                  <c:v>1.478987761404319</c:v>
                </c:pt>
                <c:pt idx="1382">
                  <c:v>1.4697761914272991</c:v>
                </c:pt>
                <c:pt idx="1383">
                  <c:v>1.4626499619609279</c:v>
                </c:pt>
                <c:pt idx="1384">
                  <c:v>1.456019164117174</c:v>
                </c:pt>
                <c:pt idx="1385">
                  <c:v>1.4503492589895091</c:v>
                </c:pt>
                <c:pt idx="1386">
                  <c:v>1.4477252319418801</c:v>
                </c:pt>
                <c:pt idx="1387">
                  <c:v>1.4526287938635549</c:v>
                </c:pt>
                <c:pt idx="1388">
                  <c:v>1.463593944715704</c:v>
                </c:pt>
                <c:pt idx="1389">
                  <c:v>1.468692476410451</c:v>
                </c:pt>
                <c:pt idx="1390">
                  <c:v>1.4643469267887621</c:v>
                </c:pt>
                <c:pt idx="1391">
                  <c:v>1.454013802929299</c:v>
                </c:pt>
                <c:pt idx="1392">
                  <c:v>1.441457598443153</c:v>
                </c:pt>
                <c:pt idx="1393">
                  <c:v>1.4287948102198651</c:v>
                </c:pt>
                <c:pt idx="1394">
                  <c:v>1.41647060040874</c:v>
                </c:pt>
                <c:pt idx="1395">
                  <c:v>1.4047421226173531</c:v>
                </c:pt>
                <c:pt idx="1396">
                  <c:v>1.3938574543486371</c:v>
                </c:pt>
                <c:pt idx="1397">
                  <c:v>1.3837249797268181</c:v>
                </c:pt>
                <c:pt idx="1398">
                  <c:v>1.3744132628405601</c:v>
                </c:pt>
                <c:pt idx="1399">
                  <c:v>1.36601094890226</c:v>
                </c:pt>
                <c:pt idx="1400">
                  <c:v>1.3584884651515901</c:v>
                </c:pt>
                <c:pt idx="1401">
                  <c:v>1.3533778822128131</c:v>
                </c:pt>
                <c:pt idx="1402">
                  <c:v>1.3620793129891771</c:v>
                </c:pt>
                <c:pt idx="1403">
                  <c:v>1.376028239253553</c:v>
                </c:pt>
                <c:pt idx="1404">
                  <c:v>1.381415184321612</c:v>
                </c:pt>
                <c:pt idx="1405">
                  <c:v>1.378833591779479</c:v>
                </c:pt>
                <c:pt idx="1406">
                  <c:v>1.3746419409499699</c:v>
                </c:pt>
                <c:pt idx="1407">
                  <c:v>1.374925795406915</c:v>
                </c:pt>
                <c:pt idx="1408">
                  <c:v>1.382850073164098</c:v>
                </c:pt>
                <c:pt idx="1409">
                  <c:v>1.4036706861700801</c:v>
                </c:pt>
                <c:pt idx="1410">
                  <c:v>1.4342537339463231</c:v>
                </c:pt>
                <c:pt idx="1411">
                  <c:v>1.462010235231348</c:v>
                </c:pt>
                <c:pt idx="1412">
                  <c:v>1.488201904888437</c:v>
                </c:pt>
                <c:pt idx="1413">
                  <c:v>1.506402625703346</c:v>
                </c:pt>
                <c:pt idx="1414">
                  <c:v>1.5175006891513141</c:v>
                </c:pt>
                <c:pt idx="1415">
                  <c:v>1.5257591154754619</c:v>
                </c:pt>
                <c:pt idx="1416">
                  <c:v>1.53888917783195</c:v>
                </c:pt>
                <c:pt idx="1417">
                  <c:v>1.557951128067163</c:v>
                </c:pt>
                <c:pt idx="1418">
                  <c:v>1.5764342559056279</c:v>
                </c:pt>
                <c:pt idx="1419">
                  <c:v>1.584520485545327</c:v>
                </c:pt>
                <c:pt idx="1420">
                  <c:v>1.585191674522497</c:v>
                </c:pt>
                <c:pt idx="1421">
                  <c:v>1.585086201795386</c:v>
                </c:pt>
                <c:pt idx="1422">
                  <c:v>1.593570134512821</c:v>
                </c:pt>
                <c:pt idx="1423">
                  <c:v>1.607434878777942</c:v>
                </c:pt>
                <c:pt idx="1424">
                  <c:v>1.624662637368107</c:v>
                </c:pt>
                <c:pt idx="1425">
                  <c:v>1.655909689601522</c:v>
                </c:pt>
                <c:pt idx="1426">
                  <c:v>1.7089061755148951</c:v>
                </c:pt>
                <c:pt idx="1427">
                  <c:v>1.7810733473381211</c:v>
                </c:pt>
                <c:pt idx="1428">
                  <c:v>1.8614308398342609</c:v>
                </c:pt>
                <c:pt idx="1429">
                  <c:v>1.9295381883738649</c:v>
                </c:pt>
                <c:pt idx="1430">
                  <c:v>1.973870374623905</c:v>
                </c:pt>
                <c:pt idx="1431">
                  <c:v>2.0122432539218749</c:v>
                </c:pt>
                <c:pt idx="1432">
                  <c:v>2.046185353462572</c:v>
                </c:pt>
                <c:pt idx="1433">
                  <c:v>2.0636314887487228</c:v>
                </c:pt>
                <c:pt idx="1434">
                  <c:v>2.0684019901185091</c:v>
                </c:pt>
                <c:pt idx="1435">
                  <c:v>2.0630195866477381</c:v>
                </c:pt>
                <c:pt idx="1436">
                  <c:v>2.0505988425714459</c:v>
                </c:pt>
                <c:pt idx="1437">
                  <c:v>2.034762710377962</c:v>
                </c:pt>
                <c:pt idx="1438">
                  <c:v>2.0181613312815729</c:v>
                </c:pt>
                <c:pt idx="1439">
                  <c:v>2.003514710781038</c:v>
                </c:pt>
                <c:pt idx="1440">
                  <c:v>2.0032755877228068</c:v>
                </c:pt>
                <c:pt idx="1441">
                  <c:v>2.023832840212656</c:v>
                </c:pt>
                <c:pt idx="1442">
                  <c:v>2.0477914292417898</c:v>
                </c:pt>
                <c:pt idx="1443">
                  <c:v>2.0746055087664579</c:v>
                </c:pt>
                <c:pt idx="1444">
                  <c:v>2.1137142642888258</c:v>
                </c:pt>
                <c:pt idx="1445">
                  <c:v>2.1470998787528019</c:v>
                </c:pt>
                <c:pt idx="1446">
                  <c:v>2.1633262176344168</c:v>
                </c:pt>
                <c:pt idx="1447">
                  <c:v>2.1652013709693851</c:v>
                </c:pt>
                <c:pt idx="1448">
                  <c:v>2.1592229986421492</c:v>
                </c:pt>
                <c:pt idx="1449">
                  <c:v>2.1503604532203791</c:v>
                </c:pt>
                <c:pt idx="1450">
                  <c:v>2.150736078636184</c:v>
                </c:pt>
                <c:pt idx="1451">
                  <c:v>2.1644316079761068</c:v>
                </c:pt>
                <c:pt idx="1452">
                  <c:v>2.174902144252949</c:v>
                </c:pt>
                <c:pt idx="1453">
                  <c:v>2.1741626789167801</c:v>
                </c:pt>
                <c:pt idx="1454">
                  <c:v>2.164830391242909</c:v>
                </c:pt>
                <c:pt idx="1455">
                  <c:v>2.1511153137815242</c:v>
                </c:pt>
                <c:pt idx="1456">
                  <c:v>2.1368730393027029</c:v>
                </c:pt>
                <c:pt idx="1457">
                  <c:v>2.1262868853403232</c:v>
                </c:pt>
                <c:pt idx="1458">
                  <c:v>2.1151443123614428</c:v>
                </c:pt>
                <c:pt idx="1459">
                  <c:v>2.1006719782643422</c:v>
                </c:pt>
                <c:pt idx="1460">
                  <c:v>2.0846343683778299</c:v>
                </c:pt>
                <c:pt idx="1461">
                  <c:v>2.072981390637878</c:v>
                </c:pt>
                <c:pt idx="1462">
                  <c:v>2.0714681301466622</c:v>
                </c:pt>
                <c:pt idx="1463">
                  <c:v>2.073081213859743</c:v>
                </c:pt>
                <c:pt idx="1464">
                  <c:v>2.068022706846333</c:v>
                </c:pt>
                <c:pt idx="1465">
                  <c:v>2.056416068266139</c:v>
                </c:pt>
                <c:pt idx="1466">
                  <c:v>2.0412035307294181</c:v>
                </c:pt>
                <c:pt idx="1467">
                  <c:v>2.0248102254832969</c:v>
                </c:pt>
                <c:pt idx="1468">
                  <c:v>2.008740914716356</c:v>
                </c:pt>
              </c:numCache>
            </c:numRef>
          </c:yVal>
          <c:smooth val="1"/>
          <c:extLst>
            <c:ext xmlns:c16="http://schemas.microsoft.com/office/drawing/2014/chart" uri="{C3380CC4-5D6E-409C-BE32-E72D297353CC}">
              <c16:uniqueId val="{00000000-B266-4A13-B136-40B119F39778}"/>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numCache>
            </c:numRef>
          </c:yVal>
          <c:smooth val="1"/>
          <c:extLst>
            <c:ext xmlns:c16="http://schemas.microsoft.com/office/drawing/2014/chart" uri="{C3380CC4-5D6E-409C-BE32-E72D297353CC}">
              <c16:uniqueId val="{00000001-B266-4A13-B136-40B119F39778}"/>
            </c:ext>
          </c:extLst>
        </c:ser>
        <c:dLbls>
          <c:showLegendKey val="0"/>
          <c:showVal val="0"/>
          <c:showCatName val="0"/>
          <c:showSerName val="0"/>
          <c:showPercent val="0"/>
          <c:showBubbleSize val="0"/>
        </c:dLbls>
        <c:axId val="96721184"/>
        <c:axId val="96725024"/>
      </c:scatterChart>
      <c:valAx>
        <c:axId val="96721184"/>
        <c:scaling>
          <c:orientation val="minMax"/>
          <c:max val="5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067665150159418"/>
          <c:y val="3.7700025060541861E-2"/>
          <c:w val="0.85531832678789999"/>
          <c:h val="0.67170780744631287"/>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Sheet2!$C$2:$C$1552</c:f>
              <c:numCache>
                <c:formatCode>General</c:formatCode>
                <c:ptCount val="1551"/>
                <c:pt idx="0">
                  <c:v>1.248081625316386</c:v>
                </c:pt>
                <c:pt idx="1">
                  <c:v>1.2463974283892001</c:v>
                </c:pt>
                <c:pt idx="2">
                  <c:v>1.244609603361172</c:v>
                </c:pt>
                <c:pt idx="3">
                  <c:v>1.2426070984343871</c:v>
                </c:pt>
                <c:pt idx="4">
                  <c:v>1.240263725580798</c:v>
                </c:pt>
                <c:pt idx="5">
                  <c:v>1.2375355375693471</c:v>
                </c:pt>
                <c:pt idx="6">
                  <c:v>1.2344484282526149</c:v>
                </c:pt>
                <c:pt idx="7">
                  <c:v>1.231068886350015</c:v>
                </c:pt>
                <c:pt idx="8">
                  <c:v>1.2274711769375191</c:v>
                </c:pt>
                <c:pt idx="9">
                  <c:v>1.223712871928714</c:v>
                </c:pt>
                <c:pt idx="10">
                  <c:v>1.2198240680058481</c:v>
                </c:pt>
                <c:pt idx="11">
                  <c:v>1.215809307066849</c:v>
                </c:pt>
                <c:pt idx="12">
                  <c:v>1.2116572853486141</c:v>
                </c:pt>
                <c:pt idx="13">
                  <c:v>1.2073525428933729</c:v>
                </c:pt>
                <c:pt idx="14">
                  <c:v>1.202884810058078</c:v>
                </c:pt>
                <c:pt idx="15">
                  <c:v>1.1978318106197721</c:v>
                </c:pt>
                <c:pt idx="16">
                  <c:v>1.1911741120200361</c:v>
                </c:pt>
                <c:pt idx="17">
                  <c:v>1.1838057589797959</c:v>
                </c:pt>
                <c:pt idx="18">
                  <c:v>1.178451325167956</c:v>
                </c:pt>
                <c:pt idx="19">
                  <c:v>1.1881537313384649</c:v>
                </c:pt>
                <c:pt idx="20">
                  <c:v>1.270672105365561</c:v>
                </c:pt>
                <c:pt idx="21">
                  <c:v>1.4757563776740481</c:v>
                </c:pt>
                <c:pt idx="22">
                  <c:v>1.7228337910091951</c:v>
                </c:pt>
                <c:pt idx="23">
                  <c:v>1.9816049167220591</c:v>
                </c:pt>
                <c:pt idx="24">
                  <c:v>2.2362506436782672</c:v>
                </c:pt>
                <c:pt idx="25">
                  <c:v>2.4721282518680812</c:v>
                </c:pt>
                <c:pt idx="26">
                  <c:v>2.6915613353095731</c:v>
                </c:pt>
                <c:pt idx="27">
                  <c:v>2.8978723767791408</c:v>
                </c:pt>
                <c:pt idx="28">
                  <c:v>3.092773293280827</c:v>
                </c:pt>
                <c:pt idx="29">
                  <c:v>3.274938892398402</c:v>
                </c:pt>
                <c:pt idx="30">
                  <c:v>3.4421588536305419</c:v>
                </c:pt>
                <c:pt idx="31">
                  <c:v>3.5933357938695258</c:v>
                </c:pt>
                <c:pt idx="32">
                  <c:v>3.7271395095166029</c:v>
                </c:pt>
                <c:pt idx="33">
                  <c:v>3.838471466198361</c:v>
                </c:pt>
                <c:pt idx="34">
                  <c:v>3.924996931986243</c:v>
                </c:pt>
                <c:pt idx="35">
                  <c:v>3.9894300197173842</c:v>
                </c:pt>
                <c:pt idx="36">
                  <c:v>4.0364873980623672</c:v>
                </c:pt>
                <c:pt idx="37">
                  <c:v>4.0709277204411922</c:v>
                </c:pt>
                <c:pt idx="38">
                  <c:v>4.0966010931947761</c:v>
                </c:pt>
                <c:pt idx="39">
                  <c:v>4.1167787138727023</c:v>
                </c:pt>
                <c:pt idx="40">
                  <c:v>4.1338024731768872</c:v>
                </c:pt>
                <c:pt idx="41">
                  <c:v>4.1489125786203216</c:v>
                </c:pt>
                <c:pt idx="42">
                  <c:v>4.1623977883084704</c:v>
                </c:pt>
                <c:pt idx="43">
                  <c:v>4.1739465743789408</c:v>
                </c:pt>
                <c:pt idx="44">
                  <c:v>4.1830162339537704</c:v>
                </c:pt>
                <c:pt idx="45">
                  <c:v>4.1890709378428141</c:v>
                </c:pt>
                <c:pt idx="46">
                  <c:v>4.1917266549876127</c:v>
                </c:pt>
                <c:pt idx="47">
                  <c:v>4.1908078165755196</c:v>
                </c:pt>
                <c:pt idx="48">
                  <c:v>4.186342752999038</c:v>
                </c:pt>
                <c:pt idx="49">
                  <c:v>4.1783130743931061</c:v>
                </c:pt>
                <c:pt idx="50">
                  <c:v>4.1670699543273759</c:v>
                </c:pt>
                <c:pt idx="51">
                  <c:v>4.1538051027265563</c:v>
                </c:pt>
                <c:pt idx="52">
                  <c:v>4.1393469071827642</c:v>
                </c:pt>
                <c:pt idx="53">
                  <c:v>4.1270765536499727</c:v>
                </c:pt>
                <c:pt idx="54">
                  <c:v>4.1308394203658176</c:v>
                </c:pt>
                <c:pt idx="55">
                  <c:v>4.1585001257445784</c:v>
                </c:pt>
                <c:pt idx="56">
                  <c:v>4.2108469349448319</c:v>
                </c:pt>
                <c:pt idx="57">
                  <c:v>4.2869993259555548</c:v>
                </c:pt>
                <c:pt idx="58">
                  <c:v>4.3820141939303046</c:v>
                </c:pt>
                <c:pt idx="59">
                  <c:v>4.4862535673723283</c:v>
                </c:pt>
                <c:pt idx="60">
                  <c:v>4.5869528158299238</c:v>
                </c:pt>
                <c:pt idx="61">
                  <c:v>4.6745284135594174</c:v>
                </c:pt>
                <c:pt idx="62">
                  <c:v>4.7481586682826551</c:v>
                </c:pt>
                <c:pt idx="63">
                  <c:v>4.8117697235376848</c:v>
                </c:pt>
                <c:pt idx="64">
                  <c:v>4.8684861191750253</c:v>
                </c:pt>
                <c:pt idx="65">
                  <c:v>4.9196058927710578</c:v>
                </c:pt>
                <c:pt idx="66">
                  <c:v>4.9667322009768826</c:v>
                </c:pt>
                <c:pt idx="67">
                  <c:v>5.0108418523043836</c:v>
                </c:pt>
                <c:pt idx="68">
                  <c:v>5.0502421134060729</c:v>
                </c:pt>
                <c:pt idx="69">
                  <c:v>5.085907647714917</c:v>
                </c:pt>
                <c:pt idx="70">
                  <c:v>5.1190179725946816</c:v>
                </c:pt>
                <c:pt idx="71">
                  <c:v>5.1521340439238648</c:v>
                </c:pt>
                <c:pt idx="72">
                  <c:v>5.1872518049447232</c:v>
                </c:pt>
                <c:pt idx="73">
                  <c:v>5.2225388896263603</c:v>
                </c:pt>
                <c:pt idx="74">
                  <c:v>5.252575737432303</c:v>
                </c:pt>
                <c:pt idx="75">
                  <c:v>5.275512131030732</c:v>
                </c:pt>
                <c:pt idx="76">
                  <c:v>5.2928913318139621</c:v>
                </c:pt>
                <c:pt idx="77">
                  <c:v>5.3053550404653418</c:v>
                </c:pt>
                <c:pt idx="78">
                  <c:v>5.3133328342141652</c:v>
                </c:pt>
                <c:pt idx="79">
                  <c:v>5.3179196234631583</c:v>
                </c:pt>
                <c:pt idx="80">
                  <c:v>5.3198518485334283</c:v>
                </c:pt>
                <c:pt idx="81">
                  <c:v>5.3178810828343064</c:v>
                </c:pt>
                <c:pt idx="82">
                  <c:v>5.3132285817473379</c:v>
                </c:pt>
                <c:pt idx="83">
                  <c:v>5.3076506356802584</c:v>
                </c:pt>
                <c:pt idx="84">
                  <c:v>5.3021675344333641</c:v>
                </c:pt>
                <c:pt idx="85">
                  <c:v>5.2971625772897646</c:v>
                </c:pt>
                <c:pt idx="86">
                  <c:v>5.2926633152035922</c:v>
                </c:pt>
                <c:pt idx="87">
                  <c:v>5.2885441325386449</c:v>
                </c:pt>
                <c:pt idx="88">
                  <c:v>5.2846073271210443</c:v>
                </c:pt>
                <c:pt idx="89">
                  <c:v>5.2804307255919811</c:v>
                </c:pt>
                <c:pt idx="90">
                  <c:v>5.2755878102138132</c:v>
                </c:pt>
                <c:pt idx="91">
                  <c:v>5.2697551059691641</c:v>
                </c:pt>
                <c:pt idx="92">
                  <c:v>5.2626492252959931</c:v>
                </c:pt>
                <c:pt idx="93">
                  <c:v>5.254001091657484</c:v>
                </c:pt>
                <c:pt idx="94">
                  <c:v>5.2435568765392881</c:v>
                </c:pt>
                <c:pt idx="95">
                  <c:v>5.231092857097579</c:v>
                </c:pt>
                <c:pt idx="96">
                  <c:v>5.2164294584800439</c:v>
                </c:pt>
                <c:pt idx="97">
                  <c:v>5.1994485901958178</c:v>
                </c:pt>
                <c:pt idx="98">
                  <c:v>5.180118521514026</c:v>
                </c:pt>
                <c:pt idx="99">
                  <c:v>5.1585106690591811</c:v>
                </c:pt>
                <c:pt idx="100">
                  <c:v>5.1348144842424102</c:v>
                </c:pt>
                <c:pt idx="101">
                  <c:v>5.1093574534097659</c:v>
                </c:pt>
                <c:pt idx="102">
                  <c:v>5.082275386210175</c:v>
                </c:pt>
                <c:pt idx="103">
                  <c:v>5.054009245120624</c:v>
                </c:pt>
                <c:pt idx="104">
                  <c:v>5.0255415105073764</c:v>
                </c:pt>
                <c:pt idx="105">
                  <c:v>4.9971195462148117</c:v>
                </c:pt>
                <c:pt idx="106">
                  <c:v>4.9686345105177976</c:v>
                </c:pt>
                <c:pt idx="107">
                  <c:v>4.9399480172935091</c:v>
                </c:pt>
                <c:pt idx="108">
                  <c:v>4.9117424235484437</c:v>
                </c:pt>
                <c:pt idx="109">
                  <c:v>4.8834155431482378</c:v>
                </c:pt>
                <c:pt idx="110">
                  <c:v>4.8542640179525662</c:v>
                </c:pt>
                <c:pt idx="111">
                  <c:v>4.8246082630544773</c:v>
                </c:pt>
                <c:pt idx="112">
                  <c:v>4.7948853252183063</c:v>
                </c:pt>
                <c:pt idx="113">
                  <c:v>4.7658459699933839</c:v>
                </c:pt>
                <c:pt idx="114">
                  <c:v>4.7399619144083962</c:v>
                </c:pt>
                <c:pt idx="115">
                  <c:v>4.7210149877600074</c:v>
                </c:pt>
                <c:pt idx="116">
                  <c:v>4.7087349312046616</c:v>
                </c:pt>
                <c:pt idx="117">
                  <c:v>4.6972261776500996</c:v>
                </c:pt>
                <c:pt idx="118">
                  <c:v>4.6835176483781096</c:v>
                </c:pt>
                <c:pt idx="119">
                  <c:v>4.6682150433604077</c:v>
                </c:pt>
                <c:pt idx="120">
                  <c:v>4.6515647873193409</c:v>
                </c:pt>
                <c:pt idx="121">
                  <c:v>4.6336326989258243</c:v>
                </c:pt>
                <c:pt idx="122">
                  <c:v>4.6143791347298331</c:v>
                </c:pt>
                <c:pt idx="123">
                  <c:v>4.5943235381625316</c:v>
                </c:pt>
                <c:pt idx="124">
                  <c:v>4.5745491848392206</c:v>
                </c:pt>
                <c:pt idx="125">
                  <c:v>4.5558112545691047</c:v>
                </c:pt>
                <c:pt idx="126">
                  <c:v>4.5384120286377501</c:v>
                </c:pt>
                <c:pt idx="127">
                  <c:v>4.5223123199581314</c:v>
                </c:pt>
                <c:pt idx="128">
                  <c:v>4.5055965337659352</c:v>
                </c:pt>
                <c:pt idx="129">
                  <c:v>4.4890046556536474</c:v>
                </c:pt>
                <c:pt idx="130">
                  <c:v>4.4757543116117491</c:v>
                </c:pt>
                <c:pt idx="131">
                  <c:v>4.464699845892623</c:v>
                </c:pt>
                <c:pt idx="132">
                  <c:v>4.4557429242556914</c:v>
                </c:pt>
                <c:pt idx="133">
                  <c:v>4.448040948508698</c:v>
                </c:pt>
                <c:pt idx="134">
                  <c:v>4.441609439103269</c:v>
                </c:pt>
                <c:pt idx="135">
                  <c:v>4.4352324188542953</c:v>
                </c:pt>
                <c:pt idx="136">
                  <c:v>4.4258791624339811</c:v>
                </c:pt>
                <c:pt idx="137">
                  <c:v>4.4141786264506724</c:v>
                </c:pt>
                <c:pt idx="138">
                  <c:v>4.4004700574971434</c:v>
                </c:pt>
                <c:pt idx="139">
                  <c:v>4.3844463640715938</c:v>
                </c:pt>
                <c:pt idx="140">
                  <c:v>4.3671414406697862</c:v>
                </c:pt>
                <c:pt idx="141">
                  <c:v>4.3496628296151902</c:v>
                </c:pt>
                <c:pt idx="142">
                  <c:v>4.3328478251516707</c:v>
                </c:pt>
                <c:pt idx="143">
                  <c:v>4.317082490025907</c:v>
                </c:pt>
                <c:pt idx="144">
                  <c:v>4.3024147729915816</c:v>
                </c:pt>
                <c:pt idx="145">
                  <c:v>4.2880768402610094</c:v>
                </c:pt>
                <c:pt idx="146">
                  <c:v>4.2719809061511711</c:v>
                </c:pt>
                <c:pt idx="147">
                  <c:v>4.2530724745771069</c:v>
                </c:pt>
                <c:pt idx="148">
                  <c:v>4.2315833605869928</c:v>
                </c:pt>
                <c:pt idx="149">
                  <c:v>4.2093613517463302</c:v>
                </c:pt>
                <c:pt idx="150">
                  <c:v>4.1910852801604106</c:v>
                </c:pt>
                <c:pt idx="151">
                  <c:v>4.1989972663606094</c:v>
                </c:pt>
                <c:pt idx="152">
                  <c:v>4.2572184634687549</c:v>
                </c:pt>
                <c:pt idx="153">
                  <c:v>4.341730392855931</c:v>
                </c:pt>
                <c:pt idx="154">
                  <c:v>4.4317526979792037</c:v>
                </c:pt>
                <c:pt idx="155">
                  <c:v>4.5222236646748666</c:v>
                </c:pt>
                <c:pt idx="156">
                  <c:v>4.6086859324626781</c:v>
                </c:pt>
                <c:pt idx="157">
                  <c:v>4.6830158080930504</c:v>
                </c:pt>
                <c:pt idx="158">
                  <c:v>4.7421320071512332</c:v>
                </c:pt>
                <c:pt idx="159">
                  <c:v>4.7876988820484883</c:v>
                </c:pt>
                <c:pt idx="160">
                  <c:v>4.8229443435893602</c:v>
                </c:pt>
                <c:pt idx="161">
                  <c:v>4.8510852160581859</c:v>
                </c:pt>
                <c:pt idx="162">
                  <c:v>4.8741812111188274</c:v>
                </c:pt>
                <c:pt idx="163">
                  <c:v>4.8933630208218926</c:v>
                </c:pt>
                <c:pt idx="164">
                  <c:v>4.907452890376657</c:v>
                </c:pt>
                <c:pt idx="165">
                  <c:v>4.9155503034772234</c:v>
                </c:pt>
                <c:pt idx="166">
                  <c:v>4.9177612761211567</c:v>
                </c:pt>
                <c:pt idx="167">
                  <c:v>4.9154608729830773</c:v>
                </c:pt>
                <c:pt idx="168">
                  <c:v>4.909774328677587</c:v>
                </c:pt>
                <c:pt idx="169">
                  <c:v>4.9030755833901916</c:v>
                </c:pt>
                <c:pt idx="170">
                  <c:v>4.9165187174503941</c:v>
                </c:pt>
                <c:pt idx="171">
                  <c:v>4.991457687326716</c:v>
                </c:pt>
                <c:pt idx="172">
                  <c:v>5.1366696529245743</c:v>
                </c:pt>
                <c:pt idx="173">
                  <c:v>5.3351690100342193</c:v>
                </c:pt>
                <c:pt idx="174">
                  <c:v>5.5518594069105429</c:v>
                </c:pt>
                <c:pt idx="175">
                  <c:v>5.7668129720010626</c:v>
                </c:pt>
                <c:pt idx="176">
                  <c:v>5.9700686404384289</c:v>
                </c:pt>
                <c:pt idx="177">
                  <c:v>6.1582713950124877</c:v>
                </c:pt>
                <c:pt idx="178">
                  <c:v>6.3268577382760078</c:v>
                </c:pt>
                <c:pt idx="179">
                  <c:v>6.4759531166880224</c:v>
                </c:pt>
                <c:pt idx="180">
                  <c:v>6.6067165732247428</c:v>
                </c:pt>
                <c:pt idx="181">
                  <c:v>6.719909860405231</c:v>
                </c:pt>
                <c:pt idx="182">
                  <c:v>6.8177854144151642</c:v>
                </c:pt>
                <c:pt idx="183">
                  <c:v>6.904358673488117</c:v>
                </c:pt>
                <c:pt idx="184">
                  <c:v>6.9827750152858643</c:v>
                </c:pt>
                <c:pt idx="185">
                  <c:v>7.0533986663552302</c:v>
                </c:pt>
                <c:pt idx="186">
                  <c:v>7.1156562370658074</c:v>
                </c:pt>
                <c:pt idx="187">
                  <c:v>7.1700673921500764</c:v>
                </c:pt>
                <c:pt idx="188">
                  <c:v>7.2170372820768414</c:v>
                </c:pt>
                <c:pt idx="189">
                  <c:v>7.2579517566797582</c:v>
                </c:pt>
                <c:pt idx="190">
                  <c:v>7.2937314468990539</c:v>
                </c:pt>
                <c:pt idx="191">
                  <c:v>7.3245782373810604</c:v>
                </c:pt>
                <c:pt idx="192">
                  <c:v>7.3515298283334776</c:v>
                </c:pt>
                <c:pt idx="193">
                  <c:v>7.3734201040977494</c:v>
                </c:pt>
                <c:pt idx="194">
                  <c:v>7.389239892655203</c:v>
                </c:pt>
                <c:pt idx="195">
                  <c:v>7.3996530618033383</c:v>
                </c:pt>
                <c:pt idx="196">
                  <c:v>7.4048388137957168</c:v>
                </c:pt>
                <c:pt idx="197">
                  <c:v>7.4063403757306094</c:v>
                </c:pt>
                <c:pt idx="198">
                  <c:v>7.4065089404967841</c:v>
                </c:pt>
                <c:pt idx="199">
                  <c:v>7.4057606784640626</c:v>
                </c:pt>
                <c:pt idx="200">
                  <c:v>7.4029686713656311</c:v>
                </c:pt>
                <c:pt idx="201">
                  <c:v>7.3972085326371184</c:v>
                </c:pt>
                <c:pt idx="202">
                  <c:v>7.3895846895532404</c:v>
                </c:pt>
                <c:pt idx="203">
                  <c:v>7.3810188190551642</c:v>
                </c:pt>
                <c:pt idx="204">
                  <c:v>7.3706213515467587</c:v>
                </c:pt>
                <c:pt idx="205">
                  <c:v>7.3597853783226306</c:v>
                </c:pt>
                <c:pt idx="206">
                  <c:v>7.3556566326800983</c:v>
                </c:pt>
                <c:pt idx="207">
                  <c:v>7.3645827150872316</c:v>
                </c:pt>
                <c:pt idx="208">
                  <c:v>7.3861574825932452</c:v>
                </c:pt>
                <c:pt idx="209">
                  <c:v>7.4179627302550744</c:v>
                </c:pt>
                <c:pt idx="210">
                  <c:v>7.4579296425937356</c:v>
                </c:pt>
                <c:pt idx="211">
                  <c:v>7.5040715885475651</c:v>
                </c:pt>
                <c:pt idx="212">
                  <c:v>7.5534582333112699</c:v>
                </c:pt>
                <c:pt idx="213">
                  <c:v>7.6025951584209368</c:v>
                </c:pt>
                <c:pt idx="214">
                  <c:v>7.6480532978469622</c:v>
                </c:pt>
                <c:pt idx="215">
                  <c:v>7.688754005579522</c:v>
                </c:pt>
                <c:pt idx="216">
                  <c:v>7.7247987314782591</c:v>
                </c:pt>
                <c:pt idx="217">
                  <c:v>7.7564144014021981</c:v>
                </c:pt>
                <c:pt idx="218">
                  <c:v>7.7838461615109296</c:v>
                </c:pt>
                <c:pt idx="219">
                  <c:v>7.8074234446937858</c:v>
                </c:pt>
                <c:pt idx="220">
                  <c:v>7.8274175134782977</c:v>
                </c:pt>
                <c:pt idx="221">
                  <c:v>7.8440187542556083</c:v>
                </c:pt>
                <c:pt idx="222">
                  <c:v>7.857178023413824</c:v>
                </c:pt>
                <c:pt idx="223">
                  <c:v>7.8670425427040769</c:v>
                </c:pt>
                <c:pt idx="224">
                  <c:v>7.8741707793057572</c:v>
                </c:pt>
                <c:pt idx="225">
                  <c:v>7.879520385883354</c:v>
                </c:pt>
                <c:pt idx="226">
                  <c:v>7.8830740297007589</c:v>
                </c:pt>
                <c:pt idx="227">
                  <c:v>7.8843184912352609</c:v>
                </c:pt>
                <c:pt idx="228">
                  <c:v>7.8834202768517452</c:v>
                </c:pt>
                <c:pt idx="229">
                  <c:v>7.8807351110463637</c:v>
                </c:pt>
                <c:pt idx="230">
                  <c:v>7.8757261669454106</c:v>
                </c:pt>
                <c:pt idx="231">
                  <c:v>7.8679559757164164</c:v>
                </c:pt>
                <c:pt idx="232">
                  <c:v>7.857644068932772</c:v>
                </c:pt>
                <c:pt idx="233">
                  <c:v>7.8463600170467203</c:v>
                </c:pt>
                <c:pt idx="234">
                  <c:v>7.8354675391941644</c:v>
                </c:pt>
                <c:pt idx="235">
                  <c:v>7.8244973216727818</c:v>
                </c:pt>
                <c:pt idx="236">
                  <c:v>7.812486862839175</c:v>
                </c:pt>
                <c:pt idx="237">
                  <c:v>7.8001642952908226</c:v>
                </c:pt>
                <c:pt idx="238">
                  <c:v>7.788704558111653</c:v>
                </c:pt>
                <c:pt idx="239">
                  <c:v>7.7785475021032102</c:v>
                </c:pt>
                <c:pt idx="240">
                  <c:v>7.7687094664628189</c:v>
                </c:pt>
                <c:pt idx="241">
                  <c:v>7.7582184736797144</c:v>
                </c:pt>
                <c:pt idx="242">
                  <c:v>7.7473148413139024</c:v>
                </c:pt>
                <c:pt idx="243">
                  <c:v>7.7352249150088941</c:v>
                </c:pt>
                <c:pt idx="244">
                  <c:v>7.7205948571061844</c:v>
                </c:pt>
                <c:pt idx="245">
                  <c:v>7.7080463840878766</c:v>
                </c:pt>
                <c:pt idx="246">
                  <c:v>7.7012689271182868</c:v>
                </c:pt>
                <c:pt idx="247">
                  <c:v>7.6959300507526338</c:v>
                </c:pt>
                <c:pt idx="248">
                  <c:v>7.6906644841472032</c:v>
                </c:pt>
                <c:pt idx="249">
                  <c:v>7.6866150443048191</c:v>
                </c:pt>
                <c:pt idx="250">
                  <c:v>7.6858744251889188</c:v>
                </c:pt>
                <c:pt idx="251">
                  <c:v>7.6925654540796966</c:v>
                </c:pt>
                <c:pt idx="252">
                  <c:v>7.7080626442863966</c:v>
                </c:pt>
                <c:pt idx="253">
                  <c:v>7.730255252402169</c:v>
                </c:pt>
                <c:pt idx="254">
                  <c:v>7.7532314555517967</c:v>
                </c:pt>
                <c:pt idx="255">
                  <c:v>7.773139239442469</c:v>
                </c:pt>
                <c:pt idx="256">
                  <c:v>7.7901735721638614</c:v>
                </c:pt>
                <c:pt idx="257">
                  <c:v>7.8052295060594057</c:v>
                </c:pt>
                <c:pt idx="258">
                  <c:v>7.820066640115777</c:v>
                </c:pt>
                <c:pt idx="259">
                  <c:v>7.8347760038362493</c:v>
                </c:pt>
                <c:pt idx="260">
                  <c:v>7.8474605264722292</c:v>
                </c:pt>
                <c:pt idx="261">
                  <c:v>7.8580645097489503</c:v>
                </c:pt>
                <c:pt idx="262">
                  <c:v>7.8663590117740103</c:v>
                </c:pt>
                <c:pt idx="263">
                  <c:v>7.8713351952502464</c:v>
                </c:pt>
                <c:pt idx="264">
                  <c:v>7.8725391969137712</c:v>
                </c:pt>
                <c:pt idx="265">
                  <c:v>7.8705416230428913</c:v>
                </c:pt>
                <c:pt idx="266">
                  <c:v>7.866116214818959</c:v>
                </c:pt>
                <c:pt idx="267">
                  <c:v>7.8597318117723054</c:v>
                </c:pt>
                <c:pt idx="268">
                  <c:v>7.8523326192063978</c:v>
                </c:pt>
                <c:pt idx="269">
                  <c:v>7.8438473889443321</c:v>
                </c:pt>
                <c:pt idx="270">
                  <c:v>7.8338057648639614</c:v>
                </c:pt>
                <c:pt idx="271">
                  <c:v>7.8226602990429228</c:v>
                </c:pt>
                <c:pt idx="272">
                  <c:v>7.8106816213258554</c:v>
                </c:pt>
                <c:pt idx="273">
                  <c:v>7.7977016263778633</c:v>
                </c:pt>
                <c:pt idx="274">
                  <c:v>7.7833984889691541</c:v>
                </c:pt>
                <c:pt idx="275">
                  <c:v>7.7681575342831</c:v>
                </c:pt>
                <c:pt idx="276">
                  <c:v>7.7536331184635037</c:v>
                </c:pt>
                <c:pt idx="277">
                  <c:v>7.7400497137687641</c:v>
                </c:pt>
                <c:pt idx="278">
                  <c:v>7.7277778154731287</c:v>
                </c:pt>
                <c:pt idx="279">
                  <c:v>7.71734994912996</c:v>
                </c:pt>
                <c:pt idx="280">
                  <c:v>7.7084822405645648</c:v>
                </c:pt>
                <c:pt idx="281">
                  <c:v>7.6987262784244761</c:v>
                </c:pt>
                <c:pt idx="282">
                  <c:v>7.6854473211965564</c:v>
                </c:pt>
                <c:pt idx="283">
                  <c:v>7.6686677171637907</c:v>
                </c:pt>
                <c:pt idx="284">
                  <c:v>7.6492711858837383</c:v>
                </c:pt>
                <c:pt idx="285">
                  <c:v>7.6276623385182489</c:v>
                </c:pt>
                <c:pt idx="286">
                  <c:v>7.6048656071620711</c:v>
                </c:pt>
                <c:pt idx="287">
                  <c:v>7.5811496063237218</c:v>
                </c:pt>
                <c:pt idx="288">
                  <c:v>7.55650505067553</c:v>
                </c:pt>
                <c:pt idx="289">
                  <c:v>7.5310386707083383</c:v>
                </c:pt>
                <c:pt idx="290">
                  <c:v>7.5051541952496574</c:v>
                </c:pt>
                <c:pt idx="291">
                  <c:v>7.4789467720815219</c:v>
                </c:pt>
                <c:pt idx="292">
                  <c:v>7.4535387210845752</c:v>
                </c:pt>
                <c:pt idx="293">
                  <c:v>7.4303566403467753</c:v>
                </c:pt>
                <c:pt idx="294">
                  <c:v>7.4088016944324959</c:v>
                </c:pt>
                <c:pt idx="295">
                  <c:v>7.3888139845639262</c:v>
                </c:pt>
                <c:pt idx="296">
                  <c:v>7.3707786665274648</c:v>
                </c:pt>
                <c:pt idx="297">
                  <c:v>7.3546588406797389</c:v>
                </c:pt>
                <c:pt idx="298">
                  <c:v>7.3395122457820232</c:v>
                </c:pt>
                <c:pt idx="299">
                  <c:v>7.3223293003281738</c:v>
                </c:pt>
                <c:pt idx="300">
                  <c:v>7.3018703446584743</c:v>
                </c:pt>
                <c:pt idx="301">
                  <c:v>7.279703878505047</c:v>
                </c:pt>
                <c:pt idx="302">
                  <c:v>7.2576359319523753</c:v>
                </c:pt>
                <c:pt idx="303">
                  <c:v>7.2353812880607498</c:v>
                </c:pt>
                <c:pt idx="304">
                  <c:v>7.2250663271032671</c:v>
                </c:pt>
                <c:pt idx="305">
                  <c:v>7.244893897507783</c:v>
                </c:pt>
                <c:pt idx="306">
                  <c:v>7.2807781125396112</c:v>
                </c:pt>
                <c:pt idx="307">
                  <c:v>7.3210484747092428</c:v>
                </c:pt>
                <c:pt idx="308">
                  <c:v>7.3607763568690707</c:v>
                </c:pt>
                <c:pt idx="309">
                  <c:v>7.3969296447943682</c:v>
                </c:pt>
                <c:pt idx="310">
                  <c:v>7.4291411429691747</c:v>
                </c:pt>
                <c:pt idx="311">
                  <c:v>7.4568653134029859</c:v>
                </c:pt>
                <c:pt idx="312">
                  <c:v>7.4803271396172573</c:v>
                </c:pt>
                <c:pt idx="313">
                  <c:v>7.5018248805339418</c:v>
                </c:pt>
                <c:pt idx="314">
                  <c:v>7.5229785684345947</c:v>
                </c:pt>
                <c:pt idx="315">
                  <c:v>7.5442573712758572</c:v>
                </c:pt>
                <c:pt idx="316">
                  <c:v>7.5633111556105774</c:v>
                </c:pt>
                <c:pt idx="317">
                  <c:v>7.5786803073533449</c:v>
                </c:pt>
                <c:pt idx="318">
                  <c:v>7.5904133345890479</c:v>
                </c:pt>
                <c:pt idx="319">
                  <c:v>7.5996295397599676</c:v>
                </c:pt>
                <c:pt idx="320">
                  <c:v>7.6068881687693164</c:v>
                </c:pt>
                <c:pt idx="321">
                  <c:v>7.610797513805859</c:v>
                </c:pt>
                <c:pt idx="322">
                  <c:v>7.6105556301935584</c:v>
                </c:pt>
                <c:pt idx="323">
                  <c:v>7.6088360690435204</c:v>
                </c:pt>
                <c:pt idx="324">
                  <c:v>7.6140941799397526</c:v>
                </c:pt>
                <c:pt idx="325">
                  <c:v>7.6311680702155966</c:v>
                </c:pt>
                <c:pt idx="326">
                  <c:v>7.6603767934340299</c:v>
                </c:pt>
                <c:pt idx="327">
                  <c:v>7.6988656125134058</c:v>
                </c:pt>
                <c:pt idx="328">
                  <c:v>7.746003673548814</c:v>
                </c:pt>
                <c:pt idx="329">
                  <c:v>7.8004476188847356</c:v>
                </c:pt>
                <c:pt idx="330">
                  <c:v>7.8550095537918221</c:v>
                </c:pt>
                <c:pt idx="331">
                  <c:v>7.9048092202595326</c:v>
                </c:pt>
                <c:pt idx="332">
                  <c:v>7.9488603696600881</c:v>
                </c:pt>
                <c:pt idx="333">
                  <c:v>7.9885396021524651</c:v>
                </c:pt>
                <c:pt idx="334">
                  <c:v>8.0249650240696333</c:v>
                </c:pt>
                <c:pt idx="335">
                  <c:v>8.0590138328826271</c:v>
                </c:pt>
                <c:pt idx="336">
                  <c:v>8.0918804048363207</c:v>
                </c:pt>
                <c:pt idx="337">
                  <c:v>8.1240748367782221</c:v>
                </c:pt>
                <c:pt idx="338">
                  <c:v>8.1554878955345718</c:v>
                </c:pt>
                <c:pt idx="339">
                  <c:v>8.184250283347021</c:v>
                </c:pt>
                <c:pt idx="340">
                  <c:v>8.2086843496818425</c:v>
                </c:pt>
                <c:pt idx="341">
                  <c:v>8.2283205646256725</c:v>
                </c:pt>
                <c:pt idx="342">
                  <c:v>8.243438551137416</c:v>
                </c:pt>
                <c:pt idx="343">
                  <c:v>8.2545538438807213</c:v>
                </c:pt>
                <c:pt idx="344">
                  <c:v>8.2622004976054235</c:v>
                </c:pt>
                <c:pt idx="345">
                  <c:v>8.2657394769635033</c:v>
                </c:pt>
                <c:pt idx="346">
                  <c:v>8.2647622898849225</c:v>
                </c:pt>
                <c:pt idx="347">
                  <c:v>8.2595121338646109</c:v>
                </c:pt>
                <c:pt idx="348">
                  <c:v>8.251783124090176</c:v>
                </c:pt>
                <c:pt idx="349">
                  <c:v>8.2430470327783674</c:v>
                </c:pt>
                <c:pt idx="350">
                  <c:v>8.2341215589722658</c:v>
                </c:pt>
                <c:pt idx="351">
                  <c:v>8.2234644954731344</c:v>
                </c:pt>
                <c:pt idx="352">
                  <c:v>8.2113078654353995</c:v>
                </c:pt>
                <c:pt idx="353">
                  <c:v>8.1995500550450497</c:v>
                </c:pt>
                <c:pt idx="354">
                  <c:v>8.1887499465679188</c:v>
                </c:pt>
                <c:pt idx="355">
                  <c:v>8.1767095301135111</c:v>
                </c:pt>
                <c:pt idx="356">
                  <c:v>8.1625922712550487</c:v>
                </c:pt>
                <c:pt idx="357">
                  <c:v>8.1511471110224338</c:v>
                </c:pt>
                <c:pt idx="358">
                  <c:v>8.1519421472861744</c:v>
                </c:pt>
                <c:pt idx="359">
                  <c:v>8.1708565646746987</c:v>
                </c:pt>
                <c:pt idx="360">
                  <c:v>8.211362329275131</c:v>
                </c:pt>
                <c:pt idx="361">
                  <c:v>8.2629675191903349</c:v>
                </c:pt>
                <c:pt idx="362">
                  <c:v>8.3164795625635914</c:v>
                </c:pt>
                <c:pt idx="363">
                  <c:v>8.3688431229565605</c:v>
                </c:pt>
                <c:pt idx="364">
                  <c:v>8.4174721992162151</c:v>
                </c:pt>
                <c:pt idx="365">
                  <c:v>8.4622947006093145</c:v>
                </c:pt>
                <c:pt idx="366">
                  <c:v>8.5032428001752969</c:v>
                </c:pt>
                <c:pt idx="367">
                  <c:v>8.5400745562443952</c:v>
                </c:pt>
                <c:pt idx="368">
                  <c:v>8.5731762031538565</c:v>
                </c:pt>
                <c:pt idx="369">
                  <c:v>8.6030356810875794</c:v>
                </c:pt>
                <c:pt idx="370">
                  <c:v>8.6293921102620565</c:v>
                </c:pt>
                <c:pt idx="371">
                  <c:v>8.6522606826392998</c:v>
                </c:pt>
                <c:pt idx="372">
                  <c:v>8.6720768000517605</c:v>
                </c:pt>
                <c:pt idx="373">
                  <c:v>8.6889033480707543</c:v>
                </c:pt>
                <c:pt idx="374">
                  <c:v>8.7029183109267958</c:v>
                </c:pt>
                <c:pt idx="375">
                  <c:v>8.7153178195274688</c:v>
                </c:pt>
                <c:pt idx="376">
                  <c:v>8.7278825978606829</c:v>
                </c:pt>
                <c:pt idx="377">
                  <c:v>8.7391903939267053</c:v>
                </c:pt>
                <c:pt idx="378">
                  <c:v>8.7471377577131548</c:v>
                </c:pt>
                <c:pt idx="379">
                  <c:v>8.7514311359680761</c:v>
                </c:pt>
                <c:pt idx="380">
                  <c:v>8.7523062341057045</c:v>
                </c:pt>
                <c:pt idx="381">
                  <c:v>8.7503508827660195</c:v>
                </c:pt>
                <c:pt idx="382">
                  <c:v>8.7464053991342734</c:v>
                </c:pt>
                <c:pt idx="383">
                  <c:v>8.7409849851305665</c:v>
                </c:pt>
                <c:pt idx="384">
                  <c:v>8.7345236602890495</c:v>
                </c:pt>
                <c:pt idx="385">
                  <c:v>8.7272836165118068</c:v>
                </c:pt>
                <c:pt idx="386">
                  <c:v>8.7203605576754697</c:v>
                </c:pt>
                <c:pt idx="387">
                  <c:v>8.7146964532961189</c:v>
                </c:pt>
                <c:pt idx="388">
                  <c:v>8.7089881948036503</c:v>
                </c:pt>
                <c:pt idx="389">
                  <c:v>8.7028004051723507</c:v>
                </c:pt>
                <c:pt idx="390">
                  <c:v>8.6968807996558901</c:v>
                </c:pt>
                <c:pt idx="391">
                  <c:v>8.6916780464878993</c:v>
                </c:pt>
                <c:pt idx="392">
                  <c:v>8.6869496851390355</c:v>
                </c:pt>
                <c:pt idx="393">
                  <c:v>8.6824849194806468</c:v>
                </c:pt>
                <c:pt idx="394">
                  <c:v>8.6759035621498022</c:v>
                </c:pt>
                <c:pt idx="395">
                  <c:v>8.6665398146916619</c:v>
                </c:pt>
                <c:pt idx="396">
                  <c:v>8.6631244705555801</c:v>
                </c:pt>
                <c:pt idx="397">
                  <c:v>8.6715035658093722</c:v>
                </c:pt>
                <c:pt idx="398">
                  <c:v>8.6920307901891523</c:v>
                </c:pt>
                <c:pt idx="399">
                  <c:v>8.7220446307028929</c:v>
                </c:pt>
                <c:pt idx="400">
                  <c:v>8.7592265559396818</c:v>
                </c:pt>
                <c:pt idx="401">
                  <c:v>8.7996363078864803</c:v>
                </c:pt>
                <c:pt idx="402">
                  <c:v>8.8412727836537446</c:v>
                </c:pt>
                <c:pt idx="403">
                  <c:v>8.8852649074744257</c:v>
                </c:pt>
                <c:pt idx="404">
                  <c:v>8.932081553263421</c:v>
                </c:pt>
                <c:pt idx="405">
                  <c:v>8.9801620700106994</c:v>
                </c:pt>
                <c:pt idx="406">
                  <c:v>9.0248324047978841</c:v>
                </c:pt>
                <c:pt idx="407">
                  <c:v>9.0656603023012376</c:v>
                </c:pt>
                <c:pt idx="408">
                  <c:v>9.1028353237621076</c:v>
                </c:pt>
                <c:pt idx="409">
                  <c:v>9.1361959064878491</c:v>
                </c:pt>
                <c:pt idx="410">
                  <c:v>9.1662533116017428</c:v>
                </c:pt>
                <c:pt idx="411">
                  <c:v>9.1934661117547485</c:v>
                </c:pt>
                <c:pt idx="412">
                  <c:v>9.2177214309855806</c:v>
                </c:pt>
                <c:pt idx="413">
                  <c:v>9.2392302678585807</c:v>
                </c:pt>
                <c:pt idx="414">
                  <c:v>9.2578346638269373</c:v>
                </c:pt>
                <c:pt idx="415">
                  <c:v>9.2734542825646624</c:v>
                </c:pt>
                <c:pt idx="416">
                  <c:v>9.2869131381659518</c:v>
                </c:pt>
                <c:pt idx="417">
                  <c:v>9.2996621315104626</c:v>
                </c:pt>
                <c:pt idx="418">
                  <c:v>9.3117184680881913</c:v>
                </c:pt>
                <c:pt idx="419">
                  <c:v>9.3217489932661568</c:v>
                </c:pt>
                <c:pt idx="420">
                  <c:v>9.3291204446479767</c:v>
                </c:pt>
                <c:pt idx="421">
                  <c:v>9.3344334618381701</c:v>
                </c:pt>
                <c:pt idx="422">
                  <c:v>9.3382378454405082</c:v>
                </c:pt>
                <c:pt idx="423">
                  <c:v>9.3402396167626716</c:v>
                </c:pt>
                <c:pt idx="424">
                  <c:v>9.3402496400818364</c:v>
                </c:pt>
                <c:pt idx="425">
                  <c:v>9.33916513277474</c:v>
                </c:pt>
                <c:pt idx="426">
                  <c:v>9.3383060346892748</c:v>
                </c:pt>
                <c:pt idx="427">
                  <c:v>9.337465753404329</c:v>
                </c:pt>
                <c:pt idx="428">
                  <c:v>9.3368879474728761</c:v>
                </c:pt>
                <c:pt idx="429">
                  <c:v>9.3371168086084619</c:v>
                </c:pt>
                <c:pt idx="430">
                  <c:v>9.338200629910304</c:v>
                </c:pt>
                <c:pt idx="431">
                  <c:v>9.3371718200547722</c:v>
                </c:pt>
                <c:pt idx="432">
                  <c:v>9.332446625955038</c:v>
                </c:pt>
                <c:pt idx="433">
                  <c:v>9.3289457716399742</c:v>
                </c:pt>
                <c:pt idx="434">
                  <c:v>9.3306555862219227</c:v>
                </c:pt>
                <c:pt idx="435">
                  <c:v>9.3349568822954758</c:v>
                </c:pt>
                <c:pt idx="436">
                  <c:v>9.3381967513829878</c:v>
                </c:pt>
                <c:pt idx="437">
                  <c:v>9.3398814453143029</c:v>
                </c:pt>
                <c:pt idx="438">
                  <c:v>9.3398012742694174</c:v>
                </c:pt>
                <c:pt idx="439">
                  <c:v>9.3383666063306041</c:v>
                </c:pt>
                <c:pt idx="440">
                  <c:v>9.3358466128218751</c:v>
                </c:pt>
                <c:pt idx="441">
                  <c:v>9.3322713516225413</c:v>
                </c:pt>
                <c:pt idx="442">
                  <c:v>9.327547809353641</c:v>
                </c:pt>
                <c:pt idx="443">
                  <c:v>9.3217586587084984</c:v>
                </c:pt>
                <c:pt idx="444">
                  <c:v>9.3147832230881846</c:v>
                </c:pt>
                <c:pt idx="445">
                  <c:v>9.3079329072289578</c:v>
                </c:pt>
                <c:pt idx="446">
                  <c:v>9.3028384752065953</c:v>
                </c:pt>
                <c:pt idx="447">
                  <c:v>9.3000561851835535</c:v>
                </c:pt>
                <c:pt idx="448">
                  <c:v>9.2994206426869042</c:v>
                </c:pt>
                <c:pt idx="449">
                  <c:v>9.2977709350308952</c:v>
                </c:pt>
                <c:pt idx="450">
                  <c:v>9.292484080430933</c:v>
                </c:pt>
                <c:pt idx="451">
                  <c:v>9.2840126517745141</c:v>
                </c:pt>
                <c:pt idx="452">
                  <c:v>9.2742830145019006</c:v>
                </c:pt>
                <c:pt idx="453">
                  <c:v>9.2629984140643842</c:v>
                </c:pt>
                <c:pt idx="454">
                  <c:v>9.2515014409897205</c:v>
                </c:pt>
                <c:pt idx="455">
                  <c:v>9.2430539871349371</c:v>
                </c:pt>
                <c:pt idx="456">
                  <c:v>9.2337872572760951</c:v>
                </c:pt>
                <c:pt idx="457">
                  <c:v>9.2228693475231864</c:v>
                </c:pt>
                <c:pt idx="458">
                  <c:v>9.2114936279976121</c:v>
                </c:pt>
                <c:pt idx="459">
                  <c:v>9.1996839621895958</c:v>
                </c:pt>
                <c:pt idx="460">
                  <c:v>9.1875105025764316</c:v>
                </c:pt>
                <c:pt idx="461">
                  <c:v>9.1753199395049378</c:v>
                </c:pt>
                <c:pt idx="462">
                  <c:v>9.1630624518027659</c:v>
                </c:pt>
                <c:pt idx="463">
                  <c:v>9.150083251048958</c:v>
                </c:pt>
                <c:pt idx="464">
                  <c:v>9.1366199282775149</c:v>
                </c:pt>
                <c:pt idx="465">
                  <c:v>9.1250630357150833</c:v>
                </c:pt>
                <c:pt idx="466">
                  <c:v>9.1166977187103964</c:v>
                </c:pt>
                <c:pt idx="467">
                  <c:v>9.1088207917910431</c:v>
                </c:pt>
                <c:pt idx="468">
                  <c:v>9.099412282796731</c:v>
                </c:pt>
                <c:pt idx="469">
                  <c:v>9.0882135221853826</c:v>
                </c:pt>
                <c:pt idx="470">
                  <c:v>9.0762666370820035</c:v>
                </c:pt>
                <c:pt idx="471">
                  <c:v>9.0649582667636874</c:v>
                </c:pt>
                <c:pt idx="472">
                  <c:v>9.054357244980034</c:v>
                </c:pt>
                <c:pt idx="473">
                  <c:v>9.0425023577409114</c:v>
                </c:pt>
                <c:pt idx="474">
                  <c:v>9.0319364855967716</c:v>
                </c:pt>
                <c:pt idx="475">
                  <c:v>9.0329984589519405</c:v>
                </c:pt>
                <c:pt idx="476">
                  <c:v>9.0484542687855605</c:v>
                </c:pt>
                <c:pt idx="477">
                  <c:v>9.07305187050674</c:v>
                </c:pt>
                <c:pt idx="478">
                  <c:v>9.1013221382915201</c:v>
                </c:pt>
                <c:pt idx="479">
                  <c:v>9.1300606726014752</c:v>
                </c:pt>
                <c:pt idx="480">
                  <c:v>9.1574652804733052</c:v>
                </c:pt>
                <c:pt idx="481">
                  <c:v>9.1836228855931576</c:v>
                </c:pt>
                <c:pt idx="482">
                  <c:v>9.2089643471941312</c:v>
                </c:pt>
                <c:pt idx="483">
                  <c:v>9.2341573615667389</c:v>
                </c:pt>
                <c:pt idx="484">
                  <c:v>9.258100357962082</c:v>
                </c:pt>
                <c:pt idx="485">
                  <c:v>9.2796526851715715</c:v>
                </c:pt>
                <c:pt idx="486">
                  <c:v>9.298491546291018</c:v>
                </c:pt>
                <c:pt idx="487">
                  <c:v>9.3159751638277211</c:v>
                </c:pt>
                <c:pt idx="488">
                  <c:v>9.3344236596919004</c:v>
                </c:pt>
                <c:pt idx="489">
                  <c:v>9.354044251944611</c:v>
                </c:pt>
                <c:pt idx="490">
                  <c:v>9.3730374696743262</c:v>
                </c:pt>
                <c:pt idx="491">
                  <c:v>9.3904723597561919</c:v>
                </c:pt>
                <c:pt idx="492">
                  <c:v>9.406148461104662</c:v>
                </c:pt>
                <c:pt idx="493">
                  <c:v>9.4203878827955663</c:v>
                </c:pt>
                <c:pt idx="494">
                  <c:v>9.4336478286226377</c:v>
                </c:pt>
                <c:pt idx="495">
                  <c:v>9.4461062381348349</c:v>
                </c:pt>
                <c:pt idx="496">
                  <c:v>9.4574020678668091</c:v>
                </c:pt>
                <c:pt idx="497">
                  <c:v>9.4668946911941934</c:v>
                </c:pt>
                <c:pt idx="498">
                  <c:v>9.4745568540596903</c:v>
                </c:pt>
                <c:pt idx="499">
                  <c:v>9.4810149919064131</c:v>
                </c:pt>
                <c:pt idx="500">
                  <c:v>9.4868194494228781</c:v>
                </c:pt>
                <c:pt idx="501">
                  <c:v>9.4922601230368802</c:v>
                </c:pt>
                <c:pt idx="502">
                  <c:v>9.4954296887817158</c:v>
                </c:pt>
                <c:pt idx="503">
                  <c:v>9.4929819678944725</c:v>
                </c:pt>
                <c:pt idx="504">
                  <c:v>9.484960473877285</c:v>
                </c:pt>
                <c:pt idx="505">
                  <c:v>9.4742721576353244</c:v>
                </c:pt>
                <c:pt idx="506">
                  <c:v>9.4626106961791923</c:v>
                </c:pt>
                <c:pt idx="507">
                  <c:v>9.4491406287025335</c:v>
                </c:pt>
                <c:pt idx="508">
                  <c:v>9.4367245438354725</c:v>
                </c:pt>
                <c:pt idx="509">
                  <c:v>9.4307757568744925</c:v>
                </c:pt>
                <c:pt idx="510">
                  <c:v>9.4288089962883106</c:v>
                </c:pt>
                <c:pt idx="511">
                  <c:v>9.4285695421592557</c:v>
                </c:pt>
                <c:pt idx="512">
                  <c:v>9.4314519103715391</c:v>
                </c:pt>
                <c:pt idx="513">
                  <c:v>9.4375057463271386</c:v>
                </c:pt>
                <c:pt idx="514">
                  <c:v>9.4493942501977415</c:v>
                </c:pt>
                <c:pt idx="515">
                  <c:v>9.4713051152700718</c:v>
                </c:pt>
                <c:pt idx="516">
                  <c:v>9.5057118878562576</c:v>
                </c:pt>
                <c:pt idx="517">
                  <c:v>9.5489410913458492</c:v>
                </c:pt>
                <c:pt idx="518">
                  <c:v>9.5894666090050897</c:v>
                </c:pt>
                <c:pt idx="519">
                  <c:v>9.6269856666270108</c:v>
                </c:pt>
                <c:pt idx="520">
                  <c:v>9.6615535125268988</c:v>
                </c:pt>
                <c:pt idx="521">
                  <c:v>9.6928931719315212</c:v>
                </c:pt>
                <c:pt idx="522">
                  <c:v>9.7209202579263003</c:v>
                </c:pt>
                <c:pt idx="523">
                  <c:v>9.7463256510545691</c:v>
                </c:pt>
                <c:pt idx="524">
                  <c:v>9.7691785617097153</c:v>
                </c:pt>
                <c:pt idx="525">
                  <c:v>9.7908585381833273</c:v>
                </c:pt>
                <c:pt idx="526">
                  <c:v>9.8111075018534954</c:v>
                </c:pt>
                <c:pt idx="527">
                  <c:v>9.8281207830254473</c:v>
                </c:pt>
                <c:pt idx="528">
                  <c:v>9.8412361188892756</c:v>
                </c:pt>
                <c:pt idx="529">
                  <c:v>9.8522420642720672</c:v>
                </c:pt>
                <c:pt idx="530">
                  <c:v>9.861240947228195</c:v>
                </c:pt>
                <c:pt idx="531">
                  <c:v>9.8689767099874608</c:v>
                </c:pt>
                <c:pt idx="532">
                  <c:v>9.8760661471180455</c:v>
                </c:pt>
                <c:pt idx="533">
                  <c:v>9.8829361678348384</c:v>
                </c:pt>
                <c:pt idx="534">
                  <c:v>9.8894071214712547</c:v>
                </c:pt>
                <c:pt idx="535">
                  <c:v>9.894290241799979</c:v>
                </c:pt>
                <c:pt idx="536">
                  <c:v>9.896260562385697</c:v>
                </c:pt>
                <c:pt idx="537">
                  <c:v>9.8959750502277206</c:v>
                </c:pt>
                <c:pt idx="538">
                  <c:v>9.8952111520511608</c:v>
                </c:pt>
                <c:pt idx="539">
                  <c:v>9.8950741832215705</c:v>
                </c:pt>
                <c:pt idx="540">
                  <c:v>9.8959843582797831</c:v>
                </c:pt>
                <c:pt idx="541">
                  <c:v>9.8979708943362592</c:v>
                </c:pt>
                <c:pt idx="542">
                  <c:v>9.9008743868245155</c:v>
                </c:pt>
                <c:pt idx="543">
                  <c:v>9.9044487721805741</c:v>
                </c:pt>
                <c:pt idx="544">
                  <c:v>9.9081702865096037</c:v>
                </c:pt>
                <c:pt idx="545">
                  <c:v>9.9114649121976797</c:v>
                </c:pt>
                <c:pt idx="546">
                  <c:v>9.9129510653714821</c:v>
                </c:pt>
                <c:pt idx="547">
                  <c:v>9.9099601262227246</c:v>
                </c:pt>
                <c:pt idx="548">
                  <c:v>9.9014989402787634</c:v>
                </c:pt>
                <c:pt idx="549">
                  <c:v>9.8898538521805879</c:v>
                </c:pt>
                <c:pt idx="550">
                  <c:v>9.8790286979518509</c:v>
                </c:pt>
                <c:pt idx="551">
                  <c:v>9.8702297884087216</c:v>
                </c:pt>
                <c:pt idx="552">
                  <c:v>9.8645949951122436</c:v>
                </c:pt>
                <c:pt idx="553">
                  <c:v>9.8622767154881625</c:v>
                </c:pt>
                <c:pt idx="554">
                  <c:v>9.8622570449231439</c:v>
                </c:pt>
                <c:pt idx="555">
                  <c:v>9.8622616733717781</c:v>
                </c:pt>
                <c:pt idx="556">
                  <c:v>9.8608766370422902</c:v>
                </c:pt>
                <c:pt idx="557">
                  <c:v>9.8603294731953657</c:v>
                </c:pt>
                <c:pt idx="558">
                  <c:v>9.8602972236273505</c:v>
                </c:pt>
                <c:pt idx="559">
                  <c:v>9.8612187405611138</c:v>
                </c:pt>
                <c:pt idx="560">
                  <c:v>9.8629566246099358</c:v>
                </c:pt>
                <c:pt idx="561">
                  <c:v>9.8638494396497247</c:v>
                </c:pt>
                <c:pt idx="562">
                  <c:v>9.8627752261363248</c:v>
                </c:pt>
                <c:pt idx="563">
                  <c:v>9.8590187460053418</c:v>
                </c:pt>
                <c:pt idx="564">
                  <c:v>9.8535168944788367</c:v>
                </c:pt>
                <c:pt idx="565">
                  <c:v>9.8478807159075572</c:v>
                </c:pt>
                <c:pt idx="566">
                  <c:v>9.8419807516751021</c:v>
                </c:pt>
                <c:pt idx="567">
                  <c:v>9.8356811256853423</c:v>
                </c:pt>
                <c:pt idx="568">
                  <c:v>9.8284706417565033</c:v>
                </c:pt>
                <c:pt idx="569">
                  <c:v>9.8187576529178422</c:v>
                </c:pt>
                <c:pt idx="570">
                  <c:v>9.8073825686882525</c:v>
                </c:pt>
                <c:pt idx="571">
                  <c:v>9.7944551548074212</c:v>
                </c:pt>
                <c:pt idx="572">
                  <c:v>9.7805939460507147</c:v>
                </c:pt>
                <c:pt idx="573">
                  <c:v>9.7671419028113196</c:v>
                </c:pt>
                <c:pt idx="574">
                  <c:v>9.7549370945178602</c:v>
                </c:pt>
                <c:pt idx="575">
                  <c:v>9.7435765442502067</c:v>
                </c:pt>
                <c:pt idx="576">
                  <c:v>9.7329211319029536</c:v>
                </c:pt>
                <c:pt idx="577">
                  <c:v>9.7219772173495862</c:v>
                </c:pt>
                <c:pt idx="578">
                  <c:v>9.7093385407675594</c:v>
                </c:pt>
                <c:pt idx="579">
                  <c:v>9.6954551112781111</c:v>
                </c:pt>
                <c:pt idx="580">
                  <c:v>9.6809316872567326</c:v>
                </c:pt>
                <c:pt idx="581">
                  <c:v>9.6660188191935905</c:v>
                </c:pt>
                <c:pt idx="582">
                  <c:v>9.6505526802361405</c:v>
                </c:pt>
                <c:pt idx="583">
                  <c:v>9.6342081596457003</c:v>
                </c:pt>
                <c:pt idx="584">
                  <c:v>9.6168477938719175</c:v>
                </c:pt>
                <c:pt idx="585">
                  <c:v>9.5965689504175113</c:v>
                </c:pt>
                <c:pt idx="586">
                  <c:v>9.5728828301961002</c:v>
                </c:pt>
                <c:pt idx="587">
                  <c:v>9.5477454300712488</c:v>
                </c:pt>
                <c:pt idx="588">
                  <c:v>9.5255013052872872</c:v>
                </c:pt>
                <c:pt idx="589">
                  <c:v>9.5091375072247075</c:v>
                </c:pt>
                <c:pt idx="590">
                  <c:v>9.4964277744746344</c:v>
                </c:pt>
                <c:pt idx="591">
                  <c:v>9.4837101815524161</c:v>
                </c:pt>
                <c:pt idx="592">
                  <c:v>9.4702607120879101</c:v>
                </c:pt>
                <c:pt idx="593">
                  <c:v>9.4573407734008619</c:v>
                </c:pt>
                <c:pt idx="594">
                  <c:v>9.4446425606287931</c:v>
                </c:pt>
                <c:pt idx="595">
                  <c:v>9.4315920995284817</c:v>
                </c:pt>
                <c:pt idx="596">
                  <c:v>9.4174088757949193</c:v>
                </c:pt>
                <c:pt idx="597">
                  <c:v>9.4019936792911629</c:v>
                </c:pt>
                <c:pt idx="598">
                  <c:v>9.3878277214763965</c:v>
                </c:pt>
                <c:pt idx="599">
                  <c:v>9.3765555721008305</c:v>
                </c:pt>
                <c:pt idx="600">
                  <c:v>9.3686208801146993</c:v>
                </c:pt>
                <c:pt idx="601">
                  <c:v>9.3636803791600318</c:v>
                </c:pt>
                <c:pt idx="602">
                  <c:v>9.3581047137839413</c:v>
                </c:pt>
                <c:pt idx="603">
                  <c:v>9.3507214172906163</c:v>
                </c:pt>
                <c:pt idx="604">
                  <c:v>9.3430035563959564</c:v>
                </c:pt>
                <c:pt idx="605">
                  <c:v>9.3353511705269216</c:v>
                </c:pt>
                <c:pt idx="606">
                  <c:v>9.3266486715636443</c:v>
                </c:pt>
                <c:pt idx="607">
                  <c:v>9.3149544510033326</c:v>
                </c:pt>
                <c:pt idx="608">
                  <c:v>9.2998401888762725</c:v>
                </c:pt>
                <c:pt idx="609">
                  <c:v>9.2834921296899253</c:v>
                </c:pt>
                <c:pt idx="610">
                  <c:v>9.2691649665958806</c:v>
                </c:pt>
                <c:pt idx="611">
                  <c:v>9.2605790708111133</c:v>
                </c:pt>
                <c:pt idx="612">
                  <c:v>9.2592606833207558</c:v>
                </c:pt>
                <c:pt idx="613">
                  <c:v>9.262631623473812</c:v>
                </c:pt>
                <c:pt idx="614">
                  <c:v>9.2679782145135299</c:v>
                </c:pt>
                <c:pt idx="615">
                  <c:v>9.2729201901769223</c:v>
                </c:pt>
                <c:pt idx="616">
                  <c:v>9.2762868801001481</c:v>
                </c:pt>
                <c:pt idx="617">
                  <c:v>9.2805627773185577</c:v>
                </c:pt>
                <c:pt idx="618">
                  <c:v>9.2873806771985539</c:v>
                </c:pt>
                <c:pt idx="619">
                  <c:v>9.2969377529951114</c:v>
                </c:pt>
                <c:pt idx="620">
                  <c:v>9.3062307679159559</c:v>
                </c:pt>
                <c:pt idx="621">
                  <c:v>9.3118718978964008</c:v>
                </c:pt>
                <c:pt idx="622">
                  <c:v>9.3144246573757776</c:v>
                </c:pt>
                <c:pt idx="623">
                  <c:v>9.3161320958010663</c:v>
                </c:pt>
                <c:pt idx="624">
                  <c:v>9.3182911816376919</c:v>
                </c:pt>
                <c:pt idx="625">
                  <c:v>9.3189329284607396</c:v>
                </c:pt>
                <c:pt idx="626">
                  <c:v>9.3264107379203036</c:v>
                </c:pt>
                <c:pt idx="627">
                  <c:v>9.3591339710265178</c:v>
                </c:pt>
                <c:pt idx="628">
                  <c:v>9.4144017454962512</c:v>
                </c:pt>
                <c:pt idx="629">
                  <c:v>9.4856488052373003</c:v>
                </c:pt>
                <c:pt idx="630">
                  <c:v>9.5663843670744857</c:v>
                </c:pt>
                <c:pt idx="631">
                  <c:v>9.65199499027805</c:v>
                </c:pt>
                <c:pt idx="632">
                  <c:v>9.7394720694207475</c:v>
                </c:pt>
                <c:pt idx="633">
                  <c:v>9.8262169037182439</c:v>
                </c:pt>
                <c:pt idx="634">
                  <c:v>9.9098605189710334</c:v>
                </c:pt>
                <c:pt idx="635">
                  <c:v>9.9891801683664259</c:v>
                </c:pt>
                <c:pt idx="636">
                  <c:v>10.06311318925189</c:v>
                </c:pt>
                <c:pt idx="637">
                  <c:v>10.1310831942054</c:v>
                </c:pt>
                <c:pt idx="638">
                  <c:v>10.19381839400741</c:v>
                </c:pt>
                <c:pt idx="639">
                  <c:v>10.253574881880679</c:v>
                </c:pt>
                <c:pt idx="640">
                  <c:v>10.31254284668344</c:v>
                </c:pt>
                <c:pt idx="641">
                  <c:v>10.36990656422776</c:v>
                </c:pt>
                <c:pt idx="642">
                  <c:v>10.42404698975013</c:v>
                </c:pt>
                <c:pt idx="643">
                  <c:v>10.47533291957453</c:v>
                </c:pt>
                <c:pt idx="644">
                  <c:v>10.52463128397822</c:v>
                </c:pt>
                <c:pt idx="645">
                  <c:v>10.57228893420816</c:v>
                </c:pt>
                <c:pt idx="646">
                  <c:v>10.618474798478911</c:v>
                </c:pt>
                <c:pt idx="647">
                  <c:v>10.660925433670769</c:v>
                </c:pt>
                <c:pt idx="648">
                  <c:v>10.69736140007004</c:v>
                </c:pt>
                <c:pt idx="649">
                  <c:v>10.72863198012376</c:v>
                </c:pt>
                <c:pt idx="650">
                  <c:v>10.75689435071018</c:v>
                </c:pt>
                <c:pt idx="651">
                  <c:v>10.78361474114579</c:v>
                </c:pt>
                <c:pt idx="652">
                  <c:v>10.80877266295589</c:v>
                </c:pt>
                <c:pt idx="653">
                  <c:v>10.83027223777392</c:v>
                </c:pt>
                <c:pt idx="654">
                  <c:v>10.84614851237189</c:v>
                </c:pt>
                <c:pt idx="655">
                  <c:v>10.85746115820635</c:v>
                </c:pt>
                <c:pt idx="656">
                  <c:v>10.866776737766109</c:v>
                </c:pt>
                <c:pt idx="657">
                  <c:v>10.87585975865789</c:v>
                </c:pt>
                <c:pt idx="658">
                  <c:v>10.882358426427359</c:v>
                </c:pt>
                <c:pt idx="659">
                  <c:v>10.887039183169859</c:v>
                </c:pt>
                <c:pt idx="660">
                  <c:v>10.89213781936196</c:v>
                </c:pt>
                <c:pt idx="661">
                  <c:v>10.902405392993259</c:v>
                </c:pt>
                <c:pt idx="662">
                  <c:v>10.920687567681989</c:v>
                </c:pt>
                <c:pt idx="663">
                  <c:v>10.945297296952869</c:v>
                </c:pt>
                <c:pt idx="664">
                  <c:v>10.972581454878821</c:v>
                </c:pt>
                <c:pt idx="665">
                  <c:v>11.003072842308249</c:v>
                </c:pt>
                <c:pt idx="666">
                  <c:v>11.03460787669961</c:v>
                </c:pt>
                <c:pt idx="667">
                  <c:v>11.064276006347001</c:v>
                </c:pt>
                <c:pt idx="668">
                  <c:v>11.091731622128901</c:v>
                </c:pt>
                <c:pt idx="669">
                  <c:v>11.117455973017959</c:v>
                </c:pt>
                <c:pt idx="670">
                  <c:v>11.141138378407071</c:v>
                </c:pt>
                <c:pt idx="671">
                  <c:v>11.16245047086321</c:v>
                </c:pt>
                <c:pt idx="672">
                  <c:v>11.181298002176669</c:v>
                </c:pt>
                <c:pt idx="673">
                  <c:v>11.198629054645551</c:v>
                </c:pt>
                <c:pt idx="674">
                  <c:v>11.215263990857601</c:v>
                </c:pt>
                <c:pt idx="675">
                  <c:v>11.23215604707188</c:v>
                </c:pt>
                <c:pt idx="676">
                  <c:v>11.24918442789598</c:v>
                </c:pt>
                <c:pt idx="677">
                  <c:v>11.265700252203629</c:v>
                </c:pt>
                <c:pt idx="678">
                  <c:v>11.28109866661749</c:v>
                </c:pt>
                <c:pt idx="679">
                  <c:v>11.294782927318771</c:v>
                </c:pt>
                <c:pt idx="680">
                  <c:v>11.30655958797229</c:v>
                </c:pt>
                <c:pt idx="681">
                  <c:v>11.31655923421989</c:v>
                </c:pt>
                <c:pt idx="682">
                  <c:v>11.325972186682691</c:v>
                </c:pt>
                <c:pt idx="683">
                  <c:v>11.3349531503239</c:v>
                </c:pt>
                <c:pt idx="684">
                  <c:v>11.34293944972743</c:v>
                </c:pt>
                <c:pt idx="685">
                  <c:v>11.34932439949776</c:v>
                </c:pt>
                <c:pt idx="686">
                  <c:v>11.354542151690509</c:v>
                </c:pt>
                <c:pt idx="687">
                  <c:v>11.35874984013822</c:v>
                </c:pt>
                <c:pt idx="688">
                  <c:v>11.361992558655389</c:v>
                </c:pt>
                <c:pt idx="689">
                  <c:v>11.36392405132225</c:v>
                </c:pt>
                <c:pt idx="690">
                  <c:v>11.36491516731521</c:v>
                </c:pt>
                <c:pt idx="691">
                  <c:v>11.365377357353021</c:v>
                </c:pt>
                <c:pt idx="692">
                  <c:v>11.365369219023069</c:v>
                </c:pt>
                <c:pt idx="693">
                  <c:v>11.36502343364443</c:v>
                </c:pt>
                <c:pt idx="694">
                  <c:v>11.36345856880695</c:v>
                </c:pt>
                <c:pt idx="695">
                  <c:v>11.35957595205887</c:v>
                </c:pt>
                <c:pt idx="696">
                  <c:v>11.3526174708838</c:v>
                </c:pt>
                <c:pt idx="697">
                  <c:v>11.34370376105278</c:v>
                </c:pt>
                <c:pt idx="698">
                  <c:v>11.3330936305058</c:v>
                </c:pt>
                <c:pt idx="699">
                  <c:v>11.319360925262471</c:v>
                </c:pt>
                <c:pt idx="700">
                  <c:v>11.30165710808229</c:v>
                </c:pt>
                <c:pt idx="701">
                  <c:v>11.280508045952599</c:v>
                </c:pt>
                <c:pt idx="702">
                  <c:v>11.25690842709235</c:v>
                </c:pt>
                <c:pt idx="703">
                  <c:v>11.231861123475131</c:v>
                </c:pt>
                <c:pt idx="704">
                  <c:v>11.206539684477629</c:v>
                </c:pt>
                <c:pt idx="705">
                  <c:v>11.1823785093493</c:v>
                </c:pt>
                <c:pt idx="706">
                  <c:v>11.161041913372831</c:v>
                </c:pt>
                <c:pt idx="707">
                  <c:v>11.14065218077196</c:v>
                </c:pt>
                <c:pt idx="708">
                  <c:v>11.120059688047901</c:v>
                </c:pt>
                <c:pt idx="709">
                  <c:v>11.099581358259259</c:v>
                </c:pt>
                <c:pt idx="710">
                  <c:v>11.080331570099791</c:v>
                </c:pt>
                <c:pt idx="711">
                  <c:v>11.061825218908879</c:v>
                </c:pt>
                <c:pt idx="712">
                  <c:v>11.04316927003539</c:v>
                </c:pt>
                <c:pt idx="713">
                  <c:v>11.02392784582416</c:v>
                </c:pt>
                <c:pt idx="714">
                  <c:v>11.0040314761328</c:v>
                </c:pt>
                <c:pt idx="715">
                  <c:v>10.983712855093779</c:v>
                </c:pt>
                <c:pt idx="716">
                  <c:v>10.96323234505993</c:v>
                </c:pt>
                <c:pt idx="717">
                  <c:v>10.94291337219407</c:v>
                </c:pt>
                <c:pt idx="718">
                  <c:v>10.9231877511241</c:v>
                </c:pt>
                <c:pt idx="719">
                  <c:v>10.903883338825979</c:v>
                </c:pt>
                <c:pt idx="720">
                  <c:v>10.88400807360898</c:v>
                </c:pt>
                <c:pt idx="721">
                  <c:v>10.86554598615183</c:v>
                </c:pt>
                <c:pt idx="722">
                  <c:v>10.84791479623968</c:v>
                </c:pt>
                <c:pt idx="723">
                  <c:v>10.829807885644319</c:v>
                </c:pt>
                <c:pt idx="724">
                  <c:v>10.811199750074721</c:v>
                </c:pt>
                <c:pt idx="725">
                  <c:v>10.792232488338639</c:v>
                </c:pt>
                <c:pt idx="726">
                  <c:v>10.77295954478277</c:v>
                </c:pt>
                <c:pt idx="727">
                  <c:v>10.753365962705571</c:v>
                </c:pt>
                <c:pt idx="728">
                  <c:v>10.73339759039429</c:v>
                </c:pt>
                <c:pt idx="729">
                  <c:v>10.71298118455644</c:v>
                </c:pt>
                <c:pt idx="730">
                  <c:v>10.692041842220799</c:v>
                </c:pt>
                <c:pt idx="731">
                  <c:v>10.670517398147441</c:v>
                </c:pt>
                <c:pt idx="732">
                  <c:v>10.6483569109964</c:v>
                </c:pt>
                <c:pt idx="733">
                  <c:v>10.625525452142369</c:v>
                </c:pt>
                <c:pt idx="734">
                  <c:v>10.60200236469783</c:v>
                </c:pt>
                <c:pt idx="735">
                  <c:v>10.577781996243409</c:v>
                </c:pt>
                <c:pt idx="736">
                  <c:v>10.553058098372</c:v>
                </c:pt>
                <c:pt idx="737">
                  <c:v>10.52779280269093</c:v>
                </c:pt>
                <c:pt idx="738">
                  <c:v>10.50314013235209</c:v>
                </c:pt>
                <c:pt idx="739">
                  <c:v>10.48080963748582</c:v>
                </c:pt>
                <c:pt idx="740">
                  <c:v>10.460241315966551</c:v>
                </c:pt>
                <c:pt idx="741">
                  <c:v>10.4401412720677</c:v>
                </c:pt>
                <c:pt idx="742">
                  <c:v>10.42024208676772</c:v>
                </c:pt>
                <c:pt idx="743">
                  <c:v>10.400400430644391</c:v>
                </c:pt>
                <c:pt idx="744">
                  <c:v>10.380307475655419</c:v>
                </c:pt>
                <c:pt idx="745">
                  <c:v>10.3609149176554</c:v>
                </c:pt>
                <c:pt idx="746">
                  <c:v>10.342502806064189</c:v>
                </c:pt>
                <c:pt idx="747">
                  <c:v>10.32401278931864</c:v>
                </c:pt>
                <c:pt idx="748">
                  <c:v>10.304377291916261</c:v>
                </c:pt>
                <c:pt idx="749">
                  <c:v>10.284310442885079</c:v>
                </c:pt>
                <c:pt idx="750">
                  <c:v>10.26608712197226</c:v>
                </c:pt>
                <c:pt idx="751">
                  <c:v>10.251102606846951</c:v>
                </c:pt>
                <c:pt idx="752">
                  <c:v>10.239567018921131</c:v>
                </c:pt>
                <c:pt idx="753">
                  <c:v>10.22884344873777</c:v>
                </c:pt>
                <c:pt idx="754">
                  <c:v>10.21515555623937</c:v>
                </c:pt>
                <c:pt idx="755">
                  <c:v>10.19878449443987</c:v>
                </c:pt>
                <c:pt idx="756">
                  <c:v>10.18230008395952</c:v>
                </c:pt>
                <c:pt idx="757">
                  <c:v>10.16538502007357</c:v>
                </c:pt>
                <c:pt idx="758">
                  <c:v>10.14696237894603</c:v>
                </c:pt>
                <c:pt idx="759">
                  <c:v>10.13109989876436</c:v>
                </c:pt>
                <c:pt idx="760">
                  <c:v>10.11995684642234</c:v>
                </c:pt>
                <c:pt idx="761">
                  <c:v>10.11083860407458</c:v>
                </c:pt>
                <c:pt idx="762">
                  <c:v>10.10243846033563</c:v>
                </c:pt>
                <c:pt idx="763">
                  <c:v>10.094190462165161</c:v>
                </c:pt>
                <c:pt idx="764">
                  <c:v>10.08538321315085</c:v>
                </c:pt>
                <c:pt idx="765">
                  <c:v>10.075914419265869</c:v>
                </c:pt>
                <c:pt idx="766">
                  <c:v>10.06605591437833</c:v>
                </c:pt>
                <c:pt idx="767">
                  <c:v>10.055824859746821</c:v>
                </c:pt>
                <c:pt idx="768">
                  <c:v>10.04523007947555</c:v>
                </c:pt>
                <c:pt idx="769">
                  <c:v>10.035702987200629</c:v>
                </c:pt>
                <c:pt idx="770">
                  <c:v>10.02889610506762</c:v>
                </c:pt>
                <c:pt idx="771">
                  <c:v>10.02406713613494</c:v>
                </c:pt>
                <c:pt idx="772">
                  <c:v>10.018635101831441</c:v>
                </c:pt>
                <c:pt idx="773">
                  <c:v>10.011145124634769</c:v>
                </c:pt>
                <c:pt idx="774">
                  <c:v>10.001249229124561</c:v>
                </c:pt>
                <c:pt idx="775">
                  <c:v>9.9905101534608125</c:v>
                </c:pt>
                <c:pt idx="776">
                  <c:v>9.9785198968600515</c:v>
                </c:pt>
                <c:pt idx="777">
                  <c:v>9.9690769622157163</c:v>
                </c:pt>
                <c:pt idx="778">
                  <c:v>9.9748379160580463</c:v>
                </c:pt>
                <c:pt idx="779">
                  <c:v>9.9957585627867402</c:v>
                </c:pt>
                <c:pt idx="780">
                  <c:v>10.028477895070321</c:v>
                </c:pt>
                <c:pt idx="781">
                  <c:v>10.06916678396796</c:v>
                </c:pt>
                <c:pt idx="782">
                  <c:v>10.11331499467507</c:v>
                </c:pt>
                <c:pt idx="783">
                  <c:v>10.157002952079189</c:v>
                </c:pt>
                <c:pt idx="784">
                  <c:v>10.19848984295691</c:v>
                </c:pt>
                <c:pt idx="785">
                  <c:v>10.23730448701814</c:v>
                </c:pt>
                <c:pt idx="786">
                  <c:v>10.27278070394944</c:v>
                </c:pt>
                <c:pt idx="787">
                  <c:v>10.305408489921311</c:v>
                </c:pt>
                <c:pt idx="788">
                  <c:v>10.33633695506221</c:v>
                </c:pt>
                <c:pt idx="789">
                  <c:v>10.365317759534801</c:v>
                </c:pt>
                <c:pt idx="790">
                  <c:v>10.39238317659775</c:v>
                </c:pt>
                <c:pt idx="791">
                  <c:v>10.418127815953151</c:v>
                </c:pt>
                <c:pt idx="792">
                  <c:v>10.443785909630609</c:v>
                </c:pt>
                <c:pt idx="793">
                  <c:v>10.46851268349495</c:v>
                </c:pt>
                <c:pt idx="794">
                  <c:v>10.49051059080193</c:v>
                </c:pt>
                <c:pt idx="795">
                  <c:v>10.508930215104041</c:v>
                </c:pt>
                <c:pt idx="796">
                  <c:v>10.524800433602239</c:v>
                </c:pt>
                <c:pt idx="797">
                  <c:v>10.53960374691995</c:v>
                </c:pt>
                <c:pt idx="798">
                  <c:v>10.554393749408209</c:v>
                </c:pt>
                <c:pt idx="799">
                  <c:v>10.56754460560453</c:v>
                </c:pt>
                <c:pt idx="800">
                  <c:v>10.57700578413573</c:v>
                </c:pt>
                <c:pt idx="801">
                  <c:v>10.582456880020739</c:v>
                </c:pt>
                <c:pt idx="802">
                  <c:v>10.58516394245931</c:v>
                </c:pt>
                <c:pt idx="803">
                  <c:v>10.587115466556609</c:v>
                </c:pt>
                <c:pt idx="804">
                  <c:v>10.589648450145431</c:v>
                </c:pt>
                <c:pt idx="805">
                  <c:v>10.59105351675356</c:v>
                </c:pt>
                <c:pt idx="806">
                  <c:v>10.58875716269621</c:v>
                </c:pt>
                <c:pt idx="807">
                  <c:v>10.582507251834571</c:v>
                </c:pt>
                <c:pt idx="808">
                  <c:v>10.574433743004869</c:v>
                </c:pt>
                <c:pt idx="809">
                  <c:v>10.56603354850826</c:v>
                </c:pt>
                <c:pt idx="810">
                  <c:v>10.55630853680977</c:v>
                </c:pt>
                <c:pt idx="811">
                  <c:v>10.55079121908353</c:v>
                </c:pt>
                <c:pt idx="812">
                  <c:v>10.55774592451394</c:v>
                </c:pt>
                <c:pt idx="813">
                  <c:v>10.57300611350732</c:v>
                </c:pt>
                <c:pt idx="814">
                  <c:v>10.58797750024835</c:v>
                </c:pt>
                <c:pt idx="815">
                  <c:v>10.60081485435343</c:v>
                </c:pt>
                <c:pt idx="816">
                  <c:v>10.61174431609064</c:v>
                </c:pt>
                <c:pt idx="817">
                  <c:v>10.621498162797041</c:v>
                </c:pt>
                <c:pt idx="818">
                  <c:v>10.6297425953094</c:v>
                </c:pt>
                <c:pt idx="819">
                  <c:v>10.63606489669252</c:v>
                </c:pt>
                <c:pt idx="820">
                  <c:v>10.640887992559691</c:v>
                </c:pt>
                <c:pt idx="821">
                  <c:v>10.6443900558601</c:v>
                </c:pt>
                <c:pt idx="822">
                  <c:v>10.647175623785181</c:v>
                </c:pt>
                <c:pt idx="823">
                  <c:v>10.65061400354378</c:v>
                </c:pt>
                <c:pt idx="824">
                  <c:v>10.654022782989911</c:v>
                </c:pt>
                <c:pt idx="825">
                  <c:v>10.65644695119946</c:v>
                </c:pt>
                <c:pt idx="826">
                  <c:v>10.657850511843851</c:v>
                </c:pt>
                <c:pt idx="827">
                  <c:v>10.65822473149332</c:v>
                </c:pt>
                <c:pt idx="828">
                  <c:v>10.657610611049231</c:v>
                </c:pt>
                <c:pt idx="829">
                  <c:v>10.656226070621001</c:v>
                </c:pt>
                <c:pt idx="830">
                  <c:v>10.65422493164257</c:v>
                </c:pt>
                <c:pt idx="831">
                  <c:v>10.65246593013079</c:v>
                </c:pt>
                <c:pt idx="832">
                  <c:v>10.65123534839389</c:v>
                </c:pt>
                <c:pt idx="833">
                  <c:v>10.65017746874477</c:v>
                </c:pt>
                <c:pt idx="834">
                  <c:v>10.648482047117289</c:v>
                </c:pt>
                <c:pt idx="835">
                  <c:v>10.645132850063341</c:v>
                </c:pt>
                <c:pt idx="836">
                  <c:v>10.639741199525879</c:v>
                </c:pt>
                <c:pt idx="837">
                  <c:v>10.63225405155346</c:v>
                </c:pt>
                <c:pt idx="838">
                  <c:v>10.622202328142169</c:v>
                </c:pt>
                <c:pt idx="839">
                  <c:v>10.609395430644289</c:v>
                </c:pt>
                <c:pt idx="840">
                  <c:v>10.59521873576235</c:v>
                </c:pt>
                <c:pt idx="841">
                  <c:v>10.581609830236291</c:v>
                </c:pt>
                <c:pt idx="842">
                  <c:v>10.57012873291464</c:v>
                </c:pt>
                <c:pt idx="843">
                  <c:v>10.561537568506321</c:v>
                </c:pt>
                <c:pt idx="844">
                  <c:v>10.55578061635131</c:v>
                </c:pt>
                <c:pt idx="845">
                  <c:v>10.55188380068601</c:v>
                </c:pt>
                <c:pt idx="846">
                  <c:v>10.54934467737286</c:v>
                </c:pt>
                <c:pt idx="847">
                  <c:v>10.54796635115158</c:v>
                </c:pt>
                <c:pt idx="848">
                  <c:v>10.5474815039662</c:v>
                </c:pt>
                <c:pt idx="849">
                  <c:v>10.547574495128471</c:v>
                </c:pt>
                <c:pt idx="850">
                  <c:v>10.54559714530005</c:v>
                </c:pt>
                <c:pt idx="851">
                  <c:v>10.53814309238137</c:v>
                </c:pt>
                <c:pt idx="852">
                  <c:v>10.526149661662361</c:v>
                </c:pt>
                <c:pt idx="853">
                  <c:v>10.512546320175749</c:v>
                </c:pt>
                <c:pt idx="854">
                  <c:v>10.497057628892509</c:v>
                </c:pt>
                <c:pt idx="855">
                  <c:v>10.480135269416239</c:v>
                </c:pt>
                <c:pt idx="856">
                  <c:v>10.462292139512581</c:v>
                </c:pt>
                <c:pt idx="857">
                  <c:v>10.44451009946318</c:v>
                </c:pt>
                <c:pt idx="858">
                  <c:v>10.42761071232756</c:v>
                </c:pt>
                <c:pt idx="859">
                  <c:v>10.412393431431489</c:v>
                </c:pt>
                <c:pt idx="860">
                  <c:v>10.39871484700816</c:v>
                </c:pt>
                <c:pt idx="861">
                  <c:v>10.385936487498579</c:v>
                </c:pt>
                <c:pt idx="862">
                  <c:v>10.374158074598601</c:v>
                </c:pt>
                <c:pt idx="863">
                  <c:v>10.363513776009791</c:v>
                </c:pt>
                <c:pt idx="864">
                  <c:v>10.35379647234296</c:v>
                </c:pt>
                <c:pt idx="865">
                  <c:v>10.345716405208851</c:v>
                </c:pt>
                <c:pt idx="866">
                  <c:v>10.33996504158176</c:v>
                </c:pt>
                <c:pt idx="867">
                  <c:v>10.336786615607229</c:v>
                </c:pt>
                <c:pt idx="868">
                  <c:v>10.334280559273189</c:v>
                </c:pt>
                <c:pt idx="869">
                  <c:v>10.331352758412249</c:v>
                </c:pt>
                <c:pt idx="870">
                  <c:v>10.32790515655028</c:v>
                </c:pt>
                <c:pt idx="871">
                  <c:v>10.3240275494418</c:v>
                </c:pt>
                <c:pt idx="872">
                  <c:v>10.32014931065649</c:v>
                </c:pt>
                <c:pt idx="873">
                  <c:v>10.317302476846249</c:v>
                </c:pt>
                <c:pt idx="874">
                  <c:v>10.31575402906412</c:v>
                </c:pt>
                <c:pt idx="875">
                  <c:v>10.313497898338429</c:v>
                </c:pt>
                <c:pt idx="876">
                  <c:v>10.310104736404311</c:v>
                </c:pt>
                <c:pt idx="877">
                  <c:v>10.30671233553884</c:v>
                </c:pt>
                <c:pt idx="878">
                  <c:v>10.30365536102523</c:v>
                </c:pt>
                <c:pt idx="879">
                  <c:v>10.30075176432493</c:v>
                </c:pt>
                <c:pt idx="880">
                  <c:v>10.29858150831522</c:v>
                </c:pt>
                <c:pt idx="881">
                  <c:v>10.29770258959851</c:v>
                </c:pt>
                <c:pt idx="882">
                  <c:v>10.297595046003361</c:v>
                </c:pt>
                <c:pt idx="883">
                  <c:v>10.296860333211781</c:v>
                </c:pt>
                <c:pt idx="884">
                  <c:v>10.29494892564268</c:v>
                </c:pt>
                <c:pt idx="885">
                  <c:v>10.2919390042056</c:v>
                </c:pt>
                <c:pt idx="886">
                  <c:v>10.28761500329982</c:v>
                </c:pt>
                <c:pt idx="887">
                  <c:v>10.279915940104701</c:v>
                </c:pt>
                <c:pt idx="888">
                  <c:v>10.26905019664702</c:v>
                </c:pt>
                <c:pt idx="889">
                  <c:v>10.25458701275017</c:v>
                </c:pt>
                <c:pt idx="890">
                  <c:v>10.23720320977189</c:v>
                </c:pt>
                <c:pt idx="891">
                  <c:v>10.21826145156073</c:v>
                </c:pt>
                <c:pt idx="892">
                  <c:v>10.198907806714031</c:v>
                </c:pt>
                <c:pt idx="893">
                  <c:v>10.181172499958659</c:v>
                </c:pt>
                <c:pt idx="894">
                  <c:v>10.165302056196619</c:v>
                </c:pt>
                <c:pt idx="895">
                  <c:v>10.15113612085519</c:v>
                </c:pt>
                <c:pt idx="896">
                  <c:v>10.13657411196156</c:v>
                </c:pt>
                <c:pt idx="897">
                  <c:v>10.120618795333581</c:v>
                </c:pt>
                <c:pt idx="898">
                  <c:v>10.103029233387399</c:v>
                </c:pt>
                <c:pt idx="899">
                  <c:v>10.084626994633631</c:v>
                </c:pt>
                <c:pt idx="900">
                  <c:v>10.06677057181466</c:v>
                </c:pt>
                <c:pt idx="901">
                  <c:v>10.05031244660889</c:v>
                </c:pt>
                <c:pt idx="902">
                  <c:v>10.03570027852505</c:v>
                </c:pt>
                <c:pt idx="903">
                  <c:v>10.02299931946447</c:v>
                </c:pt>
                <c:pt idx="904">
                  <c:v>10.01203962759147</c:v>
                </c:pt>
                <c:pt idx="905">
                  <c:v>10.00240343063623</c:v>
                </c:pt>
                <c:pt idx="906">
                  <c:v>9.9916785407860864</c:v>
                </c:pt>
                <c:pt idx="907">
                  <c:v>9.9773573441986212</c:v>
                </c:pt>
                <c:pt idx="908">
                  <c:v>9.9597292165335709</c:v>
                </c:pt>
                <c:pt idx="909">
                  <c:v>9.9401066512755101</c:v>
                </c:pt>
                <c:pt idx="910">
                  <c:v>9.9189526600613842</c:v>
                </c:pt>
                <c:pt idx="911">
                  <c:v>9.8956427543129539</c:v>
                </c:pt>
                <c:pt idx="912">
                  <c:v>9.8736862427063823</c:v>
                </c:pt>
                <c:pt idx="913">
                  <c:v>9.8568945521466418</c:v>
                </c:pt>
                <c:pt idx="914">
                  <c:v>9.8453399808781761</c:v>
                </c:pt>
                <c:pt idx="915">
                  <c:v>9.8352437616865487</c:v>
                </c:pt>
                <c:pt idx="916">
                  <c:v>9.8245713657230791</c:v>
                </c:pt>
                <c:pt idx="917">
                  <c:v>9.8131028689210833</c:v>
                </c:pt>
                <c:pt idx="918">
                  <c:v>9.8009458425412035</c:v>
                </c:pt>
                <c:pt idx="919">
                  <c:v>9.7894530716602546</c:v>
                </c:pt>
                <c:pt idx="920">
                  <c:v>9.7805053064685907</c:v>
                </c:pt>
                <c:pt idx="921">
                  <c:v>9.7749382773634359</c:v>
                </c:pt>
                <c:pt idx="922">
                  <c:v>9.7726044805990071</c:v>
                </c:pt>
                <c:pt idx="923">
                  <c:v>9.7721787422994986</c:v>
                </c:pt>
                <c:pt idx="924">
                  <c:v>9.7709629255446622</c:v>
                </c:pt>
                <c:pt idx="925">
                  <c:v>9.767425683268554</c:v>
                </c:pt>
                <c:pt idx="926">
                  <c:v>9.7612662410315458</c:v>
                </c:pt>
                <c:pt idx="927">
                  <c:v>9.7536780924041953</c:v>
                </c:pt>
                <c:pt idx="928">
                  <c:v>9.7460121782009033</c:v>
                </c:pt>
                <c:pt idx="929">
                  <c:v>9.7371888719401287</c:v>
                </c:pt>
                <c:pt idx="930">
                  <c:v>9.7264794292568428</c:v>
                </c:pt>
                <c:pt idx="931">
                  <c:v>9.7231666229661364</c:v>
                </c:pt>
                <c:pt idx="932">
                  <c:v>9.7336192152766241</c:v>
                </c:pt>
                <c:pt idx="933">
                  <c:v>9.7598099927827171</c:v>
                </c:pt>
                <c:pt idx="934">
                  <c:v>9.8022106267777005</c:v>
                </c:pt>
                <c:pt idx="935">
                  <c:v>9.8633027499296535</c:v>
                </c:pt>
                <c:pt idx="936">
                  <c:v>9.9400557255006987</c:v>
                </c:pt>
                <c:pt idx="937">
                  <c:v>10.022339785848549</c:v>
                </c:pt>
                <c:pt idx="938">
                  <c:v>10.099277044289019</c:v>
                </c:pt>
                <c:pt idx="939">
                  <c:v>10.17034895011281</c:v>
                </c:pt>
                <c:pt idx="940">
                  <c:v>10.23895998529658</c:v>
                </c:pt>
                <c:pt idx="941">
                  <c:v>10.30569940572861</c:v>
                </c:pt>
                <c:pt idx="942">
                  <c:v>10.37032802719758</c:v>
                </c:pt>
                <c:pt idx="943">
                  <c:v>10.4328444059094</c:v>
                </c:pt>
                <c:pt idx="944">
                  <c:v>10.49276525016745</c:v>
                </c:pt>
                <c:pt idx="945">
                  <c:v>10.54951542957977</c:v>
                </c:pt>
                <c:pt idx="946">
                  <c:v>10.602694792177511</c:v>
                </c:pt>
                <c:pt idx="947">
                  <c:v>10.65215553371381</c:v>
                </c:pt>
                <c:pt idx="948">
                  <c:v>10.69703403325023</c:v>
                </c:pt>
                <c:pt idx="949">
                  <c:v>10.737692791595061</c:v>
                </c:pt>
                <c:pt idx="950">
                  <c:v>10.77545930716107</c:v>
                </c:pt>
                <c:pt idx="951">
                  <c:v>10.8112296054897</c:v>
                </c:pt>
                <c:pt idx="952">
                  <c:v>10.84503536554926</c:v>
                </c:pt>
                <c:pt idx="953">
                  <c:v>10.87484113003705</c:v>
                </c:pt>
                <c:pt idx="954">
                  <c:v>10.898458469773541</c:v>
                </c:pt>
                <c:pt idx="955">
                  <c:v>10.915873117410939</c:v>
                </c:pt>
                <c:pt idx="956">
                  <c:v>10.927878267030451</c:v>
                </c:pt>
                <c:pt idx="957">
                  <c:v>10.93660636262932</c:v>
                </c:pt>
                <c:pt idx="958">
                  <c:v>10.943778648083709</c:v>
                </c:pt>
                <c:pt idx="959">
                  <c:v>10.948405377021841</c:v>
                </c:pt>
                <c:pt idx="960">
                  <c:v>10.9492625492638</c:v>
                </c:pt>
                <c:pt idx="961">
                  <c:v>10.946131036199979</c:v>
                </c:pt>
                <c:pt idx="962">
                  <c:v>10.940891424837149</c:v>
                </c:pt>
                <c:pt idx="963">
                  <c:v>10.93638022159625</c:v>
                </c:pt>
                <c:pt idx="964">
                  <c:v>10.93275570791514</c:v>
                </c:pt>
                <c:pt idx="965">
                  <c:v>10.92790394560717</c:v>
                </c:pt>
                <c:pt idx="966">
                  <c:v>10.92351574201512</c:v>
                </c:pt>
                <c:pt idx="967">
                  <c:v>10.923013003736999</c:v>
                </c:pt>
                <c:pt idx="968">
                  <c:v>10.927966167011411</c:v>
                </c:pt>
                <c:pt idx="969">
                  <c:v>10.938738567278071</c:v>
                </c:pt>
                <c:pt idx="970">
                  <c:v>10.95315060425601</c:v>
                </c:pt>
                <c:pt idx="971">
                  <c:v>10.96668228974916</c:v>
                </c:pt>
                <c:pt idx="972">
                  <c:v>10.978862490373571</c:v>
                </c:pt>
                <c:pt idx="973">
                  <c:v>10.990408970803291</c:v>
                </c:pt>
                <c:pt idx="974">
                  <c:v>11.000612398700261</c:v>
                </c:pt>
                <c:pt idx="975">
                  <c:v>11.00895077130547</c:v>
                </c:pt>
                <c:pt idx="976">
                  <c:v>11.015500520743471</c:v>
                </c:pt>
                <c:pt idx="977">
                  <c:v>11.020868379591951</c:v>
                </c:pt>
                <c:pt idx="978">
                  <c:v>11.024766693990671</c:v>
                </c:pt>
                <c:pt idx="979">
                  <c:v>11.02670590371169</c:v>
                </c:pt>
                <c:pt idx="980">
                  <c:v>11.02842640944354</c:v>
                </c:pt>
                <c:pt idx="981">
                  <c:v>11.030567619819781</c:v>
                </c:pt>
                <c:pt idx="982">
                  <c:v>11.031722507545521</c:v>
                </c:pt>
                <c:pt idx="983">
                  <c:v>11.031090561827581</c:v>
                </c:pt>
                <c:pt idx="984">
                  <c:v>11.02882782449065</c:v>
                </c:pt>
                <c:pt idx="985">
                  <c:v>11.02445072689658</c:v>
                </c:pt>
                <c:pt idx="986">
                  <c:v>11.01829175610826</c:v>
                </c:pt>
                <c:pt idx="987">
                  <c:v>11.01106146330762</c:v>
                </c:pt>
                <c:pt idx="988">
                  <c:v>11.00275644173732</c:v>
                </c:pt>
                <c:pt idx="989">
                  <c:v>10.9940720109613</c:v>
                </c:pt>
                <c:pt idx="990">
                  <c:v>10.98550266218394</c:v>
                </c:pt>
                <c:pt idx="991">
                  <c:v>10.97639975562741</c:v>
                </c:pt>
                <c:pt idx="992">
                  <c:v>10.96607421262437</c:v>
                </c:pt>
                <c:pt idx="993">
                  <c:v>10.954526354759791</c:v>
                </c:pt>
                <c:pt idx="994">
                  <c:v>10.94347023630699</c:v>
                </c:pt>
                <c:pt idx="995">
                  <c:v>10.93472642984128</c:v>
                </c:pt>
                <c:pt idx="996">
                  <c:v>10.928903811265529</c:v>
                </c:pt>
                <c:pt idx="997">
                  <c:v>10.925888647732149</c:v>
                </c:pt>
                <c:pt idx="998">
                  <c:v>10.92525120581759</c:v>
                </c:pt>
                <c:pt idx="999">
                  <c:v>10.926467727622381</c:v>
                </c:pt>
                <c:pt idx="1000">
                  <c:v>10.92891564274896</c:v>
                </c:pt>
                <c:pt idx="1001">
                  <c:v>10.932044803560331</c:v>
                </c:pt>
                <c:pt idx="1002">
                  <c:v>10.93555560732505</c:v>
                </c:pt>
                <c:pt idx="1003">
                  <c:v>10.939167833134491</c:v>
                </c:pt>
                <c:pt idx="1004">
                  <c:v>10.94007660876126</c:v>
                </c:pt>
                <c:pt idx="1005">
                  <c:v>10.935501223538539</c:v>
                </c:pt>
                <c:pt idx="1006">
                  <c:v>10.92540935422759</c:v>
                </c:pt>
                <c:pt idx="1007">
                  <c:v>10.910057280854099</c:v>
                </c:pt>
                <c:pt idx="1008">
                  <c:v>10.890168608272621</c:v>
                </c:pt>
                <c:pt idx="1009">
                  <c:v>10.86813389279688</c:v>
                </c:pt>
                <c:pt idx="1010">
                  <c:v>10.846548980820209</c:v>
                </c:pt>
                <c:pt idx="1011">
                  <c:v>10.826042738444791</c:v>
                </c:pt>
                <c:pt idx="1012">
                  <c:v>10.805060042811551</c:v>
                </c:pt>
                <c:pt idx="1013">
                  <c:v>10.78175282632694</c:v>
                </c:pt>
                <c:pt idx="1014">
                  <c:v>10.75601287156017</c:v>
                </c:pt>
                <c:pt idx="1015">
                  <c:v>10.72994200037299</c:v>
                </c:pt>
                <c:pt idx="1016">
                  <c:v>10.704439497324771</c:v>
                </c:pt>
                <c:pt idx="1017">
                  <c:v>10.68040917310285</c:v>
                </c:pt>
                <c:pt idx="1018">
                  <c:v>10.657414021211769</c:v>
                </c:pt>
                <c:pt idx="1019">
                  <c:v>10.63388565534078</c:v>
                </c:pt>
                <c:pt idx="1020">
                  <c:v>10.60860154604557</c:v>
                </c:pt>
                <c:pt idx="1021">
                  <c:v>10.582862525887331</c:v>
                </c:pt>
                <c:pt idx="1022">
                  <c:v>10.556040719483439</c:v>
                </c:pt>
                <c:pt idx="1023">
                  <c:v>10.5275616823116</c:v>
                </c:pt>
                <c:pt idx="1024">
                  <c:v>10.49895696350656</c:v>
                </c:pt>
                <c:pt idx="1025">
                  <c:v>10.47340997944382</c:v>
                </c:pt>
                <c:pt idx="1026">
                  <c:v>10.45111115790835</c:v>
                </c:pt>
                <c:pt idx="1027">
                  <c:v>10.431357722526499</c:v>
                </c:pt>
                <c:pt idx="1028">
                  <c:v>10.411540595602229</c:v>
                </c:pt>
                <c:pt idx="1029">
                  <c:v>10.3917202237457</c:v>
                </c:pt>
                <c:pt idx="1030">
                  <c:v>10.374291783002059</c:v>
                </c:pt>
                <c:pt idx="1031">
                  <c:v>10.36051998997123</c:v>
                </c:pt>
                <c:pt idx="1032">
                  <c:v>10.350326449239789</c:v>
                </c:pt>
                <c:pt idx="1033">
                  <c:v>10.34311396866768</c:v>
                </c:pt>
                <c:pt idx="1034">
                  <c:v>10.33773055266894</c:v>
                </c:pt>
                <c:pt idx="1035">
                  <c:v>10.333030306018291</c:v>
                </c:pt>
                <c:pt idx="1036">
                  <c:v>10.328967470782009</c:v>
                </c:pt>
                <c:pt idx="1037">
                  <c:v>10.325788232359651</c:v>
                </c:pt>
                <c:pt idx="1038">
                  <c:v>10.32350398767373</c:v>
                </c:pt>
                <c:pt idx="1039">
                  <c:v>10.32199252730387</c:v>
                </c:pt>
                <c:pt idx="1040">
                  <c:v>10.320808869593639</c:v>
                </c:pt>
                <c:pt idx="1041">
                  <c:v>10.31750373071876</c:v>
                </c:pt>
                <c:pt idx="1042">
                  <c:v>10.30892218403752</c:v>
                </c:pt>
                <c:pt idx="1043">
                  <c:v>10.29541946583563</c:v>
                </c:pt>
                <c:pt idx="1044">
                  <c:v>10.27989656213899</c:v>
                </c:pt>
                <c:pt idx="1045">
                  <c:v>10.26264934711574</c:v>
                </c:pt>
                <c:pt idx="1046">
                  <c:v>10.243577328035251</c:v>
                </c:pt>
                <c:pt idx="1047">
                  <c:v>10.223075027707621</c:v>
                </c:pt>
                <c:pt idx="1048">
                  <c:v>10.20151652858549</c:v>
                </c:pt>
                <c:pt idx="1049">
                  <c:v>10.17980405885308</c:v>
                </c:pt>
                <c:pt idx="1050">
                  <c:v>10.160230322981681</c:v>
                </c:pt>
                <c:pt idx="1051">
                  <c:v>10.143932384313681</c:v>
                </c:pt>
                <c:pt idx="1052">
                  <c:v>10.12982951079081</c:v>
                </c:pt>
                <c:pt idx="1053">
                  <c:v>10.116393074682019</c:v>
                </c:pt>
                <c:pt idx="1054">
                  <c:v>10.10257239597559</c:v>
                </c:pt>
                <c:pt idx="1055">
                  <c:v>10.088748526957991</c:v>
                </c:pt>
                <c:pt idx="1056">
                  <c:v>10.07568861929022</c:v>
                </c:pt>
                <c:pt idx="1057">
                  <c:v>10.06353478425476</c:v>
                </c:pt>
                <c:pt idx="1058">
                  <c:v>10.05243328395504</c:v>
                </c:pt>
                <c:pt idx="1059">
                  <c:v>10.04055324520658</c:v>
                </c:pt>
                <c:pt idx="1060">
                  <c:v>10.027386112261491</c:v>
                </c:pt>
                <c:pt idx="1061">
                  <c:v>10.014036440675589</c:v>
                </c:pt>
                <c:pt idx="1062">
                  <c:v>10.001141801722421</c:v>
                </c:pt>
                <c:pt idx="1063">
                  <c:v>9.9879302541695996</c:v>
                </c:pt>
                <c:pt idx="1064">
                  <c:v>9.9718155294760429</c:v>
                </c:pt>
                <c:pt idx="1065">
                  <c:v>9.9519180470514375</c:v>
                </c:pt>
                <c:pt idx="1066">
                  <c:v>9.9288909756980477</c:v>
                </c:pt>
                <c:pt idx="1067">
                  <c:v>9.9037389693649267</c:v>
                </c:pt>
                <c:pt idx="1068">
                  <c:v>9.8779026643211765</c:v>
                </c:pt>
                <c:pt idx="1069">
                  <c:v>9.850992456963036</c:v>
                </c:pt>
                <c:pt idx="1070">
                  <c:v>9.8234219524086903</c:v>
                </c:pt>
                <c:pt idx="1071">
                  <c:v>9.7957433615424208</c:v>
                </c:pt>
                <c:pt idx="1072">
                  <c:v>9.7683372408542866</c:v>
                </c:pt>
                <c:pt idx="1073">
                  <c:v>9.7428154868790724</c:v>
                </c:pt>
                <c:pt idx="1074">
                  <c:v>9.720657456429123</c:v>
                </c:pt>
                <c:pt idx="1075">
                  <c:v>9.7022280602078066</c:v>
                </c:pt>
                <c:pt idx="1076">
                  <c:v>9.6872143901055647</c:v>
                </c:pt>
                <c:pt idx="1077">
                  <c:v>9.6742857047130677</c:v>
                </c:pt>
                <c:pt idx="1078">
                  <c:v>9.6628160831439924</c:v>
                </c:pt>
                <c:pt idx="1079">
                  <c:v>9.6527046688531737</c:v>
                </c:pt>
                <c:pt idx="1080">
                  <c:v>9.6437398046661205</c:v>
                </c:pt>
                <c:pt idx="1081">
                  <c:v>9.6347312423763434</c:v>
                </c:pt>
                <c:pt idx="1082">
                  <c:v>9.6240219618691736</c:v>
                </c:pt>
                <c:pt idx="1083">
                  <c:v>9.609768583228572</c:v>
                </c:pt>
                <c:pt idx="1084">
                  <c:v>9.5955796313269044</c:v>
                </c:pt>
                <c:pt idx="1085">
                  <c:v>9.5929544917136322</c:v>
                </c:pt>
                <c:pt idx="1086">
                  <c:v>9.6028598000889094</c:v>
                </c:pt>
                <c:pt idx="1087">
                  <c:v>9.6208189998825588</c:v>
                </c:pt>
                <c:pt idx="1088">
                  <c:v>9.6403474179060247</c:v>
                </c:pt>
                <c:pt idx="1089">
                  <c:v>9.657107780044548</c:v>
                </c:pt>
                <c:pt idx="1090">
                  <c:v>9.6719201320483794</c:v>
                </c:pt>
                <c:pt idx="1091">
                  <c:v>9.6856236470785824</c:v>
                </c:pt>
                <c:pt idx="1092">
                  <c:v>9.6975196233828349</c:v>
                </c:pt>
                <c:pt idx="1093">
                  <c:v>9.7077868280910806</c:v>
                </c:pt>
                <c:pt idx="1094">
                  <c:v>9.7164099507785586</c:v>
                </c:pt>
                <c:pt idx="1095">
                  <c:v>9.7231897033998358</c:v>
                </c:pt>
                <c:pt idx="1096">
                  <c:v>9.7283739622844347</c:v>
                </c:pt>
                <c:pt idx="1097">
                  <c:v>9.7322082490904052</c:v>
                </c:pt>
                <c:pt idx="1098">
                  <c:v>9.7359429153134478</c:v>
                </c:pt>
                <c:pt idx="1099">
                  <c:v>9.7402748989775958</c:v>
                </c:pt>
                <c:pt idx="1100">
                  <c:v>9.7445744899852702</c:v>
                </c:pt>
                <c:pt idx="1101">
                  <c:v>9.7485381899369212</c:v>
                </c:pt>
                <c:pt idx="1102">
                  <c:v>9.7512970632196172</c:v>
                </c:pt>
                <c:pt idx="1103">
                  <c:v>9.7519017590889554</c:v>
                </c:pt>
                <c:pt idx="1104">
                  <c:v>9.750655881377682</c:v>
                </c:pt>
                <c:pt idx="1105">
                  <c:v>9.7482435908574061</c:v>
                </c:pt>
                <c:pt idx="1106">
                  <c:v>9.745078219334232</c:v>
                </c:pt>
                <c:pt idx="1107">
                  <c:v>9.7415074629443499</c:v>
                </c:pt>
                <c:pt idx="1108">
                  <c:v>9.7359318539017075</c:v>
                </c:pt>
                <c:pt idx="1109">
                  <c:v>9.7264417382142661</c:v>
                </c:pt>
                <c:pt idx="1110">
                  <c:v>9.7138796313604097</c:v>
                </c:pt>
                <c:pt idx="1111">
                  <c:v>9.700502196920624</c:v>
                </c:pt>
                <c:pt idx="1112">
                  <c:v>9.6872979027066073</c:v>
                </c:pt>
                <c:pt idx="1113">
                  <c:v>9.6744713837670453</c:v>
                </c:pt>
                <c:pt idx="1114">
                  <c:v>9.6599262349077186</c:v>
                </c:pt>
                <c:pt idx="1115">
                  <c:v>9.6425183789248674</c:v>
                </c:pt>
                <c:pt idx="1116">
                  <c:v>9.6230984590405484</c:v>
                </c:pt>
                <c:pt idx="1117">
                  <c:v>9.603405161613134</c:v>
                </c:pt>
                <c:pt idx="1118">
                  <c:v>9.5848249969577761</c:v>
                </c:pt>
                <c:pt idx="1119">
                  <c:v>9.5665847495796044</c:v>
                </c:pt>
                <c:pt idx="1120">
                  <c:v>9.5473389214616038</c:v>
                </c:pt>
                <c:pt idx="1121">
                  <c:v>9.5261074128754597</c:v>
                </c:pt>
                <c:pt idx="1122">
                  <c:v>9.5024480433676324</c:v>
                </c:pt>
                <c:pt idx="1123">
                  <c:v>9.4779683205939325</c:v>
                </c:pt>
                <c:pt idx="1124">
                  <c:v>9.4547800817101972</c:v>
                </c:pt>
                <c:pt idx="1125">
                  <c:v>9.4334549899162123</c:v>
                </c:pt>
                <c:pt idx="1126">
                  <c:v>9.4138385012160679</c:v>
                </c:pt>
                <c:pt idx="1127">
                  <c:v>9.3948435629355629</c:v>
                </c:pt>
                <c:pt idx="1128">
                  <c:v>9.3759565834415675</c:v>
                </c:pt>
                <c:pt idx="1129">
                  <c:v>9.3570304104867699</c:v>
                </c:pt>
                <c:pt idx="1130">
                  <c:v>9.3380371873760204</c:v>
                </c:pt>
                <c:pt idx="1131">
                  <c:v>9.3189647394571917</c:v>
                </c:pt>
                <c:pt idx="1132">
                  <c:v>9.2997789766098649</c:v>
                </c:pt>
                <c:pt idx="1133">
                  <c:v>9.2804183510839149</c:v>
                </c:pt>
                <c:pt idx="1134">
                  <c:v>9.2608020683725538</c:v>
                </c:pt>
                <c:pt idx="1135">
                  <c:v>9.240846580001481</c:v>
                </c:pt>
                <c:pt idx="1136">
                  <c:v>9.2204708778225744</c:v>
                </c:pt>
                <c:pt idx="1137">
                  <c:v>9.1996055162553017</c:v>
                </c:pt>
                <c:pt idx="1138">
                  <c:v>9.1781960025078284</c:v>
                </c:pt>
                <c:pt idx="1139">
                  <c:v>9.1562525719105281</c:v>
                </c:pt>
                <c:pt idx="1140">
                  <c:v>9.1337114363250329</c:v>
                </c:pt>
                <c:pt idx="1141">
                  <c:v>9.110256459906493</c:v>
                </c:pt>
                <c:pt idx="1142">
                  <c:v>9.0859101312379327</c:v>
                </c:pt>
                <c:pt idx="1143">
                  <c:v>9.0623646995278495</c:v>
                </c:pt>
                <c:pt idx="1144">
                  <c:v>9.0401177088081432</c:v>
                </c:pt>
                <c:pt idx="1145">
                  <c:v>9.0181257419557763</c:v>
                </c:pt>
                <c:pt idx="1146">
                  <c:v>8.9948862248404513</c:v>
                </c:pt>
                <c:pt idx="1147">
                  <c:v>8.9699470902470448</c:v>
                </c:pt>
                <c:pt idx="1148">
                  <c:v>8.94382134187261</c:v>
                </c:pt>
                <c:pt idx="1149">
                  <c:v>8.9181176278257954</c:v>
                </c:pt>
                <c:pt idx="1150">
                  <c:v>8.8946286188555224</c:v>
                </c:pt>
                <c:pt idx="1151">
                  <c:v>8.8741006042829138</c:v>
                </c:pt>
                <c:pt idx="1152">
                  <c:v>8.856571994966421</c:v>
                </c:pt>
                <c:pt idx="1153">
                  <c:v>8.8417292833958712</c:v>
                </c:pt>
                <c:pt idx="1154">
                  <c:v>8.8291271298189429</c:v>
                </c:pt>
                <c:pt idx="1155">
                  <c:v>8.8183123649826172</c:v>
                </c:pt>
                <c:pt idx="1156">
                  <c:v>8.8088003832222626</c:v>
                </c:pt>
                <c:pt idx="1157">
                  <c:v>8.7982458237643435</c:v>
                </c:pt>
                <c:pt idx="1158">
                  <c:v>8.7835394973166103</c:v>
                </c:pt>
                <c:pt idx="1159">
                  <c:v>8.764143438678488</c:v>
                </c:pt>
                <c:pt idx="1160">
                  <c:v>8.742063937578088</c:v>
                </c:pt>
                <c:pt idx="1161">
                  <c:v>8.7204138013670267</c:v>
                </c:pt>
                <c:pt idx="1162">
                  <c:v>8.7020275996887531</c:v>
                </c:pt>
                <c:pt idx="1163">
                  <c:v>8.6884879983723895</c:v>
                </c:pt>
                <c:pt idx="1164">
                  <c:v>8.6800898034458314</c:v>
                </c:pt>
                <c:pt idx="1165">
                  <c:v>8.6763066159493185</c:v>
                </c:pt>
                <c:pt idx="1166">
                  <c:v>8.6762749316082015</c:v>
                </c:pt>
                <c:pt idx="1167">
                  <c:v>8.6790683685010155</c:v>
                </c:pt>
                <c:pt idx="1168">
                  <c:v>8.6838173997319466</c:v>
                </c:pt>
                <c:pt idx="1169">
                  <c:v>8.6897770594275165</c:v>
                </c:pt>
                <c:pt idx="1170">
                  <c:v>8.6964307729493964</c:v>
                </c:pt>
                <c:pt idx="1171">
                  <c:v>8.7031874787362522</c:v>
                </c:pt>
                <c:pt idx="1172">
                  <c:v>8.7093000122498392</c:v>
                </c:pt>
                <c:pt idx="1173">
                  <c:v>8.7157088699071963</c:v>
                </c:pt>
                <c:pt idx="1174">
                  <c:v>8.7236121682142933</c:v>
                </c:pt>
                <c:pt idx="1175">
                  <c:v>8.7337186088609684</c:v>
                </c:pt>
                <c:pt idx="1176">
                  <c:v>8.7446907566271701</c:v>
                </c:pt>
                <c:pt idx="1177">
                  <c:v>8.75567628562961</c:v>
                </c:pt>
                <c:pt idx="1178">
                  <c:v>8.7648688172989058</c:v>
                </c:pt>
                <c:pt idx="1179">
                  <c:v>8.7726342855819759</c:v>
                </c:pt>
                <c:pt idx="1180">
                  <c:v>8.78138276438243</c:v>
                </c:pt>
                <c:pt idx="1181">
                  <c:v>8.7918372998445893</c:v>
                </c:pt>
                <c:pt idx="1182">
                  <c:v>8.8039022209199214</c:v>
                </c:pt>
                <c:pt idx="1183">
                  <c:v>8.8173929930158295</c:v>
                </c:pt>
                <c:pt idx="1184">
                  <c:v>8.8312422843476508</c:v>
                </c:pt>
                <c:pt idx="1185">
                  <c:v>8.8449767451490722</c:v>
                </c:pt>
                <c:pt idx="1186">
                  <c:v>8.8580520467837367</c:v>
                </c:pt>
                <c:pt idx="1187">
                  <c:v>8.8684176573254341</c:v>
                </c:pt>
                <c:pt idx="1188">
                  <c:v>8.8736147004332349</c:v>
                </c:pt>
                <c:pt idx="1189">
                  <c:v>8.8727662838489465</c:v>
                </c:pt>
                <c:pt idx="1190">
                  <c:v>8.8670235031514171</c:v>
                </c:pt>
                <c:pt idx="1191">
                  <c:v>8.8591667615567271</c:v>
                </c:pt>
                <c:pt idx="1192">
                  <c:v>8.8510673883887883</c:v>
                </c:pt>
                <c:pt idx="1193">
                  <c:v>8.8436911785274113</c:v>
                </c:pt>
                <c:pt idx="1194">
                  <c:v>8.8344907182354753</c:v>
                </c:pt>
                <c:pt idx="1195">
                  <c:v>8.8218039861271276</c:v>
                </c:pt>
                <c:pt idx="1196">
                  <c:v>8.8059751095956234</c:v>
                </c:pt>
                <c:pt idx="1197">
                  <c:v>8.787519609516627</c:v>
                </c:pt>
                <c:pt idx="1198">
                  <c:v>8.7673796966263904</c:v>
                </c:pt>
                <c:pt idx="1199">
                  <c:v>8.7461096253782227</c:v>
                </c:pt>
                <c:pt idx="1200">
                  <c:v>8.7237081595647972</c:v>
                </c:pt>
                <c:pt idx="1201">
                  <c:v>8.7001151231968308</c:v>
                </c:pt>
                <c:pt idx="1202">
                  <c:v>8.6760223305914987</c:v>
                </c:pt>
                <c:pt idx="1203">
                  <c:v>8.6516427930409012</c:v>
                </c:pt>
                <c:pt idx="1204">
                  <c:v>8.6280623786834738</c:v>
                </c:pt>
                <c:pt idx="1205">
                  <c:v>8.6069455427210428</c:v>
                </c:pt>
                <c:pt idx="1206">
                  <c:v>8.5889224339943162</c:v>
                </c:pt>
                <c:pt idx="1207">
                  <c:v>8.5739358654015394</c:v>
                </c:pt>
                <c:pt idx="1208">
                  <c:v>8.5615213422271363</c:v>
                </c:pt>
                <c:pt idx="1209">
                  <c:v>8.5489767828587233</c:v>
                </c:pt>
                <c:pt idx="1210">
                  <c:v>8.5327177649047474</c:v>
                </c:pt>
                <c:pt idx="1211">
                  <c:v>8.5128553681427039</c:v>
                </c:pt>
                <c:pt idx="1212">
                  <c:v>8.4909508735963115</c:v>
                </c:pt>
                <c:pt idx="1213">
                  <c:v>8.4686846415741766</c:v>
                </c:pt>
                <c:pt idx="1214">
                  <c:v>8.4458833948046408</c:v>
                </c:pt>
                <c:pt idx="1215">
                  <c:v>8.4276735016032891</c:v>
                </c:pt>
                <c:pt idx="1216">
                  <c:v>8.4193363207681671</c:v>
                </c:pt>
                <c:pt idx="1217">
                  <c:v>8.4199343833827154</c:v>
                </c:pt>
                <c:pt idx="1218">
                  <c:v>8.4253161171692916</c:v>
                </c:pt>
                <c:pt idx="1219">
                  <c:v>8.4304415569939906</c:v>
                </c:pt>
                <c:pt idx="1220">
                  <c:v>8.4335644493444981</c:v>
                </c:pt>
                <c:pt idx="1221">
                  <c:v>8.4358016337721509</c:v>
                </c:pt>
                <c:pt idx="1222">
                  <c:v>8.4381738286244392</c:v>
                </c:pt>
                <c:pt idx="1223">
                  <c:v>8.4419733584038017</c:v>
                </c:pt>
                <c:pt idx="1224">
                  <c:v>8.4477229533278759</c:v>
                </c:pt>
                <c:pt idx="1225">
                  <c:v>8.4552639230346252</c:v>
                </c:pt>
                <c:pt idx="1226">
                  <c:v>8.4640664115161854</c:v>
                </c:pt>
                <c:pt idx="1227">
                  <c:v>8.4716445930473512</c:v>
                </c:pt>
                <c:pt idx="1228">
                  <c:v>8.4759139864591351</c:v>
                </c:pt>
                <c:pt idx="1229">
                  <c:v>8.4760711779136884</c:v>
                </c:pt>
                <c:pt idx="1230">
                  <c:v>8.4732480997645201</c:v>
                </c:pt>
                <c:pt idx="1231">
                  <c:v>8.4691336407190061</c:v>
                </c:pt>
                <c:pt idx="1232">
                  <c:v>8.4628732248868168</c:v>
                </c:pt>
                <c:pt idx="1233">
                  <c:v>8.461168580514407</c:v>
                </c:pt>
                <c:pt idx="1234">
                  <c:v>8.4833310362008394</c:v>
                </c:pt>
                <c:pt idx="1235">
                  <c:v>8.538566721143269</c:v>
                </c:pt>
                <c:pt idx="1236">
                  <c:v>8.6174326766418385</c:v>
                </c:pt>
                <c:pt idx="1237">
                  <c:v>8.7114761053901439</c:v>
                </c:pt>
                <c:pt idx="1238">
                  <c:v>8.8169998602672841</c:v>
                </c:pt>
                <c:pt idx="1239">
                  <c:v>8.931507685272857</c:v>
                </c:pt>
                <c:pt idx="1240">
                  <c:v>9.0522706075465678</c:v>
                </c:pt>
                <c:pt idx="1241">
                  <c:v>9.1760780926574927</c:v>
                </c:pt>
                <c:pt idx="1242">
                  <c:v>9.299682947706545</c:v>
                </c:pt>
                <c:pt idx="1243">
                  <c:v>9.4202034456568615</c:v>
                </c:pt>
                <c:pt idx="1244">
                  <c:v>9.5353627032885306</c:v>
                </c:pt>
                <c:pt idx="1245">
                  <c:v>9.6435964904365328</c:v>
                </c:pt>
                <c:pt idx="1246">
                  <c:v>9.7440578987577471</c:v>
                </c:pt>
                <c:pt idx="1247">
                  <c:v>9.8365579706885029</c:v>
                </c:pt>
                <c:pt idx="1248">
                  <c:v>9.9214675530932919</c:v>
                </c:pt>
                <c:pt idx="1249">
                  <c:v>9.9995610616194597</c:v>
                </c:pt>
                <c:pt idx="1250">
                  <c:v>10.071838827640081</c:v>
                </c:pt>
                <c:pt idx="1251">
                  <c:v>10.139351671744461</c:v>
                </c:pt>
                <c:pt idx="1252">
                  <c:v>10.203060330818751</c:v>
                </c:pt>
                <c:pt idx="1253">
                  <c:v>10.263754973668631</c:v>
                </c:pt>
                <c:pt idx="1254">
                  <c:v>10.322040988250301</c:v>
                </c:pt>
                <c:pt idx="1255">
                  <c:v>10.37835302841399</c:v>
                </c:pt>
                <c:pt idx="1256">
                  <c:v>10.43298725962771</c:v>
                </c:pt>
                <c:pt idx="1257">
                  <c:v>10.48613174305356</c:v>
                </c:pt>
                <c:pt idx="1258">
                  <c:v>10.5377895764546</c:v>
                </c:pt>
                <c:pt idx="1259">
                  <c:v>10.58777995548896</c:v>
                </c:pt>
                <c:pt idx="1260">
                  <c:v>10.63461427026472</c:v>
                </c:pt>
                <c:pt idx="1261">
                  <c:v>10.675822765873679</c:v>
                </c:pt>
                <c:pt idx="1262">
                  <c:v>10.71088625515158</c:v>
                </c:pt>
                <c:pt idx="1263">
                  <c:v>10.741302563390089</c:v>
                </c:pt>
                <c:pt idx="1264">
                  <c:v>10.768548780138691</c:v>
                </c:pt>
                <c:pt idx="1265">
                  <c:v>10.7927225960019</c:v>
                </c:pt>
                <c:pt idx="1266">
                  <c:v>10.812188410576381</c:v>
                </c:pt>
                <c:pt idx="1267">
                  <c:v>10.83050805569991</c:v>
                </c:pt>
                <c:pt idx="1268">
                  <c:v>10.85092696208109</c:v>
                </c:pt>
                <c:pt idx="1269">
                  <c:v>10.87121138140593</c:v>
                </c:pt>
                <c:pt idx="1270">
                  <c:v>10.88872624723709</c:v>
                </c:pt>
                <c:pt idx="1271">
                  <c:v>10.903137726471209</c:v>
                </c:pt>
                <c:pt idx="1272">
                  <c:v>10.91683829953292</c:v>
                </c:pt>
                <c:pt idx="1273">
                  <c:v>10.932038940586549</c:v>
                </c:pt>
                <c:pt idx="1274">
                  <c:v>10.947586356283701</c:v>
                </c:pt>
                <c:pt idx="1275">
                  <c:v>10.961315314490729</c:v>
                </c:pt>
                <c:pt idx="1276">
                  <c:v>10.97354128054611</c:v>
                </c:pt>
                <c:pt idx="1277">
                  <c:v>10.98542511750971</c:v>
                </c:pt>
                <c:pt idx="1278">
                  <c:v>10.996762871092599</c:v>
                </c:pt>
                <c:pt idx="1279">
                  <c:v>11.005322588233859</c:v>
                </c:pt>
                <c:pt idx="1280">
                  <c:v>11.01005017382421</c:v>
                </c:pt>
                <c:pt idx="1281">
                  <c:v>11.011886408116389</c:v>
                </c:pt>
                <c:pt idx="1282">
                  <c:v>11.011065027838869</c:v>
                </c:pt>
                <c:pt idx="1283">
                  <c:v>11.007983442431479</c:v>
                </c:pt>
                <c:pt idx="1284">
                  <c:v>11.003202431854159</c:v>
                </c:pt>
                <c:pt idx="1285">
                  <c:v>10.996916836936141</c:v>
                </c:pt>
                <c:pt idx="1286">
                  <c:v>10.98944827191492</c:v>
                </c:pt>
                <c:pt idx="1287">
                  <c:v>10.981154633398051</c:v>
                </c:pt>
                <c:pt idx="1288">
                  <c:v>10.971753132598019</c:v>
                </c:pt>
                <c:pt idx="1289">
                  <c:v>10.961334172477549</c:v>
                </c:pt>
                <c:pt idx="1290">
                  <c:v>10.95010164848162</c:v>
                </c:pt>
                <c:pt idx="1291">
                  <c:v>10.938053532934269</c:v>
                </c:pt>
                <c:pt idx="1292">
                  <c:v>10.92526277079382</c:v>
                </c:pt>
                <c:pt idx="1293">
                  <c:v>10.911506251943671</c:v>
                </c:pt>
                <c:pt idx="1294">
                  <c:v>10.896893410741651</c:v>
                </c:pt>
                <c:pt idx="1295">
                  <c:v>10.881680372312131</c:v>
                </c:pt>
                <c:pt idx="1296">
                  <c:v>10.865931064836721</c:v>
                </c:pt>
                <c:pt idx="1297">
                  <c:v>10.84982242935342</c:v>
                </c:pt>
                <c:pt idx="1298">
                  <c:v>10.832712147039659</c:v>
                </c:pt>
                <c:pt idx="1299">
                  <c:v>10.815663545030061</c:v>
                </c:pt>
                <c:pt idx="1300">
                  <c:v>10.79951829897546</c:v>
                </c:pt>
                <c:pt idx="1301">
                  <c:v>10.784017834492619</c:v>
                </c:pt>
                <c:pt idx="1302">
                  <c:v>10.77025828636288</c:v>
                </c:pt>
                <c:pt idx="1303">
                  <c:v>10.759218883545079</c:v>
                </c:pt>
                <c:pt idx="1304">
                  <c:v>10.75046293793881</c:v>
                </c:pt>
                <c:pt idx="1305">
                  <c:v>10.74290271489385</c:v>
                </c:pt>
                <c:pt idx="1306">
                  <c:v>10.73629522527381</c:v>
                </c:pt>
                <c:pt idx="1307">
                  <c:v>10.728970901462681</c:v>
                </c:pt>
                <c:pt idx="1308">
                  <c:v>10.71860040422515</c:v>
                </c:pt>
                <c:pt idx="1309">
                  <c:v>10.705573283459371</c:v>
                </c:pt>
                <c:pt idx="1310">
                  <c:v>10.691399337943469</c:v>
                </c:pt>
                <c:pt idx="1311">
                  <c:v>10.67540205075076</c:v>
                </c:pt>
                <c:pt idx="1312">
                  <c:v>10.6574538892382</c:v>
                </c:pt>
                <c:pt idx="1313">
                  <c:v>10.638037617919091</c:v>
                </c:pt>
                <c:pt idx="1314">
                  <c:v>10.619022033053049</c:v>
                </c:pt>
                <c:pt idx="1315">
                  <c:v>10.60268408666599</c:v>
                </c:pt>
                <c:pt idx="1316">
                  <c:v>10.58923593756294</c:v>
                </c:pt>
                <c:pt idx="1317">
                  <c:v>10.577789520620691</c:v>
                </c:pt>
                <c:pt idx="1318">
                  <c:v>10.56595085512874</c:v>
                </c:pt>
                <c:pt idx="1319">
                  <c:v>10.551920188906699</c:v>
                </c:pt>
                <c:pt idx="1320">
                  <c:v>10.535250593813309</c:v>
                </c:pt>
                <c:pt idx="1321">
                  <c:v>10.51584035783644</c:v>
                </c:pt>
                <c:pt idx="1322">
                  <c:v>10.494284492247861</c:v>
                </c:pt>
                <c:pt idx="1323">
                  <c:v>10.47187448242442</c:v>
                </c:pt>
                <c:pt idx="1324">
                  <c:v>10.450261366541779</c:v>
                </c:pt>
                <c:pt idx="1325">
                  <c:v>10.432000150187941</c:v>
                </c:pt>
                <c:pt idx="1326">
                  <c:v>10.420068243982501</c:v>
                </c:pt>
                <c:pt idx="1327">
                  <c:v>10.41657959660896</c:v>
                </c:pt>
                <c:pt idx="1328">
                  <c:v>10.4223360220505</c:v>
                </c:pt>
                <c:pt idx="1329">
                  <c:v>10.436758575228311</c:v>
                </c:pt>
                <c:pt idx="1330">
                  <c:v>10.45638812634933</c:v>
                </c:pt>
                <c:pt idx="1331">
                  <c:v>10.47661991995381</c:v>
                </c:pt>
                <c:pt idx="1332">
                  <c:v>10.495430775800751</c:v>
                </c:pt>
                <c:pt idx="1333">
                  <c:v>10.51253678002716</c:v>
                </c:pt>
                <c:pt idx="1334">
                  <c:v>10.529339947160841</c:v>
                </c:pt>
                <c:pt idx="1335">
                  <c:v>10.54715078347115</c:v>
                </c:pt>
                <c:pt idx="1336">
                  <c:v>10.565908317105571</c:v>
                </c:pt>
                <c:pt idx="1337">
                  <c:v>10.58511323212589</c:v>
                </c:pt>
                <c:pt idx="1338">
                  <c:v>10.60437687208889</c:v>
                </c:pt>
                <c:pt idx="1339">
                  <c:v>10.62328657102587</c:v>
                </c:pt>
                <c:pt idx="1340">
                  <c:v>10.642179672977649</c:v>
                </c:pt>
                <c:pt idx="1341">
                  <c:v>10.66113038368721</c:v>
                </c:pt>
                <c:pt idx="1342">
                  <c:v>10.68015422312553</c:v>
                </c:pt>
                <c:pt idx="1343">
                  <c:v>10.6992634880884</c:v>
                </c:pt>
                <c:pt idx="1344">
                  <c:v>10.71829881774344</c:v>
                </c:pt>
                <c:pt idx="1345">
                  <c:v>10.73630087231242</c:v>
                </c:pt>
                <c:pt idx="1346">
                  <c:v>10.750226979345889</c:v>
                </c:pt>
                <c:pt idx="1347">
                  <c:v>10.75816578410635</c:v>
                </c:pt>
                <c:pt idx="1348">
                  <c:v>10.760137582394201</c:v>
                </c:pt>
                <c:pt idx="1349">
                  <c:v>10.75687873286992</c:v>
                </c:pt>
                <c:pt idx="1350">
                  <c:v>10.749141060232761</c:v>
                </c:pt>
                <c:pt idx="1351">
                  <c:v>10.738609351007231</c:v>
                </c:pt>
                <c:pt idx="1352">
                  <c:v>10.726916623658459</c:v>
                </c:pt>
                <c:pt idx="1353">
                  <c:v>10.71499059185947</c:v>
                </c:pt>
                <c:pt idx="1354">
                  <c:v>10.704231619947519</c:v>
                </c:pt>
                <c:pt idx="1355">
                  <c:v>10.69547187691253</c:v>
                </c:pt>
                <c:pt idx="1356">
                  <c:v>10.68790629484791</c:v>
                </c:pt>
                <c:pt idx="1357">
                  <c:v>10.679081557919369</c:v>
                </c:pt>
                <c:pt idx="1358">
                  <c:v>10.66870050477028</c:v>
                </c:pt>
                <c:pt idx="1359">
                  <c:v>10.657900656676061</c:v>
                </c:pt>
                <c:pt idx="1360">
                  <c:v>10.64775042710354</c:v>
                </c:pt>
                <c:pt idx="1361">
                  <c:v>10.63893630282303</c:v>
                </c:pt>
                <c:pt idx="1362">
                  <c:v>10.631576203423799</c:v>
                </c:pt>
                <c:pt idx="1363">
                  <c:v>10.623664315875841</c:v>
                </c:pt>
                <c:pt idx="1364">
                  <c:v>10.6120877187908</c:v>
                </c:pt>
                <c:pt idx="1365">
                  <c:v>10.59704910727033</c:v>
                </c:pt>
                <c:pt idx="1366">
                  <c:v>10.580877026815751</c:v>
                </c:pt>
                <c:pt idx="1367">
                  <c:v>10.565179165916581</c:v>
                </c:pt>
                <c:pt idx="1368">
                  <c:v>10.54829057373807</c:v>
                </c:pt>
                <c:pt idx="1369">
                  <c:v>10.527922294828601</c:v>
                </c:pt>
                <c:pt idx="1370">
                  <c:v>10.50429228954428</c:v>
                </c:pt>
                <c:pt idx="1371">
                  <c:v>10.479073284357771</c:v>
                </c:pt>
                <c:pt idx="1372">
                  <c:v>10.453816043794671</c:v>
                </c:pt>
                <c:pt idx="1373">
                  <c:v>10.42915773193487</c:v>
                </c:pt>
                <c:pt idx="1374">
                  <c:v>10.404926469461239</c:v>
                </c:pt>
                <c:pt idx="1375">
                  <c:v>10.380389070138749</c:v>
                </c:pt>
                <c:pt idx="1376">
                  <c:v>10.355729327780249</c:v>
                </c:pt>
                <c:pt idx="1377">
                  <c:v>10.333578774424311</c:v>
                </c:pt>
                <c:pt idx="1378">
                  <c:v>10.315466880227349</c:v>
                </c:pt>
                <c:pt idx="1379">
                  <c:v>10.30163074467108</c:v>
                </c:pt>
                <c:pt idx="1380">
                  <c:v>10.291616779868789</c:v>
                </c:pt>
                <c:pt idx="1381">
                  <c:v>10.284729952414111</c:v>
                </c:pt>
                <c:pt idx="1382">
                  <c:v>10.280202134641961</c:v>
                </c:pt>
                <c:pt idx="1383">
                  <c:v>10.276116951553121</c:v>
                </c:pt>
                <c:pt idx="1384">
                  <c:v>10.27006927212634</c:v>
                </c:pt>
                <c:pt idx="1385">
                  <c:v>10.26224320651459</c:v>
                </c:pt>
                <c:pt idx="1386">
                  <c:v>10.25381549301385</c:v>
                </c:pt>
                <c:pt idx="1387">
                  <c:v>10.243485265485351</c:v>
                </c:pt>
                <c:pt idx="1388">
                  <c:v>10.22966751973444</c:v>
                </c:pt>
                <c:pt idx="1389">
                  <c:v>10.219318176001099</c:v>
                </c:pt>
                <c:pt idx="1390">
                  <c:v>10.22454534041495</c:v>
                </c:pt>
                <c:pt idx="1391">
                  <c:v>10.24112883847136</c:v>
                </c:pt>
                <c:pt idx="1392">
                  <c:v>10.261666633033821</c:v>
                </c:pt>
                <c:pt idx="1393">
                  <c:v>10.28614367935845</c:v>
                </c:pt>
                <c:pt idx="1394">
                  <c:v>10.311254837023711</c:v>
                </c:pt>
                <c:pt idx="1395">
                  <c:v>10.33384953243967</c:v>
                </c:pt>
                <c:pt idx="1396">
                  <c:v>10.354460075434311</c:v>
                </c:pt>
                <c:pt idx="1397">
                  <c:v>10.37510241448609</c:v>
                </c:pt>
                <c:pt idx="1398">
                  <c:v>10.397030993273351</c:v>
                </c:pt>
                <c:pt idx="1399">
                  <c:v>10.419803564455441</c:v>
                </c:pt>
                <c:pt idx="1400">
                  <c:v>10.442103866004491</c:v>
                </c:pt>
                <c:pt idx="1401">
                  <c:v>10.462780998003851</c:v>
                </c:pt>
                <c:pt idx="1402">
                  <c:v>10.4811171911287</c:v>
                </c:pt>
                <c:pt idx="1403">
                  <c:v>10.497250709104961</c:v>
                </c:pt>
                <c:pt idx="1404">
                  <c:v>10.51158201060848</c:v>
                </c:pt>
                <c:pt idx="1405">
                  <c:v>10.523750555402041</c:v>
                </c:pt>
                <c:pt idx="1406">
                  <c:v>10.53305807462484</c:v>
                </c:pt>
                <c:pt idx="1407">
                  <c:v>10.54060237194933</c:v>
                </c:pt>
                <c:pt idx="1408">
                  <c:v>10.547158528544781</c:v>
                </c:pt>
                <c:pt idx="1409">
                  <c:v>10.55345751155007</c:v>
                </c:pt>
                <c:pt idx="1410">
                  <c:v>10.560202505193111</c:v>
                </c:pt>
                <c:pt idx="1411">
                  <c:v>10.567553011460509</c:v>
                </c:pt>
                <c:pt idx="1412">
                  <c:v>10.57382008388254</c:v>
                </c:pt>
                <c:pt idx="1413">
                  <c:v>10.576880802222901</c:v>
                </c:pt>
                <c:pt idx="1414">
                  <c:v>10.575326484997021</c:v>
                </c:pt>
                <c:pt idx="1415">
                  <c:v>10.570469406632</c:v>
                </c:pt>
                <c:pt idx="1416">
                  <c:v>10.56464585301126</c:v>
                </c:pt>
                <c:pt idx="1417">
                  <c:v>10.55916844609597</c:v>
                </c:pt>
                <c:pt idx="1418">
                  <c:v>10.55353510257704</c:v>
                </c:pt>
                <c:pt idx="1419">
                  <c:v>10.54547723169836</c:v>
                </c:pt>
                <c:pt idx="1420">
                  <c:v>10.53384019961149</c:v>
                </c:pt>
                <c:pt idx="1421">
                  <c:v>10.52025414782171</c:v>
                </c:pt>
                <c:pt idx="1422">
                  <c:v>10.506806621249231</c:v>
                </c:pt>
                <c:pt idx="1423">
                  <c:v>10.49205105585453</c:v>
                </c:pt>
                <c:pt idx="1424">
                  <c:v>10.47643121141245</c:v>
                </c:pt>
                <c:pt idx="1425">
                  <c:v>10.468269603680589</c:v>
                </c:pt>
                <c:pt idx="1426">
                  <c:v>10.467610288117029</c:v>
                </c:pt>
                <c:pt idx="1427">
                  <c:v>10.47009443781795</c:v>
                </c:pt>
                <c:pt idx="1428">
                  <c:v>10.472563887112489</c:v>
                </c:pt>
                <c:pt idx="1429">
                  <c:v>10.473454316725279</c:v>
                </c:pt>
                <c:pt idx="1430">
                  <c:v>10.47365446875196</c:v>
                </c:pt>
                <c:pt idx="1431">
                  <c:v>10.473549060690861</c:v>
                </c:pt>
                <c:pt idx="1432">
                  <c:v>10.47179925025833</c:v>
                </c:pt>
                <c:pt idx="1433">
                  <c:v>10.46970790433231</c:v>
                </c:pt>
                <c:pt idx="1434">
                  <c:v>10.46785830692871</c:v>
                </c:pt>
                <c:pt idx="1435">
                  <c:v>10.465385394161119</c:v>
                </c:pt>
                <c:pt idx="1436">
                  <c:v>10.46123440664932</c:v>
                </c:pt>
                <c:pt idx="1437">
                  <c:v>10.45484732634937</c:v>
                </c:pt>
                <c:pt idx="1438">
                  <c:v>10.44632285710578</c:v>
                </c:pt>
                <c:pt idx="1439">
                  <c:v>10.435691101129001</c:v>
                </c:pt>
                <c:pt idx="1440">
                  <c:v>10.42459065317686</c:v>
                </c:pt>
                <c:pt idx="1441">
                  <c:v>10.4138799611013</c:v>
                </c:pt>
                <c:pt idx="1442">
                  <c:v>10.40291394699762</c:v>
                </c:pt>
                <c:pt idx="1443">
                  <c:v>10.391276874186881</c:v>
                </c:pt>
                <c:pt idx="1444">
                  <c:v>10.379119222424549</c:v>
                </c:pt>
                <c:pt idx="1445">
                  <c:v>10.36680300207925</c:v>
                </c:pt>
                <c:pt idx="1446">
                  <c:v>10.354998971910801</c:v>
                </c:pt>
                <c:pt idx="1447">
                  <c:v>10.342696762463561</c:v>
                </c:pt>
                <c:pt idx="1448">
                  <c:v>10.32877668904854</c:v>
                </c:pt>
                <c:pt idx="1449">
                  <c:v>10.31307593509008</c:v>
                </c:pt>
                <c:pt idx="1450">
                  <c:v>10.29572488707081</c:v>
                </c:pt>
                <c:pt idx="1451">
                  <c:v>10.277044896773781</c:v>
                </c:pt>
                <c:pt idx="1452">
                  <c:v>10.25720748527786</c:v>
                </c:pt>
                <c:pt idx="1453">
                  <c:v>10.236455043600291</c:v>
                </c:pt>
                <c:pt idx="1454">
                  <c:v>10.21513151497687</c:v>
                </c:pt>
                <c:pt idx="1455">
                  <c:v>10.19294690134042</c:v>
                </c:pt>
                <c:pt idx="1456">
                  <c:v>10.171022253800899</c:v>
                </c:pt>
                <c:pt idx="1457">
                  <c:v>10.150963855032771</c:v>
                </c:pt>
                <c:pt idx="1458">
                  <c:v>10.13342640962877</c:v>
                </c:pt>
                <c:pt idx="1459">
                  <c:v>10.118458669911311</c:v>
                </c:pt>
                <c:pt idx="1460">
                  <c:v>10.10580674935156</c:v>
                </c:pt>
                <c:pt idx="1461">
                  <c:v>10.09510522421602</c:v>
                </c:pt>
                <c:pt idx="1462">
                  <c:v>10.085978226808891</c:v>
                </c:pt>
                <c:pt idx="1463">
                  <c:v>10.07800505412094</c:v>
                </c:pt>
                <c:pt idx="1464">
                  <c:v>10.06893835367136</c:v>
                </c:pt>
                <c:pt idx="1465">
                  <c:v>10.05518627012979</c:v>
                </c:pt>
                <c:pt idx="1466">
                  <c:v>10.03588127463637</c:v>
                </c:pt>
                <c:pt idx="1467">
                  <c:v>10.012016497828199</c:v>
                </c:pt>
                <c:pt idx="1468">
                  <c:v>9.9857621612928611</c:v>
                </c:pt>
                <c:pt idx="1469">
                  <c:v>9.9596817950909973</c:v>
                </c:pt>
                <c:pt idx="1470">
                  <c:v>9.9341372764089915</c:v>
                </c:pt>
                <c:pt idx="1471">
                  <c:v>9.9080026301412936</c:v>
                </c:pt>
                <c:pt idx="1472">
                  <c:v>9.8804626499878889</c:v>
                </c:pt>
                <c:pt idx="1473">
                  <c:v>9.8517131786894225</c:v>
                </c:pt>
                <c:pt idx="1474">
                  <c:v>9.8213417661782305</c:v>
                </c:pt>
                <c:pt idx="1475">
                  <c:v>9.7888141790142704</c:v>
                </c:pt>
                <c:pt idx="1476">
                  <c:v>9.75545875985188</c:v>
                </c:pt>
                <c:pt idx="1477">
                  <c:v>9.7226919443316859</c:v>
                </c:pt>
                <c:pt idx="1478">
                  <c:v>9.6910835876767845</c:v>
                </c:pt>
                <c:pt idx="1479">
                  <c:v>9.6607745020594766</c:v>
                </c:pt>
                <c:pt idx="1480">
                  <c:v>9.6314762541253387</c:v>
                </c:pt>
                <c:pt idx="1481">
                  <c:v>9.6024659939024719</c:v>
                </c:pt>
                <c:pt idx="1482">
                  <c:v>9.57289506028836</c:v>
                </c:pt>
                <c:pt idx="1483">
                  <c:v>9.5429201341680496</c:v>
                </c:pt>
                <c:pt idx="1484">
                  <c:v>9.5125692511131916</c:v>
                </c:pt>
                <c:pt idx="1485">
                  <c:v>9.4814672708944236</c:v>
                </c:pt>
                <c:pt idx="1486">
                  <c:v>9.4494840767298136</c:v>
                </c:pt>
                <c:pt idx="1487">
                  <c:v>9.4163441390498015</c:v>
                </c:pt>
                <c:pt idx="1488">
                  <c:v>9.3822475792851581</c:v>
                </c:pt>
                <c:pt idx="1489">
                  <c:v>9.3473214747968765</c:v>
                </c:pt>
                <c:pt idx="1490">
                  <c:v>9.3116701575544969</c:v>
                </c:pt>
                <c:pt idx="1491">
                  <c:v>9.275489918059348</c:v>
                </c:pt>
                <c:pt idx="1492">
                  <c:v>9.2387987886485998</c:v>
                </c:pt>
                <c:pt idx="1493">
                  <c:v>9.2017525743795332</c:v>
                </c:pt>
                <c:pt idx="1494">
                  <c:v>9.1645972520770318</c:v>
                </c:pt>
                <c:pt idx="1495">
                  <c:v>9.128304584917041</c:v>
                </c:pt>
                <c:pt idx="1496">
                  <c:v>9.0935674059083151</c:v>
                </c:pt>
                <c:pt idx="1497">
                  <c:v>9.0615690042809351</c:v>
                </c:pt>
                <c:pt idx="1498">
                  <c:v>9.0323493670231709</c:v>
                </c:pt>
                <c:pt idx="1499">
                  <c:v>9.0059885448041346</c:v>
                </c:pt>
                <c:pt idx="1500">
                  <c:v>8.9826727572342957</c:v>
                </c:pt>
                <c:pt idx="1501">
                  <c:v>8.9621545213574478</c:v>
                </c:pt>
                <c:pt idx="1502">
                  <c:v>8.9439579462696326</c:v>
                </c:pt>
                <c:pt idx="1503">
                  <c:v>8.9252720171049624</c:v>
                </c:pt>
                <c:pt idx="1504">
                  <c:v>8.9028055235971149</c:v>
                </c:pt>
                <c:pt idx="1505">
                  <c:v>8.8767382003331683</c:v>
                </c:pt>
                <c:pt idx="1506">
                  <c:v>8.849648573895637</c:v>
                </c:pt>
                <c:pt idx="1507">
                  <c:v>8.8235202982394156</c:v>
                </c:pt>
                <c:pt idx="1508">
                  <c:v>8.7983443795406373</c:v>
                </c:pt>
                <c:pt idx="1509">
                  <c:v>8.7727410890723831</c:v>
                </c:pt>
                <c:pt idx="1510">
                  <c:v>8.7467429363925824</c:v>
                </c:pt>
                <c:pt idx="1511">
                  <c:v>8.7214295411296145</c:v>
                </c:pt>
                <c:pt idx="1512">
                  <c:v>8.6979109881359751</c:v>
                </c:pt>
                <c:pt idx="1513">
                  <c:v>8.6752756920821437</c:v>
                </c:pt>
                <c:pt idx="1514">
                  <c:v>8.6518963038175745</c:v>
                </c:pt>
                <c:pt idx="1515">
                  <c:v>8.6269718226166088</c:v>
                </c:pt>
                <c:pt idx="1516">
                  <c:v>8.6009434474508559</c:v>
                </c:pt>
                <c:pt idx="1517">
                  <c:v>8.5761265004350715</c:v>
                </c:pt>
                <c:pt idx="1518">
                  <c:v>8.5540309963209342</c:v>
                </c:pt>
                <c:pt idx="1519">
                  <c:v>8.5350949016643209</c:v>
                </c:pt>
                <c:pt idx="1520">
                  <c:v>8.5165660091946744</c:v>
                </c:pt>
                <c:pt idx="1521">
                  <c:v>8.4956967631356388</c:v>
                </c:pt>
                <c:pt idx="1522">
                  <c:v>8.4727067384363437</c:v>
                </c:pt>
                <c:pt idx="1523">
                  <c:v>8.448544415205145</c:v>
                </c:pt>
                <c:pt idx="1524">
                  <c:v>8.4238050034219629</c:v>
                </c:pt>
                <c:pt idx="1525">
                  <c:v>8.3975604006740756</c:v>
                </c:pt>
                <c:pt idx="1526">
                  <c:v>8.3692874526527934</c:v>
                </c:pt>
                <c:pt idx="1527">
                  <c:v>8.3403573139754688</c:v>
                </c:pt>
                <c:pt idx="1528">
                  <c:v>8.3113309004375164</c:v>
                </c:pt>
                <c:pt idx="1529">
                  <c:v>8.2831640284987795</c:v>
                </c:pt>
                <c:pt idx="1530">
                  <c:v>8.2571928262283922</c:v>
                </c:pt>
                <c:pt idx="1531">
                  <c:v>8.2339523474346006</c:v>
                </c:pt>
                <c:pt idx="1532">
                  <c:v>8.2134383204235242</c:v>
                </c:pt>
                <c:pt idx="1533">
                  <c:v>8.1953810157823721</c:v>
                </c:pt>
                <c:pt idx="1534">
                  <c:v>8.1794142230488323</c:v>
                </c:pt>
                <c:pt idx="1535">
                  <c:v>8.1651645758259139</c:v>
                </c:pt>
              </c:numCache>
            </c:numRef>
          </c:yVal>
          <c:smooth val="1"/>
          <c:extLst>
            <c:ext xmlns:c16="http://schemas.microsoft.com/office/drawing/2014/chart" uri="{C3380CC4-5D6E-409C-BE32-E72D297353CC}">
              <c16:uniqueId val="{00000000-BCF5-492F-9E50-53607A35D6E4}"/>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numCache>
            </c:numRef>
          </c:yVal>
          <c:smooth val="1"/>
          <c:extLst>
            <c:ext xmlns:c16="http://schemas.microsoft.com/office/drawing/2014/chart" uri="{C3380CC4-5D6E-409C-BE32-E72D297353CC}">
              <c16:uniqueId val="{00000001-BCF5-492F-9E50-53607A35D6E4}"/>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067665150159418"/>
          <c:y val="3.7700025060541861E-2"/>
          <c:w val="0.85531832678789999"/>
          <c:h val="0.74386099077067624"/>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Sheet2!$C$2:$C$1552</c:f>
              <c:numCache>
                <c:formatCode>General</c:formatCode>
                <c:ptCount val="1551"/>
                <c:pt idx="0">
                  <c:v>1.248081625316386</c:v>
                </c:pt>
                <c:pt idx="1">
                  <c:v>1.2463974283892001</c:v>
                </c:pt>
                <c:pt idx="2">
                  <c:v>1.244609603361172</c:v>
                </c:pt>
                <c:pt idx="3">
                  <c:v>1.2426070984343871</c:v>
                </c:pt>
                <c:pt idx="4">
                  <c:v>1.240263725580798</c:v>
                </c:pt>
                <c:pt idx="5">
                  <c:v>1.2375355375693471</c:v>
                </c:pt>
                <c:pt idx="6">
                  <c:v>1.2344484282526149</c:v>
                </c:pt>
                <c:pt idx="7">
                  <c:v>1.231068886350015</c:v>
                </c:pt>
                <c:pt idx="8">
                  <c:v>1.2274711769375191</c:v>
                </c:pt>
                <c:pt idx="9">
                  <c:v>1.223712871928714</c:v>
                </c:pt>
                <c:pt idx="10">
                  <c:v>1.2198240680058481</c:v>
                </c:pt>
                <c:pt idx="11">
                  <c:v>1.215809307066849</c:v>
                </c:pt>
                <c:pt idx="12">
                  <c:v>1.2116572853486141</c:v>
                </c:pt>
                <c:pt idx="13">
                  <c:v>1.2073525428933729</c:v>
                </c:pt>
                <c:pt idx="14">
                  <c:v>1.202884810058078</c:v>
                </c:pt>
                <c:pt idx="15">
                  <c:v>1.1978318106197721</c:v>
                </c:pt>
                <c:pt idx="16">
                  <c:v>1.1911741120200361</c:v>
                </c:pt>
                <c:pt idx="17">
                  <c:v>1.1838057589797959</c:v>
                </c:pt>
                <c:pt idx="18">
                  <c:v>1.178451325167956</c:v>
                </c:pt>
                <c:pt idx="19">
                  <c:v>1.1881537313384649</c:v>
                </c:pt>
                <c:pt idx="20">
                  <c:v>1.270672105365561</c:v>
                </c:pt>
                <c:pt idx="21">
                  <c:v>1.4757563776740481</c:v>
                </c:pt>
                <c:pt idx="22">
                  <c:v>1.7228337910091951</c:v>
                </c:pt>
                <c:pt idx="23">
                  <c:v>1.9816049167220591</c:v>
                </c:pt>
                <c:pt idx="24">
                  <c:v>2.2362506436782672</c:v>
                </c:pt>
                <c:pt idx="25">
                  <c:v>2.4721282518680812</c:v>
                </c:pt>
                <c:pt idx="26">
                  <c:v>2.6915613353095731</c:v>
                </c:pt>
                <c:pt idx="27">
                  <c:v>2.8978723767791408</c:v>
                </c:pt>
                <c:pt idx="28">
                  <c:v>3.092773293280827</c:v>
                </c:pt>
                <c:pt idx="29">
                  <c:v>3.274938892398402</c:v>
                </c:pt>
                <c:pt idx="30">
                  <c:v>3.4421588536305419</c:v>
                </c:pt>
                <c:pt idx="31">
                  <c:v>3.5933357938695258</c:v>
                </c:pt>
                <c:pt idx="32">
                  <c:v>3.7271395095166029</c:v>
                </c:pt>
                <c:pt idx="33">
                  <c:v>3.838471466198361</c:v>
                </c:pt>
                <c:pt idx="34">
                  <c:v>3.924996931986243</c:v>
                </c:pt>
                <c:pt idx="35">
                  <c:v>3.9894300197173842</c:v>
                </c:pt>
                <c:pt idx="36">
                  <c:v>4.0364873980623672</c:v>
                </c:pt>
                <c:pt idx="37">
                  <c:v>4.0709277204411922</c:v>
                </c:pt>
                <c:pt idx="38">
                  <c:v>4.0966010931947761</c:v>
                </c:pt>
                <c:pt idx="39">
                  <c:v>4.1167787138727023</c:v>
                </c:pt>
                <c:pt idx="40">
                  <c:v>4.1338024731768872</c:v>
                </c:pt>
                <c:pt idx="41">
                  <c:v>4.1489125786203216</c:v>
                </c:pt>
                <c:pt idx="42">
                  <c:v>4.1623977883084704</c:v>
                </c:pt>
                <c:pt idx="43">
                  <c:v>4.1739465743789408</c:v>
                </c:pt>
                <c:pt idx="44">
                  <c:v>4.1830162339537704</c:v>
                </c:pt>
                <c:pt idx="45">
                  <c:v>4.1890709378428141</c:v>
                </c:pt>
                <c:pt idx="46">
                  <c:v>4.1917266549876127</c:v>
                </c:pt>
                <c:pt idx="47">
                  <c:v>4.1908078165755196</c:v>
                </c:pt>
                <c:pt idx="48">
                  <c:v>4.186342752999038</c:v>
                </c:pt>
                <c:pt idx="49">
                  <c:v>4.1783130743931061</c:v>
                </c:pt>
                <c:pt idx="50">
                  <c:v>4.1670699543273759</c:v>
                </c:pt>
                <c:pt idx="51">
                  <c:v>4.1538051027265563</c:v>
                </c:pt>
                <c:pt idx="52">
                  <c:v>4.1393469071827642</c:v>
                </c:pt>
                <c:pt idx="53">
                  <c:v>4.1270765536499727</c:v>
                </c:pt>
                <c:pt idx="54">
                  <c:v>4.1308394203658176</c:v>
                </c:pt>
                <c:pt idx="55">
                  <c:v>4.1585001257445784</c:v>
                </c:pt>
                <c:pt idx="56">
                  <c:v>4.2108469349448319</c:v>
                </c:pt>
                <c:pt idx="57">
                  <c:v>4.2869993259555548</c:v>
                </c:pt>
                <c:pt idx="58">
                  <c:v>4.3820141939303046</c:v>
                </c:pt>
                <c:pt idx="59">
                  <c:v>4.4862535673723283</c:v>
                </c:pt>
                <c:pt idx="60">
                  <c:v>4.5869528158299238</c:v>
                </c:pt>
                <c:pt idx="61">
                  <c:v>4.6745284135594174</c:v>
                </c:pt>
                <c:pt idx="62">
                  <c:v>4.7481586682826551</c:v>
                </c:pt>
                <c:pt idx="63">
                  <c:v>4.8117697235376848</c:v>
                </c:pt>
                <c:pt idx="64">
                  <c:v>4.8684861191750253</c:v>
                </c:pt>
                <c:pt idx="65">
                  <c:v>4.9196058927710578</c:v>
                </c:pt>
                <c:pt idx="66">
                  <c:v>4.9667322009768826</c:v>
                </c:pt>
                <c:pt idx="67">
                  <c:v>5.0108418523043836</c:v>
                </c:pt>
                <c:pt idx="68">
                  <c:v>5.0502421134060729</c:v>
                </c:pt>
                <c:pt idx="69">
                  <c:v>5.085907647714917</c:v>
                </c:pt>
                <c:pt idx="70">
                  <c:v>5.1190179725946816</c:v>
                </c:pt>
                <c:pt idx="71">
                  <c:v>5.1521340439238648</c:v>
                </c:pt>
                <c:pt idx="72">
                  <c:v>5.1872518049447232</c:v>
                </c:pt>
                <c:pt idx="73">
                  <c:v>5.2225388896263603</c:v>
                </c:pt>
                <c:pt idx="74">
                  <c:v>5.252575737432303</c:v>
                </c:pt>
                <c:pt idx="75">
                  <c:v>5.275512131030732</c:v>
                </c:pt>
                <c:pt idx="76">
                  <c:v>5.2928913318139621</c:v>
                </c:pt>
                <c:pt idx="77">
                  <c:v>5.3053550404653418</c:v>
                </c:pt>
                <c:pt idx="78">
                  <c:v>5.3133328342141652</c:v>
                </c:pt>
                <c:pt idx="79">
                  <c:v>5.3179196234631583</c:v>
                </c:pt>
                <c:pt idx="80">
                  <c:v>5.3198518485334283</c:v>
                </c:pt>
                <c:pt idx="81">
                  <c:v>5.3178810828343064</c:v>
                </c:pt>
                <c:pt idx="82">
                  <c:v>5.3132285817473379</c:v>
                </c:pt>
                <c:pt idx="83">
                  <c:v>5.3076506356802584</c:v>
                </c:pt>
                <c:pt idx="84">
                  <c:v>5.3021675344333641</c:v>
                </c:pt>
                <c:pt idx="85">
                  <c:v>5.2971625772897646</c:v>
                </c:pt>
                <c:pt idx="86">
                  <c:v>5.2926633152035922</c:v>
                </c:pt>
                <c:pt idx="87">
                  <c:v>5.2885441325386449</c:v>
                </c:pt>
                <c:pt idx="88">
                  <c:v>5.2846073271210443</c:v>
                </c:pt>
                <c:pt idx="89">
                  <c:v>5.2804307255919811</c:v>
                </c:pt>
                <c:pt idx="90">
                  <c:v>5.2755878102138132</c:v>
                </c:pt>
                <c:pt idx="91">
                  <c:v>5.2697551059691641</c:v>
                </c:pt>
                <c:pt idx="92">
                  <c:v>5.2626492252959931</c:v>
                </c:pt>
                <c:pt idx="93">
                  <c:v>5.254001091657484</c:v>
                </c:pt>
                <c:pt idx="94">
                  <c:v>5.2435568765392881</c:v>
                </c:pt>
                <c:pt idx="95">
                  <c:v>5.231092857097579</c:v>
                </c:pt>
                <c:pt idx="96">
                  <c:v>5.2164294584800439</c:v>
                </c:pt>
                <c:pt idx="97">
                  <c:v>5.1994485901958178</c:v>
                </c:pt>
                <c:pt idx="98">
                  <c:v>5.180118521514026</c:v>
                </c:pt>
                <c:pt idx="99">
                  <c:v>5.1585106690591811</c:v>
                </c:pt>
                <c:pt idx="100">
                  <c:v>5.1348144842424102</c:v>
                </c:pt>
                <c:pt idx="101">
                  <c:v>5.1093574534097659</c:v>
                </c:pt>
                <c:pt idx="102">
                  <c:v>5.082275386210175</c:v>
                </c:pt>
                <c:pt idx="103">
                  <c:v>5.054009245120624</c:v>
                </c:pt>
                <c:pt idx="104">
                  <c:v>5.0255415105073764</c:v>
                </c:pt>
                <c:pt idx="105">
                  <c:v>4.9971195462148117</c:v>
                </c:pt>
                <c:pt idx="106">
                  <c:v>4.9686345105177976</c:v>
                </c:pt>
                <c:pt idx="107">
                  <c:v>4.9399480172935091</c:v>
                </c:pt>
                <c:pt idx="108">
                  <c:v>4.9117424235484437</c:v>
                </c:pt>
                <c:pt idx="109">
                  <c:v>4.8834155431482378</c:v>
                </c:pt>
                <c:pt idx="110">
                  <c:v>4.8542640179525662</c:v>
                </c:pt>
                <c:pt idx="111">
                  <c:v>4.8246082630544773</c:v>
                </c:pt>
                <c:pt idx="112">
                  <c:v>4.7948853252183063</c:v>
                </c:pt>
                <c:pt idx="113">
                  <c:v>4.7658459699933839</c:v>
                </c:pt>
                <c:pt idx="114">
                  <c:v>4.7399619144083962</c:v>
                </c:pt>
                <c:pt idx="115">
                  <c:v>4.7210149877600074</c:v>
                </c:pt>
                <c:pt idx="116">
                  <c:v>4.7087349312046616</c:v>
                </c:pt>
                <c:pt idx="117">
                  <c:v>4.6972261776500996</c:v>
                </c:pt>
                <c:pt idx="118">
                  <c:v>4.6835176483781096</c:v>
                </c:pt>
                <c:pt idx="119">
                  <c:v>4.6682150433604077</c:v>
                </c:pt>
                <c:pt idx="120">
                  <c:v>4.6515647873193409</c:v>
                </c:pt>
                <c:pt idx="121">
                  <c:v>4.6336326989258243</c:v>
                </c:pt>
                <c:pt idx="122">
                  <c:v>4.6143791347298331</c:v>
                </c:pt>
                <c:pt idx="123">
                  <c:v>4.5943235381625316</c:v>
                </c:pt>
                <c:pt idx="124">
                  <c:v>4.5745491848392206</c:v>
                </c:pt>
                <c:pt idx="125">
                  <c:v>4.5558112545691047</c:v>
                </c:pt>
                <c:pt idx="126">
                  <c:v>4.5384120286377501</c:v>
                </c:pt>
                <c:pt idx="127">
                  <c:v>4.5223123199581314</c:v>
                </c:pt>
                <c:pt idx="128">
                  <c:v>4.5055965337659352</c:v>
                </c:pt>
                <c:pt idx="129">
                  <c:v>4.4890046556536474</c:v>
                </c:pt>
                <c:pt idx="130">
                  <c:v>4.4757543116117491</c:v>
                </c:pt>
                <c:pt idx="131">
                  <c:v>4.464699845892623</c:v>
                </c:pt>
                <c:pt idx="132">
                  <c:v>4.4557429242556914</c:v>
                </c:pt>
                <c:pt idx="133">
                  <c:v>4.448040948508698</c:v>
                </c:pt>
                <c:pt idx="134">
                  <c:v>4.441609439103269</c:v>
                </c:pt>
                <c:pt idx="135">
                  <c:v>4.4352324188542953</c:v>
                </c:pt>
                <c:pt idx="136">
                  <c:v>4.4258791624339811</c:v>
                </c:pt>
                <c:pt idx="137">
                  <c:v>4.4141786264506724</c:v>
                </c:pt>
                <c:pt idx="138">
                  <c:v>4.4004700574971434</c:v>
                </c:pt>
                <c:pt idx="139">
                  <c:v>4.3844463640715938</c:v>
                </c:pt>
                <c:pt idx="140">
                  <c:v>4.3671414406697862</c:v>
                </c:pt>
                <c:pt idx="141">
                  <c:v>4.3496628296151902</c:v>
                </c:pt>
                <c:pt idx="142">
                  <c:v>4.3328478251516707</c:v>
                </c:pt>
                <c:pt idx="143">
                  <c:v>4.317082490025907</c:v>
                </c:pt>
                <c:pt idx="144">
                  <c:v>4.3024147729915816</c:v>
                </c:pt>
                <c:pt idx="145">
                  <c:v>4.2880768402610094</c:v>
                </c:pt>
                <c:pt idx="146">
                  <c:v>4.2719809061511711</c:v>
                </c:pt>
                <c:pt idx="147">
                  <c:v>4.2530724745771069</c:v>
                </c:pt>
                <c:pt idx="148">
                  <c:v>4.2315833605869928</c:v>
                </c:pt>
                <c:pt idx="149">
                  <c:v>4.2093613517463302</c:v>
                </c:pt>
                <c:pt idx="150">
                  <c:v>4.1910852801604106</c:v>
                </c:pt>
                <c:pt idx="151">
                  <c:v>4.1989972663606094</c:v>
                </c:pt>
                <c:pt idx="152">
                  <c:v>4.2572184634687549</c:v>
                </c:pt>
                <c:pt idx="153">
                  <c:v>4.341730392855931</c:v>
                </c:pt>
                <c:pt idx="154">
                  <c:v>4.4317526979792037</c:v>
                </c:pt>
                <c:pt idx="155">
                  <c:v>4.5222236646748666</c:v>
                </c:pt>
                <c:pt idx="156">
                  <c:v>4.6086859324626781</c:v>
                </c:pt>
                <c:pt idx="157">
                  <c:v>4.6830158080930504</c:v>
                </c:pt>
                <c:pt idx="158">
                  <c:v>4.7421320071512332</c:v>
                </c:pt>
                <c:pt idx="159">
                  <c:v>4.7876988820484883</c:v>
                </c:pt>
                <c:pt idx="160">
                  <c:v>4.8229443435893602</c:v>
                </c:pt>
                <c:pt idx="161">
                  <c:v>4.8510852160581859</c:v>
                </c:pt>
                <c:pt idx="162">
                  <c:v>4.8741812111188274</c:v>
                </c:pt>
                <c:pt idx="163">
                  <c:v>4.8933630208218926</c:v>
                </c:pt>
                <c:pt idx="164">
                  <c:v>4.907452890376657</c:v>
                </c:pt>
                <c:pt idx="165">
                  <c:v>4.9155503034772234</c:v>
                </c:pt>
                <c:pt idx="166">
                  <c:v>4.9177612761211567</c:v>
                </c:pt>
                <c:pt idx="167">
                  <c:v>4.9154608729830773</c:v>
                </c:pt>
                <c:pt idx="168">
                  <c:v>4.909774328677587</c:v>
                </c:pt>
                <c:pt idx="169">
                  <c:v>4.9030755833901916</c:v>
                </c:pt>
                <c:pt idx="170">
                  <c:v>4.9165187174503941</c:v>
                </c:pt>
                <c:pt idx="171">
                  <c:v>4.991457687326716</c:v>
                </c:pt>
                <c:pt idx="172">
                  <c:v>5.1366696529245743</c:v>
                </c:pt>
                <c:pt idx="173">
                  <c:v>5.3351690100342193</c:v>
                </c:pt>
                <c:pt idx="174">
                  <c:v>5.5518594069105429</c:v>
                </c:pt>
                <c:pt idx="175">
                  <c:v>5.7668129720010626</c:v>
                </c:pt>
                <c:pt idx="176">
                  <c:v>5.9700686404384289</c:v>
                </c:pt>
                <c:pt idx="177">
                  <c:v>6.1582713950124877</c:v>
                </c:pt>
                <c:pt idx="178">
                  <c:v>6.3268577382760078</c:v>
                </c:pt>
                <c:pt idx="179">
                  <c:v>6.4759531166880224</c:v>
                </c:pt>
                <c:pt idx="180">
                  <c:v>6.6067165732247428</c:v>
                </c:pt>
                <c:pt idx="181">
                  <c:v>6.719909860405231</c:v>
                </c:pt>
                <c:pt idx="182">
                  <c:v>6.8177854144151642</c:v>
                </c:pt>
                <c:pt idx="183">
                  <c:v>6.904358673488117</c:v>
                </c:pt>
                <c:pt idx="184">
                  <c:v>6.9827750152858643</c:v>
                </c:pt>
                <c:pt idx="185">
                  <c:v>7.0533986663552302</c:v>
                </c:pt>
                <c:pt idx="186">
                  <c:v>7.1156562370658074</c:v>
                </c:pt>
                <c:pt idx="187">
                  <c:v>7.1700673921500764</c:v>
                </c:pt>
                <c:pt idx="188">
                  <c:v>7.2170372820768414</c:v>
                </c:pt>
                <c:pt idx="189">
                  <c:v>7.2579517566797582</c:v>
                </c:pt>
                <c:pt idx="190">
                  <c:v>7.2937314468990539</c:v>
                </c:pt>
                <c:pt idx="191">
                  <c:v>7.3245782373810604</c:v>
                </c:pt>
                <c:pt idx="192">
                  <c:v>7.3515298283334776</c:v>
                </c:pt>
                <c:pt idx="193">
                  <c:v>7.3734201040977494</c:v>
                </c:pt>
                <c:pt idx="194">
                  <c:v>7.389239892655203</c:v>
                </c:pt>
                <c:pt idx="195">
                  <c:v>7.3996530618033383</c:v>
                </c:pt>
                <c:pt idx="196">
                  <c:v>7.4048388137957168</c:v>
                </c:pt>
                <c:pt idx="197">
                  <c:v>7.4063403757306094</c:v>
                </c:pt>
                <c:pt idx="198">
                  <c:v>7.4065089404967841</c:v>
                </c:pt>
                <c:pt idx="199">
                  <c:v>7.4057606784640626</c:v>
                </c:pt>
                <c:pt idx="200">
                  <c:v>7.4029686713656311</c:v>
                </c:pt>
                <c:pt idx="201">
                  <c:v>7.3972085326371184</c:v>
                </c:pt>
                <c:pt idx="202">
                  <c:v>7.3895846895532404</c:v>
                </c:pt>
                <c:pt idx="203">
                  <c:v>7.3810188190551642</c:v>
                </c:pt>
                <c:pt idx="204">
                  <c:v>7.3706213515467587</c:v>
                </c:pt>
                <c:pt idx="205">
                  <c:v>7.3597853783226306</c:v>
                </c:pt>
                <c:pt idx="206">
                  <c:v>7.3556566326800983</c:v>
                </c:pt>
                <c:pt idx="207">
                  <c:v>7.3645827150872316</c:v>
                </c:pt>
                <c:pt idx="208">
                  <c:v>7.3861574825932452</c:v>
                </c:pt>
                <c:pt idx="209">
                  <c:v>7.4179627302550744</c:v>
                </c:pt>
                <c:pt idx="210">
                  <c:v>7.4579296425937356</c:v>
                </c:pt>
                <c:pt idx="211">
                  <c:v>7.5040715885475651</c:v>
                </c:pt>
                <c:pt idx="212">
                  <c:v>7.5534582333112699</c:v>
                </c:pt>
                <c:pt idx="213">
                  <c:v>7.6025951584209368</c:v>
                </c:pt>
                <c:pt idx="214">
                  <c:v>7.6480532978469622</c:v>
                </c:pt>
                <c:pt idx="215">
                  <c:v>7.688754005579522</c:v>
                </c:pt>
                <c:pt idx="216">
                  <c:v>7.7247987314782591</c:v>
                </c:pt>
                <c:pt idx="217">
                  <c:v>7.7564144014021981</c:v>
                </c:pt>
                <c:pt idx="218">
                  <c:v>7.7838461615109296</c:v>
                </c:pt>
                <c:pt idx="219">
                  <c:v>7.8074234446937858</c:v>
                </c:pt>
                <c:pt idx="220">
                  <c:v>7.8274175134782977</c:v>
                </c:pt>
                <c:pt idx="221">
                  <c:v>7.8440187542556083</c:v>
                </c:pt>
                <c:pt idx="222">
                  <c:v>7.857178023413824</c:v>
                </c:pt>
                <c:pt idx="223">
                  <c:v>7.8670425427040769</c:v>
                </c:pt>
                <c:pt idx="224">
                  <c:v>7.8741707793057572</c:v>
                </c:pt>
                <c:pt idx="225">
                  <c:v>7.879520385883354</c:v>
                </c:pt>
                <c:pt idx="226">
                  <c:v>7.8830740297007589</c:v>
                </c:pt>
                <c:pt idx="227">
                  <c:v>7.8843184912352609</c:v>
                </c:pt>
                <c:pt idx="228">
                  <c:v>7.8834202768517452</c:v>
                </c:pt>
                <c:pt idx="229">
                  <c:v>7.8807351110463637</c:v>
                </c:pt>
                <c:pt idx="230">
                  <c:v>7.8757261669454106</c:v>
                </c:pt>
                <c:pt idx="231">
                  <c:v>7.8679559757164164</c:v>
                </c:pt>
                <c:pt idx="232">
                  <c:v>7.857644068932772</c:v>
                </c:pt>
                <c:pt idx="233">
                  <c:v>7.8463600170467203</c:v>
                </c:pt>
                <c:pt idx="234">
                  <c:v>7.8354675391941644</c:v>
                </c:pt>
                <c:pt idx="235">
                  <c:v>7.8244973216727818</c:v>
                </c:pt>
                <c:pt idx="236">
                  <c:v>7.812486862839175</c:v>
                </c:pt>
                <c:pt idx="237">
                  <c:v>7.8001642952908226</c:v>
                </c:pt>
                <c:pt idx="238">
                  <c:v>7.788704558111653</c:v>
                </c:pt>
                <c:pt idx="239">
                  <c:v>7.7785475021032102</c:v>
                </c:pt>
                <c:pt idx="240">
                  <c:v>7.7687094664628189</c:v>
                </c:pt>
                <c:pt idx="241">
                  <c:v>7.7582184736797144</c:v>
                </c:pt>
                <c:pt idx="242">
                  <c:v>7.7473148413139024</c:v>
                </c:pt>
                <c:pt idx="243">
                  <c:v>7.7352249150088941</c:v>
                </c:pt>
                <c:pt idx="244">
                  <c:v>7.7205948571061844</c:v>
                </c:pt>
                <c:pt idx="245">
                  <c:v>7.7080463840878766</c:v>
                </c:pt>
                <c:pt idx="246">
                  <c:v>7.7012689271182868</c:v>
                </c:pt>
                <c:pt idx="247">
                  <c:v>7.6959300507526338</c:v>
                </c:pt>
                <c:pt idx="248">
                  <c:v>7.6906644841472032</c:v>
                </c:pt>
                <c:pt idx="249">
                  <c:v>7.6866150443048191</c:v>
                </c:pt>
                <c:pt idx="250">
                  <c:v>7.6858744251889188</c:v>
                </c:pt>
                <c:pt idx="251">
                  <c:v>7.6925654540796966</c:v>
                </c:pt>
                <c:pt idx="252">
                  <c:v>7.7080626442863966</c:v>
                </c:pt>
                <c:pt idx="253">
                  <c:v>7.730255252402169</c:v>
                </c:pt>
                <c:pt idx="254">
                  <c:v>7.7532314555517967</c:v>
                </c:pt>
                <c:pt idx="255">
                  <c:v>7.773139239442469</c:v>
                </c:pt>
                <c:pt idx="256">
                  <c:v>7.7901735721638614</c:v>
                </c:pt>
                <c:pt idx="257">
                  <c:v>7.8052295060594057</c:v>
                </c:pt>
                <c:pt idx="258">
                  <c:v>7.820066640115777</c:v>
                </c:pt>
                <c:pt idx="259">
                  <c:v>7.8347760038362493</c:v>
                </c:pt>
                <c:pt idx="260">
                  <c:v>7.8474605264722292</c:v>
                </c:pt>
                <c:pt idx="261">
                  <c:v>7.8580645097489503</c:v>
                </c:pt>
                <c:pt idx="262">
                  <c:v>7.8663590117740103</c:v>
                </c:pt>
                <c:pt idx="263">
                  <c:v>7.8713351952502464</c:v>
                </c:pt>
                <c:pt idx="264">
                  <c:v>7.8725391969137712</c:v>
                </c:pt>
                <c:pt idx="265">
                  <c:v>7.8705416230428913</c:v>
                </c:pt>
                <c:pt idx="266">
                  <c:v>7.866116214818959</c:v>
                </c:pt>
                <c:pt idx="267">
                  <c:v>7.8597318117723054</c:v>
                </c:pt>
                <c:pt idx="268">
                  <c:v>7.8523326192063978</c:v>
                </c:pt>
                <c:pt idx="269">
                  <c:v>7.8438473889443321</c:v>
                </c:pt>
                <c:pt idx="270">
                  <c:v>7.8338057648639614</c:v>
                </c:pt>
                <c:pt idx="271">
                  <c:v>7.8226602990429228</c:v>
                </c:pt>
                <c:pt idx="272">
                  <c:v>7.8106816213258554</c:v>
                </c:pt>
                <c:pt idx="273">
                  <c:v>7.7977016263778633</c:v>
                </c:pt>
                <c:pt idx="274">
                  <c:v>7.7833984889691541</c:v>
                </c:pt>
                <c:pt idx="275">
                  <c:v>7.7681575342831</c:v>
                </c:pt>
                <c:pt idx="276">
                  <c:v>7.7536331184635037</c:v>
                </c:pt>
                <c:pt idx="277">
                  <c:v>7.7400497137687641</c:v>
                </c:pt>
                <c:pt idx="278">
                  <c:v>7.7277778154731287</c:v>
                </c:pt>
                <c:pt idx="279">
                  <c:v>7.71734994912996</c:v>
                </c:pt>
                <c:pt idx="280">
                  <c:v>7.7084822405645648</c:v>
                </c:pt>
                <c:pt idx="281">
                  <c:v>7.6987262784244761</c:v>
                </c:pt>
                <c:pt idx="282">
                  <c:v>7.6854473211965564</c:v>
                </c:pt>
                <c:pt idx="283">
                  <c:v>7.6686677171637907</c:v>
                </c:pt>
                <c:pt idx="284">
                  <c:v>7.6492711858837383</c:v>
                </c:pt>
                <c:pt idx="285">
                  <c:v>7.6276623385182489</c:v>
                </c:pt>
                <c:pt idx="286">
                  <c:v>7.6048656071620711</c:v>
                </c:pt>
                <c:pt idx="287">
                  <c:v>7.5811496063237218</c:v>
                </c:pt>
                <c:pt idx="288">
                  <c:v>7.55650505067553</c:v>
                </c:pt>
                <c:pt idx="289">
                  <c:v>7.5310386707083383</c:v>
                </c:pt>
                <c:pt idx="290">
                  <c:v>7.5051541952496574</c:v>
                </c:pt>
                <c:pt idx="291">
                  <c:v>7.4789467720815219</c:v>
                </c:pt>
                <c:pt idx="292">
                  <c:v>7.4535387210845752</c:v>
                </c:pt>
                <c:pt idx="293">
                  <c:v>7.4303566403467753</c:v>
                </c:pt>
                <c:pt idx="294">
                  <c:v>7.4088016944324959</c:v>
                </c:pt>
                <c:pt idx="295">
                  <c:v>7.3888139845639262</c:v>
                </c:pt>
                <c:pt idx="296">
                  <c:v>7.3707786665274648</c:v>
                </c:pt>
                <c:pt idx="297">
                  <c:v>7.3546588406797389</c:v>
                </c:pt>
                <c:pt idx="298">
                  <c:v>7.3395122457820232</c:v>
                </c:pt>
                <c:pt idx="299">
                  <c:v>7.3223293003281738</c:v>
                </c:pt>
                <c:pt idx="300">
                  <c:v>7.3018703446584743</c:v>
                </c:pt>
                <c:pt idx="301">
                  <c:v>7.279703878505047</c:v>
                </c:pt>
                <c:pt idx="302">
                  <c:v>7.2576359319523753</c:v>
                </c:pt>
                <c:pt idx="303">
                  <c:v>7.2353812880607498</c:v>
                </c:pt>
                <c:pt idx="304">
                  <c:v>7.2250663271032671</c:v>
                </c:pt>
                <c:pt idx="305">
                  <c:v>7.244893897507783</c:v>
                </c:pt>
                <c:pt idx="306">
                  <c:v>7.2807781125396112</c:v>
                </c:pt>
                <c:pt idx="307">
                  <c:v>7.3210484747092428</c:v>
                </c:pt>
                <c:pt idx="308">
                  <c:v>7.3607763568690707</c:v>
                </c:pt>
                <c:pt idx="309">
                  <c:v>7.3969296447943682</c:v>
                </c:pt>
                <c:pt idx="310">
                  <c:v>7.4291411429691747</c:v>
                </c:pt>
                <c:pt idx="311">
                  <c:v>7.4568653134029859</c:v>
                </c:pt>
                <c:pt idx="312">
                  <c:v>7.4803271396172573</c:v>
                </c:pt>
                <c:pt idx="313">
                  <c:v>7.5018248805339418</c:v>
                </c:pt>
                <c:pt idx="314">
                  <c:v>7.5229785684345947</c:v>
                </c:pt>
                <c:pt idx="315">
                  <c:v>7.5442573712758572</c:v>
                </c:pt>
                <c:pt idx="316">
                  <c:v>7.5633111556105774</c:v>
                </c:pt>
                <c:pt idx="317">
                  <c:v>7.5786803073533449</c:v>
                </c:pt>
                <c:pt idx="318">
                  <c:v>7.5904133345890479</c:v>
                </c:pt>
                <c:pt idx="319">
                  <c:v>7.5996295397599676</c:v>
                </c:pt>
                <c:pt idx="320">
                  <c:v>7.6068881687693164</c:v>
                </c:pt>
                <c:pt idx="321">
                  <c:v>7.610797513805859</c:v>
                </c:pt>
                <c:pt idx="322">
                  <c:v>7.6105556301935584</c:v>
                </c:pt>
                <c:pt idx="323">
                  <c:v>7.6088360690435204</c:v>
                </c:pt>
                <c:pt idx="324">
                  <c:v>7.6140941799397526</c:v>
                </c:pt>
                <c:pt idx="325">
                  <c:v>7.6311680702155966</c:v>
                </c:pt>
                <c:pt idx="326">
                  <c:v>7.6603767934340299</c:v>
                </c:pt>
                <c:pt idx="327">
                  <c:v>7.6988656125134058</c:v>
                </c:pt>
                <c:pt idx="328">
                  <c:v>7.746003673548814</c:v>
                </c:pt>
                <c:pt idx="329">
                  <c:v>7.8004476188847356</c:v>
                </c:pt>
                <c:pt idx="330">
                  <c:v>7.8550095537918221</c:v>
                </c:pt>
                <c:pt idx="331">
                  <c:v>7.9048092202595326</c:v>
                </c:pt>
                <c:pt idx="332">
                  <c:v>7.9488603696600881</c:v>
                </c:pt>
                <c:pt idx="333">
                  <c:v>7.9885396021524651</c:v>
                </c:pt>
                <c:pt idx="334">
                  <c:v>8.0249650240696333</c:v>
                </c:pt>
                <c:pt idx="335">
                  <c:v>8.0590138328826271</c:v>
                </c:pt>
                <c:pt idx="336">
                  <c:v>8.0918804048363207</c:v>
                </c:pt>
                <c:pt idx="337">
                  <c:v>8.1240748367782221</c:v>
                </c:pt>
                <c:pt idx="338">
                  <c:v>8.1554878955345718</c:v>
                </c:pt>
                <c:pt idx="339">
                  <c:v>8.184250283347021</c:v>
                </c:pt>
                <c:pt idx="340">
                  <c:v>8.2086843496818425</c:v>
                </c:pt>
                <c:pt idx="341">
                  <c:v>8.2283205646256725</c:v>
                </c:pt>
                <c:pt idx="342">
                  <c:v>8.243438551137416</c:v>
                </c:pt>
                <c:pt idx="343">
                  <c:v>8.2545538438807213</c:v>
                </c:pt>
                <c:pt idx="344">
                  <c:v>8.2622004976054235</c:v>
                </c:pt>
                <c:pt idx="345">
                  <c:v>8.2657394769635033</c:v>
                </c:pt>
                <c:pt idx="346">
                  <c:v>8.2647622898849225</c:v>
                </c:pt>
                <c:pt idx="347">
                  <c:v>8.2595121338646109</c:v>
                </c:pt>
                <c:pt idx="348">
                  <c:v>8.251783124090176</c:v>
                </c:pt>
                <c:pt idx="349">
                  <c:v>8.2430470327783674</c:v>
                </c:pt>
                <c:pt idx="350">
                  <c:v>8.2341215589722658</c:v>
                </c:pt>
                <c:pt idx="351">
                  <c:v>8.2234644954731344</c:v>
                </c:pt>
                <c:pt idx="352">
                  <c:v>8.2113078654353995</c:v>
                </c:pt>
                <c:pt idx="353">
                  <c:v>8.1995500550450497</c:v>
                </c:pt>
                <c:pt idx="354">
                  <c:v>8.1887499465679188</c:v>
                </c:pt>
                <c:pt idx="355">
                  <c:v>8.1767095301135111</c:v>
                </c:pt>
                <c:pt idx="356">
                  <c:v>8.1625922712550487</c:v>
                </c:pt>
                <c:pt idx="357">
                  <c:v>8.1511471110224338</c:v>
                </c:pt>
                <c:pt idx="358">
                  <c:v>8.1519421472861744</c:v>
                </c:pt>
                <c:pt idx="359">
                  <c:v>8.1708565646746987</c:v>
                </c:pt>
                <c:pt idx="360">
                  <c:v>8.211362329275131</c:v>
                </c:pt>
                <c:pt idx="361">
                  <c:v>8.2629675191903349</c:v>
                </c:pt>
                <c:pt idx="362">
                  <c:v>8.3164795625635914</c:v>
                </c:pt>
                <c:pt idx="363">
                  <c:v>8.3688431229565605</c:v>
                </c:pt>
                <c:pt idx="364">
                  <c:v>8.4174721992162151</c:v>
                </c:pt>
                <c:pt idx="365">
                  <c:v>8.4622947006093145</c:v>
                </c:pt>
                <c:pt idx="366">
                  <c:v>8.5032428001752969</c:v>
                </c:pt>
                <c:pt idx="367">
                  <c:v>8.5400745562443952</c:v>
                </c:pt>
                <c:pt idx="368">
                  <c:v>8.5731762031538565</c:v>
                </c:pt>
                <c:pt idx="369">
                  <c:v>8.6030356810875794</c:v>
                </c:pt>
                <c:pt idx="370">
                  <c:v>8.6293921102620565</c:v>
                </c:pt>
                <c:pt idx="371">
                  <c:v>8.6522606826392998</c:v>
                </c:pt>
                <c:pt idx="372">
                  <c:v>8.6720768000517605</c:v>
                </c:pt>
                <c:pt idx="373">
                  <c:v>8.6889033480707543</c:v>
                </c:pt>
                <c:pt idx="374">
                  <c:v>8.7029183109267958</c:v>
                </c:pt>
                <c:pt idx="375">
                  <c:v>8.7153178195274688</c:v>
                </c:pt>
                <c:pt idx="376">
                  <c:v>8.7278825978606829</c:v>
                </c:pt>
                <c:pt idx="377">
                  <c:v>8.7391903939267053</c:v>
                </c:pt>
                <c:pt idx="378">
                  <c:v>8.7471377577131548</c:v>
                </c:pt>
                <c:pt idx="379">
                  <c:v>8.7514311359680761</c:v>
                </c:pt>
                <c:pt idx="380">
                  <c:v>8.7523062341057045</c:v>
                </c:pt>
                <c:pt idx="381">
                  <c:v>8.7503508827660195</c:v>
                </c:pt>
                <c:pt idx="382">
                  <c:v>8.7464053991342734</c:v>
                </c:pt>
                <c:pt idx="383">
                  <c:v>8.7409849851305665</c:v>
                </c:pt>
                <c:pt idx="384">
                  <c:v>8.7345236602890495</c:v>
                </c:pt>
                <c:pt idx="385">
                  <c:v>8.7272836165118068</c:v>
                </c:pt>
                <c:pt idx="386">
                  <c:v>8.7203605576754697</c:v>
                </c:pt>
                <c:pt idx="387">
                  <c:v>8.7146964532961189</c:v>
                </c:pt>
                <c:pt idx="388">
                  <c:v>8.7089881948036503</c:v>
                </c:pt>
                <c:pt idx="389">
                  <c:v>8.7028004051723507</c:v>
                </c:pt>
                <c:pt idx="390">
                  <c:v>8.6968807996558901</c:v>
                </c:pt>
                <c:pt idx="391">
                  <c:v>8.6916780464878993</c:v>
                </c:pt>
                <c:pt idx="392">
                  <c:v>8.6869496851390355</c:v>
                </c:pt>
                <c:pt idx="393">
                  <c:v>8.6824849194806468</c:v>
                </c:pt>
                <c:pt idx="394">
                  <c:v>8.6759035621498022</c:v>
                </c:pt>
                <c:pt idx="395">
                  <c:v>8.6665398146916619</c:v>
                </c:pt>
                <c:pt idx="396">
                  <c:v>8.6631244705555801</c:v>
                </c:pt>
                <c:pt idx="397">
                  <c:v>8.6715035658093722</c:v>
                </c:pt>
                <c:pt idx="398">
                  <c:v>8.6920307901891523</c:v>
                </c:pt>
                <c:pt idx="399">
                  <c:v>8.7220446307028929</c:v>
                </c:pt>
                <c:pt idx="400">
                  <c:v>8.7592265559396818</c:v>
                </c:pt>
                <c:pt idx="401">
                  <c:v>8.7996363078864803</c:v>
                </c:pt>
                <c:pt idx="402">
                  <c:v>8.8412727836537446</c:v>
                </c:pt>
                <c:pt idx="403">
                  <c:v>8.8852649074744257</c:v>
                </c:pt>
                <c:pt idx="404">
                  <c:v>8.932081553263421</c:v>
                </c:pt>
                <c:pt idx="405">
                  <c:v>8.9801620700106994</c:v>
                </c:pt>
                <c:pt idx="406">
                  <c:v>9.0248324047978841</c:v>
                </c:pt>
                <c:pt idx="407">
                  <c:v>9.0656603023012376</c:v>
                </c:pt>
                <c:pt idx="408">
                  <c:v>9.1028353237621076</c:v>
                </c:pt>
                <c:pt idx="409">
                  <c:v>9.1361959064878491</c:v>
                </c:pt>
                <c:pt idx="410">
                  <c:v>9.1662533116017428</c:v>
                </c:pt>
                <c:pt idx="411">
                  <c:v>9.1934661117547485</c:v>
                </c:pt>
                <c:pt idx="412">
                  <c:v>9.2177214309855806</c:v>
                </c:pt>
                <c:pt idx="413">
                  <c:v>9.2392302678585807</c:v>
                </c:pt>
                <c:pt idx="414">
                  <c:v>9.2578346638269373</c:v>
                </c:pt>
                <c:pt idx="415">
                  <c:v>9.2734542825646624</c:v>
                </c:pt>
                <c:pt idx="416">
                  <c:v>9.2869131381659518</c:v>
                </c:pt>
                <c:pt idx="417">
                  <c:v>9.2996621315104626</c:v>
                </c:pt>
                <c:pt idx="418">
                  <c:v>9.3117184680881913</c:v>
                </c:pt>
                <c:pt idx="419">
                  <c:v>9.3217489932661568</c:v>
                </c:pt>
                <c:pt idx="420">
                  <c:v>9.3291204446479767</c:v>
                </c:pt>
                <c:pt idx="421">
                  <c:v>9.3344334618381701</c:v>
                </c:pt>
                <c:pt idx="422">
                  <c:v>9.3382378454405082</c:v>
                </c:pt>
                <c:pt idx="423">
                  <c:v>9.3402396167626716</c:v>
                </c:pt>
                <c:pt idx="424">
                  <c:v>9.3402496400818364</c:v>
                </c:pt>
                <c:pt idx="425">
                  <c:v>9.33916513277474</c:v>
                </c:pt>
                <c:pt idx="426">
                  <c:v>9.3383060346892748</c:v>
                </c:pt>
                <c:pt idx="427">
                  <c:v>9.337465753404329</c:v>
                </c:pt>
                <c:pt idx="428">
                  <c:v>9.3368879474728761</c:v>
                </c:pt>
                <c:pt idx="429">
                  <c:v>9.3371168086084619</c:v>
                </c:pt>
                <c:pt idx="430">
                  <c:v>9.338200629910304</c:v>
                </c:pt>
                <c:pt idx="431">
                  <c:v>9.3371718200547722</c:v>
                </c:pt>
                <c:pt idx="432">
                  <c:v>9.332446625955038</c:v>
                </c:pt>
                <c:pt idx="433">
                  <c:v>9.3289457716399742</c:v>
                </c:pt>
                <c:pt idx="434">
                  <c:v>9.3306555862219227</c:v>
                </c:pt>
                <c:pt idx="435">
                  <c:v>9.3349568822954758</c:v>
                </c:pt>
                <c:pt idx="436">
                  <c:v>9.3381967513829878</c:v>
                </c:pt>
                <c:pt idx="437">
                  <c:v>9.3398814453143029</c:v>
                </c:pt>
                <c:pt idx="438">
                  <c:v>9.3398012742694174</c:v>
                </c:pt>
                <c:pt idx="439">
                  <c:v>9.3383666063306041</c:v>
                </c:pt>
                <c:pt idx="440">
                  <c:v>9.3358466128218751</c:v>
                </c:pt>
                <c:pt idx="441">
                  <c:v>9.3322713516225413</c:v>
                </c:pt>
                <c:pt idx="442">
                  <c:v>9.327547809353641</c:v>
                </c:pt>
                <c:pt idx="443">
                  <c:v>9.3217586587084984</c:v>
                </c:pt>
                <c:pt idx="444">
                  <c:v>9.3147832230881846</c:v>
                </c:pt>
                <c:pt idx="445">
                  <c:v>9.3079329072289578</c:v>
                </c:pt>
                <c:pt idx="446">
                  <c:v>9.3028384752065953</c:v>
                </c:pt>
                <c:pt idx="447">
                  <c:v>9.3000561851835535</c:v>
                </c:pt>
                <c:pt idx="448">
                  <c:v>9.2994206426869042</c:v>
                </c:pt>
                <c:pt idx="449">
                  <c:v>9.2977709350308952</c:v>
                </c:pt>
                <c:pt idx="450">
                  <c:v>9.292484080430933</c:v>
                </c:pt>
                <c:pt idx="451">
                  <c:v>9.2840126517745141</c:v>
                </c:pt>
                <c:pt idx="452">
                  <c:v>9.2742830145019006</c:v>
                </c:pt>
                <c:pt idx="453">
                  <c:v>9.2629984140643842</c:v>
                </c:pt>
                <c:pt idx="454">
                  <c:v>9.2515014409897205</c:v>
                </c:pt>
                <c:pt idx="455">
                  <c:v>9.2430539871349371</c:v>
                </c:pt>
                <c:pt idx="456">
                  <c:v>9.2337872572760951</c:v>
                </c:pt>
                <c:pt idx="457">
                  <c:v>9.2228693475231864</c:v>
                </c:pt>
                <c:pt idx="458">
                  <c:v>9.2114936279976121</c:v>
                </c:pt>
                <c:pt idx="459">
                  <c:v>9.1996839621895958</c:v>
                </c:pt>
                <c:pt idx="460">
                  <c:v>9.1875105025764316</c:v>
                </c:pt>
                <c:pt idx="461">
                  <c:v>9.1753199395049378</c:v>
                </c:pt>
                <c:pt idx="462">
                  <c:v>9.1630624518027659</c:v>
                </c:pt>
                <c:pt idx="463">
                  <c:v>9.150083251048958</c:v>
                </c:pt>
                <c:pt idx="464">
                  <c:v>9.1366199282775149</c:v>
                </c:pt>
                <c:pt idx="465">
                  <c:v>9.1250630357150833</c:v>
                </c:pt>
                <c:pt idx="466">
                  <c:v>9.1166977187103964</c:v>
                </c:pt>
                <c:pt idx="467">
                  <c:v>9.1088207917910431</c:v>
                </c:pt>
                <c:pt idx="468">
                  <c:v>9.099412282796731</c:v>
                </c:pt>
                <c:pt idx="469">
                  <c:v>9.0882135221853826</c:v>
                </c:pt>
                <c:pt idx="470">
                  <c:v>9.0762666370820035</c:v>
                </c:pt>
                <c:pt idx="471">
                  <c:v>9.0649582667636874</c:v>
                </c:pt>
                <c:pt idx="472">
                  <c:v>9.054357244980034</c:v>
                </c:pt>
                <c:pt idx="473">
                  <c:v>9.0425023577409114</c:v>
                </c:pt>
                <c:pt idx="474">
                  <c:v>9.0319364855967716</c:v>
                </c:pt>
                <c:pt idx="475">
                  <c:v>9.0329984589519405</c:v>
                </c:pt>
                <c:pt idx="476">
                  <c:v>9.0484542687855605</c:v>
                </c:pt>
                <c:pt idx="477">
                  <c:v>9.07305187050674</c:v>
                </c:pt>
                <c:pt idx="478">
                  <c:v>9.1013221382915201</c:v>
                </c:pt>
                <c:pt idx="479">
                  <c:v>9.1300606726014752</c:v>
                </c:pt>
                <c:pt idx="480">
                  <c:v>9.1574652804733052</c:v>
                </c:pt>
                <c:pt idx="481">
                  <c:v>9.1836228855931576</c:v>
                </c:pt>
                <c:pt idx="482">
                  <c:v>9.2089643471941312</c:v>
                </c:pt>
                <c:pt idx="483">
                  <c:v>9.2341573615667389</c:v>
                </c:pt>
                <c:pt idx="484">
                  <c:v>9.258100357962082</c:v>
                </c:pt>
                <c:pt idx="485">
                  <c:v>9.2796526851715715</c:v>
                </c:pt>
                <c:pt idx="486">
                  <c:v>9.298491546291018</c:v>
                </c:pt>
                <c:pt idx="487">
                  <c:v>9.3159751638277211</c:v>
                </c:pt>
                <c:pt idx="488">
                  <c:v>9.3344236596919004</c:v>
                </c:pt>
                <c:pt idx="489">
                  <c:v>9.354044251944611</c:v>
                </c:pt>
                <c:pt idx="490">
                  <c:v>9.3730374696743262</c:v>
                </c:pt>
                <c:pt idx="491">
                  <c:v>9.3904723597561919</c:v>
                </c:pt>
                <c:pt idx="492">
                  <c:v>9.406148461104662</c:v>
                </c:pt>
                <c:pt idx="493">
                  <c:v>9.4203878827955663</c:v>
                </c:pt>
                <c:pt idx="494">
                  <c:v>9.4336478286226377</c:v>
                </c:pt>
                <c:pt idx="495">
                  <c:v>9.4461062381348349</c:v>
                </c:pt>
                <c:pt idx="496">
                  <c:v>9.4574020678668091</c:v>
                </c:pt>
                <c:pt idx="497">
                  <c:v>9.4668946911941934</c:v>
                </c:pt>
                <c:pt idx="498">
                  <c:v>9.4745568540596903</c:v>
                </c:pt>
                <c:pt idx="499">
                  <c:v>9.4810149919064131</c:v>
                </c:pt>
                <c:pt idx="500">
                  <c:v>9.4868194494228781</c:v>
                </c:pt>
                <c:pt idx="501">
                  <c:v>9.4922601230368802</c:v>
                </c:pt>
                <c:pt idx="502">
                  <c:v>9.4954296887817158</c:v>
                </c:pt>
                <c:pt idx="503">
                  <c:v>9.4929819678944725</c:v>
                </c:pt>
                <c:pt idx="504">
                  <c:v>9.484960473877285</c:v>
                </c:pt>
                <c:pt idx="505">
                  <c:v>9.4742721576353244</c:v>
                </c:pt>
                <c:pt idx="506">
                  <c:v>9.4626106961791923</c:v>
                </c:pt>
                <c:pt idx="507">
                  <c:v>9.4491406287025335</c:v>
                </c:pt>
                <c:pt idx="508">
                  <c:v>9.4367245438354725</c:v>
                </c:pt>
                <c:pt idx="509">
                  <c:v>9.4307757568744925</c:v>
                </c:pt>
                <c:pt idx="510">
                  <c:v>9.4288089962883106</c:v>
                </c:pt>
                <c:pt idx="511">
                  <c:v>9.4285695421592557</c:v>
                </c:pt>
                <c:pt idx="512">
                  <c:v>9.4314519103715391</c:v>
                </c:pt>
                <c:pt idx="513">
                  <c:v>9.4375057463271386</c:v>
                </c:pt>
                <c:pt idx="514">
                  <c:v>9.4493942501977415</c:v>
                </c:pt>
                <c:pt idx="515">
                  <c:v>9.4713051152700718</c:v>
                </c:pt>
                <c:pt idx="516">
                  <c:v>9.5057118878562576</c:v>
                </c:pt>
                <c:pt idx="517">
                  <c:v>9.5489410913458492</c:v>
                </c:pt>
                <c:pt idx="518">
                  <c:v>9.5894666090050897</c:v>
                </c:pt>
                <c:pt idx="519">
                  <c:v>9.6269856666270108</c:v>
                </c:pt>
                <c:pt idx="520">
                  <c:v>9.6615535125268988</c:v>
                </c:pt>
                <c:pt idx="521">
                  <c:v>9.6928931719315212</c:v>
                </c:pt>
                <c:pt idx="522">
                  <c:v>9.7209202579263003</c:v>
                </c:pt>
                <c:pt idx="523">
                  <c:v>9.7463256510545691</c:v>
                </c:pt>
                <c:pt idx="524">
                  <c:v>9.7691785617097153</c:v>
                </c:pt>
                <c:pt idx="525">
                  <c:v>9.7908585381833273</c:v>
                </c:pt>
                <c:pt idx="526">
                  <c:v>9.8111075018534954</c:v>
                </c:pt>
                <c:pt idx="527">
                  <c:v>9.8281207830254473</c:v>
                </c:pt>
                <c:pt idx="528">
                  <c:v>9.8412361188892756</c:v>
                </c:pt>
                <c:pt idx="529">
                  <c:v>9.8522420642720672</c:v>
                </c:pt>
                <c:pt idx="530">
                  <c:v>9.861240947228195</c:v>
                </c:pt>
                <c:pt idx="531">
                  <c:v>9.8689767099874608</c:v>
                </c:pt>
                <c:pt idx="532">
                  <c:v>9.8760661471180455</c:v>
                </c:pt>
                <c:pt idx="533">
                  <c:v>9.8829361678348384</c:v>
                </c:pt>
                <c:pt idx="534">
                  <c:v>9.8894071214712547</c:v>
                </c:pt>
                <c:pt idx="535">
                  <c:v>9.894290241799979</c:v>
                </c:pt>
                <c:pt idx="536">
                  <c:v>9.896260562385697</c:v>
                </c:pt>
                <c:pt idx="537">
                  <c:v>9.8959750502277206</c:v>
                </c:pt>
                <c:pt idx="538">
                  <c:v>9.8952111520511608</c:v>
                </c:pt>
                <c:pt idx="539">
                  <c:v>9.8950741832215705</c:v>
                </c:pt>
                <c:pt idx="540">
                  <c:v>9.8959843582797831</c:v>
                </c:pt>
                <c:pt idx="541">
                  <c:v>9.8979708943362592</c:v>
                </c:pt>
                <c:pt idx="542">
                  <c:v>9.9008743868245155</c:v>
                </c:pt>
                <c:pt idx="543">
                  <c:v>9.9044487721805741</c:v>
                </c:pt>
                <c:pt idx="544">
                  <c:v>9.9081702865096037</c:v>
                </c:pt>
                <c:pt idx="545">
                  <c:v>9.9114649121976797</c:v>
                </c:pt>
                <c:pt idx="546">
                  <c:v>9.9129510653714821</c:v>
                </c:pt>
                <c:pt idx="547">
                  <c:v>9.9099601262227246</c:v>
                </c:pt>
                <c:pt idx="548">
                  <c:v>9.9014989402787634</c:v>
                </c:pt>
                <c:pt idx="549">
                  <c:v>9.8898538521805879</c:v>
                </c:pt>
                <c:pt idx="550">
                  <c:v>9.8790286979518509</c:v>
                </c:pt>
                <c:pt idx="551">
                  <c:v>9.8702297884087216</c:v>
                </c:pt>
                <c:pt idx="552">
                  <c:v>9.8645949951122436</c:v>
                </c:pt>
                <c:pt idx="553">
                  <c:v>9.8622767154881625</c:v>
                </c:pt>
                <c:pt idx="554">
                  <c:v>9.8622570449231439</c:v>
                </c:pt>
                <c:pt idx="555">
                  <c:v>9.8622616733717781</c:v>
                </c:pt>
                <c:pt idx="556">
                  <c:v>9.8608766370422902</c:v>
                </c:pt>
                <c:pt idx="557">
                  <c:v>9.8603294731953657</c:v>
                </c:pt>
                <c:pt idx="558">
                  <c:v>9.8602972236273505</c:v>
                </c:pt>
                <c:pt idx="559">
                  <c:v>9.8612187405611138</c:v>
                </c:pt>
                <c:pt idx="560">
                  <c:v>9.8629566246099358</c:v>
                </c:pt>
                <c:pt idx="561">
                  <c:v>9.8638494396497247</c:v>
                </c:pt>
                <c:pt idx="562">
                  <c:v>9.8627752261363248</c:v>
                </c:pt>
                <c:pt idx="563">
                  <c:v>9.8590187460053418</c:v>
                </c:pt>
                <c:pt idx="564">
                  <c:v>9.8535168944788367</c:v>
                </c:pt>
                <c:pt idx="565">
                  <c:v>9.8478807159075572</c:v>
                </c:pt>
                <c:pt idx="566">
                  <c:v>9.8419807516751021</c:v>
                </c:pt>
                <c:pt idx="567">
                  <c:v>9.8356811256853423</c:v>
                </c:pt>
                <c:pt idx="568">
                  <c:v>9.8284706417565033</c:v>
                </c:pt>
                <c:pt idx="569">
                  <c:v>9.8187576529178422</c:v>
                </c:pt>
                <c:pt idx="570">
                  <c:v>9.8073825686882525</c:v>
                </c:pt>
                <c:pt idx="571">
                  <c:v>9.7944551548074212</c:v>
                </c:pt>
                <c:pt idx="572">
                  <c:v>9.7805939460507147</c:v>
                </c:pt>
                <c:pt idx="573">
                  <c:v>9.7671419028113196</c:v>
                </c:pt>
                <c:pt idx="574">
                  <c:v>9.7549370945178602</c:v>
                </c:pt>
                <c:pt idx="575">
                  <c:v>9.7435765442502067</c:v>
                </c:pt>
                <c:pt idx="576">
                  <c:v>9.7329211319029536</c:v>
                </c:pt>
                <c:pt idx="577">
                  <c:v>9.7219772173495862</c:v>
                </c:pt>
                <c:pt idx="578">
                  <c:v>9.7093385407675594</c:v>
                </c:pt>
                <c:pt idx="579">
                  <c:v>9.6954551112781111</c:v>
                </c:pt>
                <c:pt idx="580">
                  <c:v>9.6809316872567326</c:v>
                </c:pt>
                <c:pt idx="581">
                  <c:v>9.6660188191935905</c:v>
                </c:pt>
                <c:pt idx="582">
                  <c:v>9.6505526802361405</c:v>
                </c:pt>
                <c:pt idx="583">
                  <c:v>9.6342081596457003</c:v>
                </c:pt>
                <c:pt idx="584">
                  <c:v>9.6168477938719175</c:v>
                </c:pt>
                <c:pt idx="585">
                  <c:v>9.5965689504175113</c:v>
                </c:pt>
                <c:pt idx="586">
                  <c:v>9.5728828301961002</c:v>
                </c:pt>
                <c:pt idx="587">
                  <c:v>9.5477454300712488</c:v>
                </c:pt>
                <c:pt idx="588">
                  <c:v>9.5255013052872872</c:v>
                </c:pt>
                <c:pt idx="589">
                  <c:v>9.5091375072247075</c:v>
                </c:pt>
                <c:pt idx="590">
                  <c:v>9.4964277744746344</c:v>
                </c:pt>
                <c:pt idx="591">
                  <c:v>9.4837101815524161</c:v>
                </c:pt>
                <c:pt idx="592">
                  <c:v>9.4702607120879101</c:v>
                </c:pt>
                <c:pt idx="593">
                  <c:v>9.4573407734008619</c:v>
                </c:pt>
                <c:pt idx="594">
                  <c:v>9.4446425606287931</c:v>
                </c:pt>
                <c:pt idx="595">
                  <c:v>9.4315920995284817</c:v>
                </c:pt>
                <c:pt idx="596">
                  <c:v>9.4174088757949193</c:v>
                </c:pt>
                <c:pt idx="597">
                  <c:v>9.4019936792911629</c:v>
                </c:pt>
                <c:pt idx="598">
                  <c:v>9.3878277214763965</c:v>
                </c:pt>
                <c:pt idx="599">
                  <c:v>9.3765555721008305</c:v>
                </c:pt>
                <c:pt idx="600">
                  <c:v>9.3686208801146993</c:v>
                </c:pt>
                <c:pt idx="601">
                  <c:v>9.3636803791600318</c:v>
                </c:pt>
                <c:pt idx="602">
                  <c:v>9.3581047137839413</c:v>
                </c:pt>
                <c:pt idx="603">
                  <c:v>9.3507214172906163</c:v>
                </c:pt>
                <c:pt idx="604">
                  <c:v>9.3430035563959564</c:v>
                </c:pt>
                <c:pt idx="605">
                  <c:v>9.3353511705269216</c:v>
                </c:pt>
                <c:pt idx="606">
                  <c:v>9.3266486715636443</c:v>
                </c:pt>
                <c:pt idx="607">
                  <c:v>9.3149544510033326</c:v>
                </c:pt>
                <c:pt idx="608">
                  <c:v>9.2998401888762725</c:v>
                </c:pt>
                <c:pt idx="609">
                  <c:v>9.2834921296899253</c:v>
                </c:pt>
                <c:pt idx="610">
                  <c:v>9.2691649665958806</c:v>
                </c:pt>
                <c:pt idx="611">
                  <c:v>9.2605790708111133</c:v>
                </c:pt>
                <c:pt idx="612">
                  <c:v>9.2592606833207558</c:v>
                </c:pt>
                <c:pt idx="613">
                  <c:v>9.262631623473812</c:v>
                </c:pt>
                <c:pt idx="614">
                  <c:v>9.2679782145135299</c:v>
                </c:pt>
                <c:pt idx="615">
                  <c:v>9.2729201901769223</c:v>
                </c:pt>
                <c:pt idx="616">
                  <c:v>9.2762868801001481</c:v>
                </c:pt>
                <c:pt idx="617">
                  <c:v>9.2805627773185577</c:v>
                </c:pt>
                <c:pt idx="618">
                  <c:v>9.2873806771985539</c:v>
                </c:pt>
                <c:pt idx="619">
                  <c:v>9.2969377529951114</c:v>
                </c:pt>
                <c:pt idx="620">
                  <c:v>9.3062307679159559</c:v>
                </c:pt>
                <c:pt idx="621">
                  <c:v>9.3118718978964008</c:v>
                </c:pt>
                <c:pt idx="622">
                  <c:v>9.3144246573757776</c:v>
                </c:pt>
                <c:pt idx="623">
                  <c:v>9.3161320958010663</c:v>
                </c:pt>
                <c:pt idx="624">
                  <c:v>9.3182911816376919</c:v>
                </c:pt>
                <c:pt idx="625">
                  <c:v>9.3189329284607396</c:v>
                </c:pt>
                <c:pt idx="626">
                  <c:v>9.3264107379203036</c:v>
                </c:pt>
                <c:pt idx="627">
                  <c:v>9.3591339710265178</c:v>
                </c:pt>
                <c:pt idx="628">
                  <c:v>9.4144017454962512</c:v>
                </c:pt>
                <c:pt idx="629">
                  <c:v>9.4856488052373003</c:v>
                </c:pt>
                <c:pt idx="630">
                  <c:v>9.5663843670744857</c:v>
                </c:pt>
                <c:pt idx="631">
                  <c:v>9.65199499027805</c:v>
                </c:pt>
                <c:pt idx="632">
                  <c:v>9.7394720694207475</c:v>
                </c:pt>
                <c:pt idx="633">
                  <c:v>9.8262169037182439</c:v>
                </c:pt>
                <c:pt idx="634">
                  <c:v>9.9098605189710334</c:v>
                </c:pt>
                <c:pt idx="635">
                  <c:v>9.9891801683664259</c:v>
                </c:pt>
                <c:pt idx="636">
                  <c:v>10.06311318925189</c:v>
                </c:pt>
                <c:pt idx="637">
                  <c:v>10.1310831942054</c:v>
                </c:pt>
                <c:pt idx="638">
                  <c:v>10.19381839400741</c:v>
                </c:pt>
                <c:pt idx="639">
                  <c:v>10.253574881880679</c:v>
                </c:pt>
                <c:pt idx="640">
                  <c:v>10.31254284668344</c:v>
                </c:pt>
                <c:pt idx="641">
                  <c:v>10.36990656422776</c:v>
                </c:pt>
                <c:pt idx="642">
                  <c:v>10.42404698975013</c:v>
                </c:pt>
                <c:pt idx="643">
                  <c:v>10.47533291957453</c:v>
                </c:pt>
                <c:pt idx="644">
                  <c:v>10.52463128397822</c:v>
                </c:pt>
                <c:pt idx="645">
                  <c:v>10.57228893420816</c:v>
                </c:pt>
                <c:pt idx="646">
                  <c:v>10.618474798478911</c:v>
                </c:pt>
                <c:pt idx="647">
                  <c:v>10.660925433670769</c:v>
                </c:pt>
                <c:pt idx="648">
                  <c:v>10.69736140007004</c:v>
                </c:pt>
                <c:pt idx="649">
                  <c:v>10.72863198012376</c:v>
                </c:pt>
                <c:pt idx="650">
                  <c:v>10.75689435071018</c:v>
                </c:pt>
                <c:pt idx="651">
                  <c:v>10.78361474114579</c:v>
                </c:pt>
                <c:pt idx="652">
                  <c:v>10.80877266295589</c:v>
                </c:pt>
                <c:pt idx="653">
                  <c:v>10.83027223777392</c:v>
                </c:pt>
                <c:pt idx="654">
                  <c:v>10.84614851237189</c:v>
                </c:pt>
                <c:pt idx="655">
                  <c:v>10.85746115820635</c:v>
                </c:pt>
                <c:pt idx="656">
                  <c:v>10.866776737766109</c:v>
                </c:pt>
                <c:pt idx="657">
                  <c:v>10.87585975865789</c:v>
                </c:pt>
                <c:pt idx="658">
                  <c:v>10.882358426427359</c:v>
                </c:pt>
                <c:pt idx="659">
                  <c:v>10.887039183169859</c:v>
                </c:pt>
                <c:pt idx="660">
                  <c:v>10.89213781936196</c:v>
                </c:pt>
                <c:pt idx="661">
                  <c:v>10.902405392993259</c:v>
                </c:pt>
                <c:pt idx="662">
                  <c:v>10.920687567681989</c:v>
                </c:pt>
                <c:pt idx="663">
                  <c:v>10.945297296952869</c:v>
                </c:pt>
                <c:pt idx="664">
                  <c:v>10.972581454878821</c:v>
                </c:pt>
                <c:pt idx="665">
                  <c:v>11.003072842308249</c:v>
                </c:pt>
                <c:pt idx="666">
                  <c:v>11.03460787669961</c:v>
                </c:pt>
                <c:pt idx="667">
                  <c:v>11.064276006347001</c:v>
                </c:pt>
                <c:pt idx="668">
                  <c:v>11.091731622128901</c:v>
                </c:pt>
                <c:pt idx="669">
                  <c:v>11.117455973017959</c:v>
                </c:pt>
                <c:pt idx="670">
                  <c:v>11.141138378407071</c:v>
                </c:pt>
                <c:pt idx="671">
                  <c:v>11.16245047086321</c:v>
                </c:pt>
                <c:pt idx="672">
                  <c:v>11.181298002176669</c:v>
                </c:pt>
                <c:pt idx="673">
                  <c:v>11.198629054645551</c:v>
                </c:pt>
                <c:pt idx="674">
                  <c:v>11.215263990857601</c:v>
                </c:pt>
                <c:pt idx="675">
                  <c:v>11.23215604707188</c:v>
                </c:pt>
                <c:pt idx="676">
                  <c:v>11.24918442789598</c:v>
                </c:pt>
                <c:pt idx="677">
                  <c:v>11.265700252203629</c:v>
                </c:pt>
                <c:pt idx="678">
                  <c:v>11.28109866661749</c:v>
                </c:pt>
                <c:pt idx="679">
                  <c:v>11.294782927318771</c:v>
                </c:pt>
                <c:pt idx="680">
                  <c:v>11.30655958797229</c:v>
                </c:pt>
                <c:pt idx="681">
                  <c:v>11.31655923421989</c:v>
                </c:pt>
                <c:pt idx="682">
                  <c:v>11.325972186682691</c:v>
                </c:pt>
                <c:pt idx="683">
                  <c:v>11.3349531503239</c:v>
                </c:pt>
                <c:pt idx="684">
                  <c:v>11.34293944972743</c:v>
                </c:pt>
                <c:pt idx="685">
                  <c:v>11.34932439949776</c:v>
                </c:pt>
                <c:pt idx="686">
                  <c:v>11.354542151690509</c:v>
                </c:pt>
                <c:pt idx="687">
                  <c:v>11.35874984013822</c:v>
                </c:pt>
                <c:pt idx="688">
                  <c:v>11.361992558655389</c:v>
                </c:pt>
                <c:pt idx="689">
                  <c:v>11.36392405132225</c:v>
                </c:pt>
                <c:pt idx="690">
                  <c:v>11.36491516731521</c:v>
                </c:pt>
                <c:pt idx="691">
                  <c:v>11.365377357353021</c:v>
                </c:pt>
                <c:pt idx="692">
                  <c:v>11.365369219023069</c:v>
                </c:pt>
                <c:pt idx="693">
                  <c:v>11.36502343364443</c:v>
                </c:pt>
                <c:pt idx="694">
                  <c:v>11.36345856880695</c:v>
                </c:pt>
                <c:pt idx="695">
                  <c:v>11.35957595205887</c:v>
                </c:pt>
                <c:pt idx="696">
                  <c:v>11.3526174708838</c:v>
                </c:pt>
                <c:pt idx="697">
                  <c:v>11.34370376105278</c:v>
                </c:pt>
                <c:pt idx="698">
                  <c:v>11.3330936305058</c:v>
                </c:pt>
                <c:pt idx="699">
                  <c:v>11.319360925262471</c:v>
                </c:pt>
                <c:pt idx="700">
                  <c:v>11.30165710808229</c:v>
                </c:pt>
                <c:pt idx="701">
                  <c:v>11.280508045952599</c:v>
                </c:pt>
                <c:pt idx="702">
                  <c:v>11.25690842709235</c:v>
                </c:pt>
                <c:pt idx="703">
                  <c:v>11.231861123475131</c:v>
                </c:pt>
                <c:pt idx="704">
                  <c:v>11.206539684477629</c:v>
                </c:pt>
                <c:pt idx="705">
                  <c:v>11.1823785093493</c:v>
                </c:pt>
                <c:pt idx="706">
                  <c:v>11.161041913372831</c:v>
                </c:pt>
                <c:pt idx="707">
                  <c:v>11.14065218077196</c:v>
                </c:pt>
                <c:pt idx="708">
                  <c:v>11.120059688047901</c:v>
                </c:pt>
                <c:pt idx="709">
                  <c:v>11.099581358259259</c:v>
                </c:pt>
                <c:pt idx="710">
                  <c:v>11.080331570099791</c:v>
                </c:pt>
                <c:pt idx="711">
                  <c:v>11.061825218908879</c:v>
                </c:pt>
                <c:pt idx="712">
                  <c:v>11.04316927003539</c:v>
                </c:pt>
                <c:pt idx="713">
                  <c:v>11.02392784582416</c:v>
                </c:pt>
                <c:pt idx="714">
                  <c:v>11.0040314761328</c:v>
                </c:pt>
                <c:pt idx="715">
                  <c:v>10.983712855093779</c:v>
                </c:pt>
                <c:pt idx="716">
                  <c:v>10.96323234505993</c:v>
                </c:pt>
                <c:pt idx="717">
                  <c:v>10.94291337219407</c:v>
                </c:pt>
                <c:pt idx="718">
                  <c:v>10.9231877511241</c:v>
                </c:pt>
                <c:pt idx="719">
                  <c:v>10.903883338825979</c:v>
                </c:pt>
                <c:pt idx="720">
                  <c:v>10.88400807360898</c:v>
                </c:pt>
                <c:pt idx="721">
                  <c:v>10.86554598615183</c:v>
                </c:pt>
                <c:pt idx="722">
                  <c:v>10.84791479623968</c:v>
                </c:pt>
                <c:pt idx="723">
                  <c:v>10.829807885644319</c:v>
                </c:pt>
                <c:pt idx="724">
                  <c:v>10.811199750074721</c:v>
                </c:pt>
                <c:pt idx="725">
                  <c:v>10.792232488338639</c:v>
                </c:pt>
                <c:pt idx="726">
                  <c:v>10.77295954478277</c:v>
                </c:pt>
                <c:pt idx="727">
                  <c:v>10.753365962705571</c:v>
                </c:pt>
                <c:pt idx="728">
                  <c:v>10.73339759039429</c:v>
                </c:pt>
                <c:pt idx="729">
                  <c:v>10.71298118455644</c:v>
                </c:pt>
                <c:pt idx="730">
                  <c:v>10.692041842220799</c:v>
                </c:pt>
                <c:pt idx="731">
                  <c:v>10.670517398147441</c:v>
                </c:pt>
                <c:pt idx="732">
                  <c:v>10.6483569109964</c:v>
                </c:pt>
                <c:pt idx="733">
                  <c:v>10.625525452142369</c:v>
                </c:pt>
                <c:pt idx="734">
                  <c:v>10.60200236469783</c:v>
                </c:pt>
                <c:pt idx="735">
                  <c:v>10.577781996243409</c:v>
                </c:pt>
                <c:pt idx="736">
                  <c:v>10.553058098372</c:v>
                </c:pt>
                <c:pt idx="737">
                  <c:v>10.52779280269093</c:v>
                </c:pt>
                <c:pt idx="738">
                  <c:v>10.50314013235209</c:v>
                </c:pt>
                <c:pt idx="739">
                  <c:v>10.48080963748582</c:v>
                </c:pt>
                <c:pt idx="740">
                  <c:v>10.460241315966551</c:v>
                </c:pt>
                <c:pt idx="741">
                  <c:v>10.4401412720677</c:v>
                </c:pt>
                <c:pt idx="742">
                  <c:v>10.42024208676772</c:v>
                </c:pt>
                <c:pt idx="743">
                  <c:v>10.400400430644391</c:v>
                </c:pt>
                <c:pt idx="744">
                  <c:v>10.380307475655419</c:v>
                </c:pt>
                <c:pt idx="745">
                  <c:v>10.3609149176554</c:v>
                </c:pt>
                <c:pt idx="746">
                  <c:v>10.342502806064189</c:v>
                </c:pt>
                <c:pt idx="747">
                  <c:v>10.32401278931864</c:v>
                </c:pt>
                <c:pt idx="748">
                  <c:v>10.304377291916261</c:v>
                </c:pt>
                <c:pt idx="749">
                  <c:v>10.284310442885079</c:v>
                </c:pt>
                <c:pt idx="750">
                  <c:v>10.26608712197226</c:v>
                </c:pt>
                <c:pt idx="751">
                  <c:v>10.251102606846951</c:v>
                </c:pt>
                <c:pt idx="752">
                  <c:v>10.239567018921131</c:v>
                </c:pt>
                <c:pt idx="753">
                  <c:v>10.22884344873777</c:v>
                </c:pt>
                <c:pt idx="754">
                  <c:v>10.21515555623937</c:v>
                </c:pt>
                <c:pt idx="755">
                  <c:v>10.19878449443987</c:v>
                </c:pt>
                <c:pt idx="756">
                  <c:v>10.18230008395952</c:v>
                </c:pt>
                <c:pt idx="757">
                  <c:v>10.16538502007357</c:v>
                </c:pt>
                <c:pt idx="758">
                  <c:v>10.14696237894603</c:v>
                </c:pt>
                <c:pt idx="759">
                  <c:v>10.13109989876436</c:v>
                </c:pt>
                <c:pt idx="760">
                  <c:v>10.11995684642234</c:v>
                </c:pt>
                <c:pt idx="761">
                  <c:v>10.11083860407458</c:v>
                </c:pt>
                <c:pt idx="762">
                  <c:v>10.10243846033563</c:v>
                </c:pt>
                <c:pt idx="763">
                  <c:v>10.094190462165161</c:v>
                </c:pt>
                <c:pt idx="764">
                  <c:v>10.08538321315085</c:v>
                </c:pt>
                <c:pt idx="765">
                  <c:v>10.075914419265869</c:v>
                </c:pt>
                <c:pt idx="766">
                  <c:v>10.06605591437833</c:v>
                </c:pt>
                <c:pt idx="767">
                  <c:v>10.055824859746821</c:v>
                </c:pt>
                <c:pt idx="768">
                  <c:v>10.04523007947555</c:v>
                </c:pt>
                <c:pt idx="769">
                  <c:v>10.035702987200629</c:v>
                </c:pt>
                <c:pt idx="770">
                  <c:v>10.02889610506762</c:v>
                </c:pt>
                <c:pt idx="771">
                  <c:v>10.02406713613494</c:v>
                </c:pt>
                <c:pt idx="772">
                  <c:v>10.018635101831441</c:v>
                </c:pt>
                <c:pt idx="773">
                  <c:v>10.011145124634769</c:v>
                </c:pt>
                <c:pt idx="774">
                  <c:v>10.001249229124561</c:v>
                </c:pt>
                <c:pt idx="775">
                  <c:v>9.9905101534608125</c:v>
                </c:pt>
                <c:pt idx="776">
                  <c:v>9.9785198968600515</c:v>
                </c:pt>
                <c:pt idx="777">
                  <c:v>9.9690769622157163</c:v>
                </c:pt>
                <c:pt idx="778">
                  <c:v>9.9748379160580463</c:v>
                </c:pt>
                <c:pt idx="779">
                  <c:v>9.9957585627867402</c:v>
                </c:pt>
                <c:pt idx="780">
                  <c:v>10.028477895070321</c:v>
                </c:pt>
                <c:pt idx="781">
                  <c:v>10.06916678396796</c:v>
                </c:pt>
                <c:pt idx="782">
                  <c:v>10.11331499467507</c:v>
                </c:pt>
                <c:pt idx="783">
                  <c:v>10.157002952079189</c:v>
                </c:pt>
                <c:pt idx="784">
                  <c:v>10.19848984295691</c:v>
                </c:pt>
                <c:pt idx="785">
                  <c:v>10.23730448701814</c:v>
                </c:pt>
                <c:pt idx="786">
                  <c:v>10.27278070394944</c:v>
                </c:pt>
                <c:pt idx="787">
                  <c:v>10.305408489921311</c:v>
                </c:pt>
                <c:pt idx="788">
                  <c:v>10.33633695506221</c:v>
                </c:pt>
                <c:pt idx="789">
                  <c:v>10.365317759534801</c:v>
                </c:pt>
                <c:pt idx="790">
                  <c:v>10.39238317659775</c:v>
                </c:pt>
                <c:pt idx="791">
                  <c:v>10.418127815953151</c:v>
                </c:pt>
                <c:pt idx="792">
                  <c:v>10.443785909630609</c:v>
                </c:pt>
                <c:pt idx="793">
                  <c:v>10.46851268349495</c:v>
                </c:pt>
                <c:pt idx="794">
                  <c:v>10.49051059080193</c:v>
                </c:pt>
                <c:pt idx="795">
                  <c:v>10.508930215104041</c:v>
                </c:pt>
                <c:pt idx="796">
                  <c:v>10.524800433602239</c:v>
                </c:pt>
                <c:pt idx="797">
                  <c:v>10.53960374691995</c:v>
                </c:pt>
                <c:pt idx="798">
                  <c:v>10.554393749408209</c:v>
                </c:pt>
                <c:pt idx="799">
                  <c:v>10.56754460560453</c:v>
                </c:pt>
                <c:pt idx="800">
                  <c:v>10.57700578413573</c:v>
                </c:pt>
                <c:pt idx="801">
                  <c:v>10.582456880020739</c:v>
                </c:pt>
                <c:pt idx="802">
                  <c:v>10.58516394245931</c:v>
                </c:pt>
                <c:pt idx="803">
                  <c:v>10.587115466556609</c:v>
                </c:pt>
                <c:pt idx="804">
                  <c:v>10.589648450145431</c:v>
                </c:pt>
                <c:pt idx="805">
                  <c:v>10.59105351675356</c:v>
                </c:pt>
                <c:pt idx="806">
                  <c:v>10.58875716269621</c:v>
                </c:pt>
                <c:pt idx="807">
                  <c:v>10.582507251834571</c:v>
                </c:pt>
                <c:pt idx="808">
                  <c:v>10.574433743004869</c:v>
                </c:pt>
                <c:pt idx="809">
                  <c:v>10.56603354850826</c:v>
                </c:pt>
                <c:pt idx="810">
                  <c:v>10.55630853680977</c:v>
                </c:pt>
                <c:pt idx="811">
                  <c:v>10.55079121908353</c:v>
                </c:pt>
                <c:pt idx="812">
                  <c:v>10.55774592451394</c:v>
                </c:pt>
                <c:pt idx="813">
                  <c:v>10.57300611350732</c:v>
                </c:pt>
                <c:pt idx="814">
                  <c:v>10.58797750024835</c:v>
                </c:pt>
                <c:pt idx="815">
                  <c:v>10.60081485435343</c:v>
                </c:pt>
                <c:pt idx="816">
                  <c:v>10.61174431609064</c:v>
                </c:pt>
                <c:pt idx="817">
                  <c:v>10.621498162797041</c:v>
                </c:pt>
                <c:pt idx="818">
                  <c:v>10.6297425953094</c:v>
                </c:pt>
                <c:pt idx="819">
                  <c:v>10.63606489669252</c:v>
                </c:pt>
                <c:pt idx="820">
                  <c:v>10.640887992559691</c:v>
                </c:pt>
                <c:pt idx="821">
                  <c:v>10.6443900558601</c:v>
                </c:pt>
                <c:pt idx="822">
                  <c:v>10.647175623785181</c:v>
                </c:pt>
                <c:pt idx="823">
                  <c:v>10.65061400354378</c:v>
                </c:pt>
                <c:pt idx="824">
                  <c:v>10.654022782989911</c:v>
                </c:pt>
                <c:pt idx="825">
                  <c:v>10.65644695119946</c:v>
                </c:pt>
                <c:pt idx="826">
                  <c:v>10.657850511843851</c:v>
                </c:pt>
                <c:pt idx="827">
                  <c:v>10.65822473149332</c:v>
                </c:pt>
                <c:pt idx="828">
                  <c:v>10.657610611049231</c:v>
                </c:pt>
                <c:pt idx="829">
                  <c:v>10.656226070621001</c:v>
                </c:pt>
                <c:pt idx="830">
                  <c:v>10.65422493164257</c:v>
                </c:pt>
                <c:pt idx="831">
                  <c:v>10.65246593013079</c:v>
                </c:pt>
                <c:pt idx="832">
                  <c:v>10.65123534839389</c:v>
                </c:pt>
                <c:pt idx="833">
                  <c:v>10.65017746874477</c:v>
                </c:pt>
                <c:pt idx="834">
                  <c:v>10.648482047117289</c:v>
                </c:pt>
                <c:pt idx="835">
                  <c:v>10.645132850063341</c:v>
                </c:pt>
                <c:pt idx="836">
                  <c:v>10.639741199525879</c:v>
                </c:pt>
                <c:pt idx="837">
                  <c:v>10.63225405155346</c:v>
                </c:pt>
                <c:pt idx="838">
                  <c:v>10.622202328142169</c:v>
                </c:pt>
                <c:pt idx="839">
                  <c:v>10.609395430644289</c:v>
                </c:pt>
                <c:pt idx="840">
                  <c:v>10.59521873576235</c:v>
                </c:pt>
                <c:pt idx="841">
                  <c:v>10.581609830236291</c:v>
                </c:pt>
                <c:pt idx="842">
                  <c:v>10.57012873291464</c:v>
                </c:pt>
                <c:pt idx="843">
                  <c:v>10.561537568506321</c:v>
                </c:pt>
                <c:pt idx="844">
                  <c:v>10.55578061635131</c:v>
                </c:pt>
                <c:pt idx="845">
                  <c:v>10.55188380068601</c:v>
                </c:pt>
                <c:pt idx="846">
                  <c:v>10.54934467737286</c:v>
                </c:pt>
                <c:pt idx="847">
                  <c:v>10.54796635115158</c:v>
                </c:pt>
                <c:pt idx="848">
                  <c:v>10.5474815039662</c:v>
                </c:pt>
                <c:pt idx="849">
                  <c:v>10.547574495128471</c:v>
                </c:pt>
                <c:pt idx="850">
                  <c:v>10.54559714530005</c:v>
                </c:pt>
                <c:pt idx="851">
                  <c:v>10.53814309238137</c:v>
                </c:pt>
                <c:pt idx="852">
                  <c:v>10.526149661662361</c:v>
                </c:pt>
                <c:pt idx="853">
                  <c:v>10.512546320175749</c:v>
                </c:pt>
                <c:pt idx="854">
                  <c:v>10.497057628892509</c:v>
                </c:pt>
                <c:pt idx="855">
                  <c:v>10.480135269416239</c:v>
                </c:pt>
                <c:pt idx="856">
                  <c:v>10.462292139512581</c:v>
                </c:pt>
                <c:pt idx="857">
                  <c:v>10.44451009946318</c:v>
                </c:pt>
                <c:pt idx="858">
                  <c:v>10.42761071232756</c:v>
                </c:pt>
                <c:pt idx="859">
                  <c:v>10.412393431431489</c:v>
                </c:pt>
                <c:pt idx="860">
                  <c:v>10.39871484700816</c:v>
                </c:pt>
                <c:pt idx="861">
                  <c:v>10.385936487498579</c:v>
                </c:pt>
                <c:pt idx="862">
                  <c:v>10.374158074598601</c:v>
                </c:pt>
                <c:pt idx="863">
                  <c:v>10.363513776009791</c:v>
                </c:pt>
                <c:pt idx="864">
                  <c:v>10.35379647234296</c:v>
                </c:pt>
                <c:pt idx="865">
                  <c:v>10.345716405208851</c:v>
                </c:pt>
                <c:pt idx="866">
                  <c:v>10.33996504158176</c:v>
                </c:pt>
                <c:pt idx="867">
                  <c:v>10.336786615607229</c:v>
                </c:pt>
                <c:pt idx="868">
                  <c:v>10.334280559273189</c:v>
                </c:pt>
                <c:pt idx="869">
                  <c:v>10.331352758412249</c:v>
                </c:pt>
                <c:pt idx="870">
                  <c:v>10.32790515655028</c:v>
                </c:pt>
                <c:pt idx="871">
                  <c:v>10.3240275494418</c:v>
                </c:pt>
                <c:pt idx="872">
                  <c:v>10.32014931065649</c:v>
                </c:pt>
                <c:pt idx="873">
                  <c:v>10.317302476846249</c:v>
                </c:pt>
                <c:pt idx="874">
                  <c:v>10.31575402906412</c:v>
                </c:pt>
                <c:pt idx="875">
                  <c:v>10.313497898338429</c:v>
                </c:pt>
                <c:pt idx="876">
                  <c:v>10.310104736404311</c:v>
                </c:pt>
                <c:pt idx="877">
                  <c:v>10.30671233553884</c:v>
                </c:pt>
                <c:pt idx="878">
                  <c:v>10.30365536102523</c:v>
                </c:pt>
                <c:pt idx="879">
                  <c:v>10.30075176432493</c:v>
                </c:pt>
                <c:pt idx="880">
                  <c:v>10.29858150831522</c:v>
                </c:pt>
                <c:pt idx="881">
                  <c:v>10.29770258959851</c:v>
                </c:pt>
                <c:pt idx="882">
                  <c:v>10.297595046003361</c:v>
                </c:pt>
                <c:pt idx="883">
                  <c:v>10.296860333211781</c:v>
                </c:pt>
                <c:pt idx="884">
                  <c:v>10.29494892564268</c:v>
                </c:pt>
                <c:pt idx="885">
                  <c:v>10.2919390042056</c:v>
                </c:pt>
                <c:pt idx="886">
                  <c:v>10.28761500329982</c:v>
                </c:pt>
                <c:pt idx="887">
                  <c:v>10.279915940104701</c:v>
                </c:pt>
                <c:pt idx="888">
                  <c:v>10.26905019664702</c:v>
                </c:pt>
                <c:pt idx="889">
                  <c:v>10.25458701275017</c:v>
                </c:pt>
                <c:pt idx="890">
                  <c:v>10.23720320977189</c:v>
                </c:pt>
                <c:pt idx="891">
                  <c:v>10.21826145156073</c:v>
                </c:pt>
                <c:pt idx="892">
                  <c:v>10.198907806714031</c:v>
                </c:pt>
                <c:pt idx="893">
                  <c:v>10.181172499958659</c:v>
                </c:pt>
                <c:pt idx="894">
                  <c:v>10.165302056196619</c:v>
                </c:pt>
                <c:pt idx="895">
                  <c:v>10.15113612085519</c:v>
                </c:pt>
                <c:pt idx="896">
                  <c:v>10.13657411196156</c:v>
                </c:pt>
                <c:pt idx="897">
                  <c:v>10.120618795333581</c:v>
                </c:pt>
                <c:pt idx="898">
                  <c:v>10.103029233387399</c:v>
                </c:pt>
                <c:pt idx="899">
                  <c:v>10.084626994633631</c:v>
                </c:pt>
                <c:pt idx="900">
                  <c:v>10.06677057181466</c:v>
                </c:pt>
                <c:pt idx="901">
                  <c:v>10.05031244660889</c:v>
                </c:pt>
                <c:pt idx="902">
                  <c:v>10.03570027852505</c:v>
                </c:pt>
                <c:pt idx="903">
                  <c:v>10.02299931946447</c:v>
                </c:pt>
                <c:pt idx="904">
                  <c:v>10.01203962759147</c:v>
                </c:pt>
                <c:pt idx="905">
                  <c:v>10.00240343063623</c:v>
                </c:pt>
                <c:pt idx="906">
                  <c:v>9.9916785407860864</c:v>
                </c:pt>
                <c:pt idx="907">
                  <c:v>9.9773573441986212</c:v>
                </c:pt>
                <c:pt idx="908">
                  <c:v>9.9597292165335709</c:v>
                </c:pt>
                <c:pt idx="909">
                  <c:v>9.9401066512755101</c:v>
                </c:pt>
                <c:pt idx="910">
                  <c:v>9.9189526600613842</c:v>
                </c:pt>
                <c:pt idx="911">
                  <c:v>9.8956427543129539</c:v>
                </c:pt>
                <c:pt idx="912">
                  <c:v>9.8736862427063823</c:v>
                </c:pt>
                <c:pt idx="913">
                  <c:v>9.8568945521466418</c:v>
                </c:pt>
                <c:pt idx="914">
                  <c:v>9.8453399808781761</c:v>
                </c:pt>
                <c:pt idx="915">
                  <c:v>9.8352437616865487</c:v>
                </c:pt>
                <c:pt idx="916">
                  <c:v>9.8245713657230791</c:v>
                </c:pt>
                <c:pt idx="917">
                  <c:v>9.8131028689210833</c:v>
                </c:pt>
                <c:pt idx="918">
                  <c:v>9.8009458425412035</c:v>
                </c:pt>
                <c:pt idx="919">
                  <c:v>9.7894530716602546</c:v>
                </c:pt>
                <c:pt idx="920">
                  <c:v>9.7805053064685907</c:v>
                </c:pt>
                <c:pt idx="921">
                  <c:v>9.7749382773634359</c:v>
                </c:pt>
                <c:pt idx="922">
                  <c:v>9.7726044805990071</c:v>
                </c:pt>
                <c:pt idx="923">
                  <c:v>9.7721787422994986</c:v>
                </c:pt>
                <c:pt idx="924">
                  <c:v>9.7709629255446622</c:v>
                </c:pt>
                <c:pt idx="925">
                  <c:v>9.767425683268554</c:v>
                </c:pt>
                <c:pt idx="926">
                  <c:v>9.7612662410315458</c:v>
                </c:pt>
                <c:pt idx="927">
                  <c:v>9.7536780924041953</c:v>
                </c:pt>
                <c:pt idx="928">
                  <c:v>9.7460121782009033</c:v>
                </c:pt>
                <c:pt idx="929">
                  <c:v>9.7371888719401287</c:v>
                </c:pt>
                <c:pt idx="930">
                  <c:v>9.7264794292568428</c:v>
                </c:pt>
                <c:pt idx="931">
                  <c:v>9.7231666229661364</c:v>
                </c:pt>
                <c:pt idx="932">
                  <c:v>9.7336192152766241</c:v>
                </c:pt>
                <c:pt idx="933">
                  <c:v>9.7598099927827171</c:v>
                </c:pt>
                <c:pt idx="934">
                  <c:v>9.8022106267777005</c:v>
                </c:pt>
                <c:pt idx="935">
                  <c:v>9.8633027499296535</c:v>
                </c:pt>
                <c:pt idx="936">
                  <c:v>9.9400557255006987</c:v>
                </c:pt>
                <c:pt idx="937">
                  <c:v>10.022339785848549</c:v>
                </c:pt>
                <c:pt idx="938">
                  <c:v>10.099277044289019</c:v>
                </c:pt>
                <c:pt idx="939">
                  <c:v>10.17034895011281</c:v>
                </c:pt>
                <c:pt idx="940">
                  <c:v>10.23895998529658</c:v>
                </c:pt>
                <c:pt idx="941">
                  <c:v>10.30569940572861</c:v>
                </c:pt>
                <c:pt idx="942">
                  <c:v>10.37032802719758</c:v>
                </c:pt>
                <c:pt idx="943">
                  <c:v>10.4328444059094</c:v>
                </c:pt>
                <c:pt idx="944">
                  <c:v>10.49276525016745</c:v>
                </c:pt>
                <c:pt idx="945">
                  <c:v>10.54951542957977</c:v>
                </c:pt>
                <c:pt idx="946">
                  <c:v>10.602694792177511</c:v>
                </c:pt>
                <c:pt idx="947">
                  <c:v>10.65215553371381</c:v>
                </c:pt>
                <c:pt idx="948">
                  <c:v>10.69703403325023</c:v>
                </c:pt>
                <c:pt idx="949">
                  <c:v>10.737692791595061</c:v>
                </c:pt>
                <c:pt idx="950">
                  <c:v>10.77545930716107</c:v>
                </c:pt>
                <c:pt idx="951">
                  <c:v>10.8112296054897</c:v>
                </c:pt>
                <c:pt idx="952">
                  <c:v>10.84503536554926</c:v>
                </c:pt>
                <c:pt idx="953">
                  <c:v>10.87484113003705</c:v>
                </c:pt>
                <c:pt idx="954">
                  <c:v>10.898458469773541</c:v>
                </c:pt>
                <c:pt idx="955">
                  <c:v>10.915873117410939</c:v>
                </c:pt>
                <c:pt idx="956">
                  <c:v>10.927878267030451</c:v>
                </c:pt>
                <c:pt idx="957">
                  <c:v>10.93660636262932</c:v>
                </c:pt>
                <c:pt idx="958">
                  <c:v>10.943778648083709</c:v>
                </c:pt>
                <c:pt idx="959">
                  <c:v>10.948405377021841</c:v>
                </c:pt>
                <c:pt idx="960">
                  <c:v>10.9492625492638</c:v>
                </c:pt>
                <c:pt idx="961">
                  <c:v>10.946131036199979</c:v>
                </c:pt>
                <c:pt idx="962">
                  <c:v>10.940891424837149</c:v>
                </c:pt>
                <c:pt idx="963">
                  <c:v>10.93638022159625</c:v>
                </c:pt>
                <c:pt idx="964">
                  <c:v>10.93275570791514</c:v>
                </c:pt>
                <c:pt idx="965">
                  <c:v>10.92790394560717</c:v>
                </c:pt>
                <c:pt idx="966">
                  <c:v>10.92351574201512</c:v>
                </c:pt>
                <c:pt idx="967">
                  <c:v>10.923013003736999</c:v>
                </c:pt>
                <c:pt idx="968">
                  <c:v>10.927966167011411</c:v>
                </c:pt>
                <c:pt idx="969">
                  <c:v>10.938738567278071</c:v>
                </c:pt>
                <c:pt idx="970">
                  <c:v>10.95315060425601</c:v>
                </c:pt>
                <c:pt idx="971">
                  <c:v>10.96668228974916</c:v>
                </c:pt>
                <c:pt idx="972">
                  <c:v>10.978862490373571</c:v>
                </c:pt>
                <c:pt idx="973">
                  <c:v>10.990408970803291</c:v>
                </c:pt>
                <c:pt idx="974">
                  <c:v>11.000612398700261</c:v>
                </c:pt>
                <c:pt idx="975">
                  <c:v>11.00895077130547</c:v>
                </c:pt>
                <c:pt idx="976">
                  <c:v>11.015500520743471</c:v>
                </c:pt>
                <c:pt idx="977">
                  <c:v>11.020868379591951</c:v>
                </c:pt>
                <c:pt idx="978">
                  <c:v>11.024766693990671</c:v>
                </c:pt>
                <c:pt idx="979">
                  <c:v>11.02670590371169</c:v>
                </c:pt>
                <c:pt idx="980">
                  <c:v>11.02842640944354</c:v>
                </c:pt>
                <c:pt idx="981">
                  <c:v>11.030567619819781</c:v>
                </c:pt>
                <c:pt idx="982">
                  <c:v>11.031722507545521</c:v>
                </c:pt>
                <c:pt idx="983">
                  <c:v>11.031090561827581</c:v>
                </c:pt>
                <c:pt idx="984">
                  <c:v>11.02882782449065</c:v>
                </c:pt>
                <c:pt idx="985">
                  <c:v>11.02445072689658</c:v>
                </c:pt>
                <c:pt idx="986">
                  <c:v>11.01829175610826</c:v>
                </c:pt>
                <c:pt idx="987">
                  <c:v>11.01106146330762</c:v>
                </c:pt>
                <c:pt idx="988">
                  <c:v>11.00275644173732</c:v>
                </c:pt>
                <c:pt idx="989">
                  <c:v>10.9940720109613</c:v>
                </c:pt>
                <c:pt idx="990">
                  <c:v>10.98550266218394</c:v>
                </c:pt>
                <c:pt idx="991">
                  <c:v>10.97639975562741</c:v>
                </c:pt>
                <c:pt idx="992">
                  <c:v>10.96607421262437</c:v>
                </c:pt>
                <c:pt idx="993">
                  <c:v>10.954526354759791</c:v>
                </c:pt>
                <c:pt idx="994">
                  <c:v>10.94347023630699</c:v>
                </c:pt>
                <c:pt idx="995">
                  <c:v>10.93472642984128</c:v>
                </c:pt>
                <c:pt idx="996">
                  <c:v>10.928903811265529</c:v>
                </c:pt>
                <c:pt idx="997">
                  <c:v>10.925888647732149</c:v>
                </c:pt>
                <c:pt idx="998">
                  <c:v>10.92525120581759</c:v>
                </c:pt>
                <c:pt idx="999">
                  <c:v>10.926467727622381</c:v>
                </c:pt>
                <c:pt idx="1000">
                  <c:v>10.92891564274896</c:v>
                </c:pt>
                <c:pt idx="1001">
                  <c:v>10.932044803560331</c:v>
                </c:pt>
                <c:pt idx="1002">
                  <c:v>10.93555560732505</c:v>
                </c:pt>
                <c:pt idx="1003">
                  <c:v>10.939167833134491</c:v>
                </c:pt>
                <c:pt idx="1004">
                  <c:v>10.94007660876126</c:v>
                </c:pt>
                <c:pt idx="1005">
                  <c:v>10.935501223538539</c:v>
                </c:pt>
                <c:pt idx="1006">
                  <c:v>10.92540935422759</c:v>
                </c:pt>
                <c:pt idx="1007">
                  <c:v>10.910057280854099</c:v>
                </c:pt>
                <c:pt idx="1008">
                  <c:v>10.890168608272621</c:v>
                </c:pt>
                <c:pt idx="1009">
                  <c:v>10.86813389279688</c:v>
                </c:pt>
                <c:pt idx="1010">
                  <c:v>10.846548980820209</c:v>
                </c:pt>
                <c:pt idx="1011">
                  <c:v>10.826042738444791</c:v>
                </c:pt>
                <c:pt idx="1012">
                  <c:v>10.805060042811551</c:v>
                </c:pt>
                <c:pt idx="1013">
                  <c:v>10.78175282632694</c:v>
                </c:pt>
                <c:pt idx="1014">
                  <c:v>10.75601287156017</c:v>
                </c:pt>
                <c:pt idx="1015">
                  <c:v>10.72994200037299</c:v>
                </c:pt>
                <c:pt idx="1016">
                  <c:v>10.704439497324771</c:v>
                </c:pt>
                <c:pt idx="1017">
                  <c:v>10.68040917310285</c:v>
                </c:pt>
                <c:pt idx="1018">
                  <c:v>10.657414021211769</c:v>
                </c:pt>
                <c:pt idx="1019">
                  <c:v>10.63388565534078</c:v>
                </c:pt>
                <c:pt idx="1020">
                  <c:v>10.60860154604557</c:v>
                </c:pt>
                <c:pt idx="1021">
                  <c:v>10.582862525887331</c:v>
                </c:pt>
                <c:pt idx="1022">
                  <c:v>10.556040719483439</c:v>
                </c:pt>
                <c:pt idx="1023">
                  <c:v>10.5275616823116</c:v>
                </c:pt>
                <c:pt idx="1024">
                  <c:v>10.49895696350656</c:v>
                </c:pt>
                <c:pt idx="1025">
                  <c:v>10.47340997944382</c:v>
                </c:pt>
                <c:pt idx="1026">
                  <c:v>10.45111115790835</c:v>
                </c:pt>
                <c:pt idx="1027">
                  <c:v>10.431357722526499</c:v>
                </c:pt>
                <c:pt idx="1028">
                  <c:v>10.411540595602229</c:v>
                </c:pt>
                <c:pt idx="1029">
                  <c:v>10.3917202237457</c:v>
                </c:pt>
                <c:pt idx="1030">
                  <c:v>10.374291783002059</c:v>
                </c:pt>
                <c:pt idx="1031">
                  <c:v>10.36051998997123</c:v>
                </c:pt>
                <c:pt idx="1032">
                  <c:v>10.350326449239789</c:v>
                </c:pt>
                <c:pt idx="1033">
                  <c:v>10.34311396866768</c:v>
                </c:pt>
                <c:pt idx="1034">
                  <c:v>10.33773055266894</c:v>
                </c:pt>
                <c:pt idx="1035">
                  <c:v>10.333030306018291</c:v>
                </c:pt>
                <c:pt idx="1036">
                  <c:v>10.328967470782009</c:v>
                </c:pt>
                <c:pt idx="1037">
                  <c:v>10.325788232359651</c:v>
                </c:pt>
                <c:pt idx="1038">
                  <c:v>10.32350398767373</c:v>
                </c:pt>
                <c:pt idx="1039">
                  <c:v>10.32199252730387</c:v>
                </c:pt>
                <c:pt idx="1040">
                  <c:v>10.320808869593639</c:v>
                </c:pt>
                <c:pt idx="1041">
                  <c:v>10.31750373071876</c:v>
                </c:pt>
                <c:pt idx="1042">
                  <c:v>10.30892218403752</c:v>
                </c:pt>
                <c:pt idx="1043">
                  <c:v>10.29541946583563</c:v>
                </c:pt>
                <c:pt idx="1044">
                  <c:v>10.27989656213899</c:v>
                </c:pt>
                <c:pt idx="1045">
                  <c:v>10.26264934711574</c:v>
                </c:pt>
                <c:pt idx="1046">
                  <c:v>10.243577328035251</c:v>
                </c:pt>
                <c:pt idx="1047">
                  <c:v>10.223075027707621</c:v>
                </c:pt>
                <c:pt idx="1048">
                  <c:v>10.20151652858549</c:v>
                </c:pt>
                <c:pt idx="1049">
                  <c:v>10.17980405885308</c:v>
                </c:pt>
                <c:pt idx="1050">
                  <c:v>10.160230322981681</c:v>
                </c:pt>
                <c:pt idx="1051">
                  <c:v>10.143932384313681</c:v>
                </c:pt>
                <c:pt idx="1052">
                  <c:v>10.12982951079081</c:v>
                </c:pt>
                <c:pt idx="1053">
                  <c:v>10.116393074682019</c:v>
                </c:pt>
                <c:pt idx="1054">
                  <c:v>10.10257239597559</c:v>
                </c:pt>
                <c:pt idx="1055">
                  <c:v>10.088748526957991</c:v>
                </c:pt>
                <c:pt idx="1056">
                  <c:v>10.07568861929022</c:v>
                </c:pt>
                <c:pt idx="1057">
                  <c:v>10.06353478425476</c:v>
                </c:pt>
                <c:pt idx="1058">
                  <c:v>10.05243328395504</c:v>
                </c:pt>
                <c:pt idx="1059">
                  <c:v>10.04055324520658</c:v>
                </c:pt>
                <c:pt idx="1060">
                  <c:v>10.027386112261491</c:v>
                </c:pt>
                <c:pt idx="1061">
                  <c:v>10.014036440675589</c:v>
                </c:pt>
                <c:pt idx="1062">
                  <c:v>10.001141801722421</c:v>
                </c:pt>
                <c:pt idx="1063">
                  <c:v>9.9879302541695996</c:v>
                </c:pt>
                <c:pt idx="1064">
                  <c:v>9.9718155294760429</c:v>
                </c:pt>
                <c:pt idx="1065">
                  <c:v>9.9519180470514375</c:v>
                </c:pt>
                <c:pt idx="1066">
                  <c:v>9.9288909756980477</c:v>
                </c:pt>
                <c:pt idx="1067">
                  <c:v>9.9037389693649267</c:v>
                </c:pt>
                <c:pt idx="1068">
                  <c:v>9.8779026643211765</c:v>
                </c:pt>
                <c:pt idx="1069">
                  <c:v>9.850992456963036</c:v>
                </c:pt>
                <c:pt idx="1070">
                  <c:v>9.8234219524086903</c:v>
                </c:pt>
                <c:pt idx="1071">
                  <c:v>9.7957433615424208</c:v>
                </c:pt>
                <c:pt idx="1072">
                  <c:v>9.7683372408542866</c:v>
                </c:pt>
                <c:pt idx="1073">
                  <c:v>9.7428154868790724</c:v>
                </c:pt>
                <c:pt idx="1074">
                  <c:v>9.720657456429123</c:v>
                </c:pt>
                <c:pt idx="1075">
                  <c:v>9.7022280602078066</c:v>
                </c:pt>
                <c:pt idx="1076">
                  <c:v>9.6872143901055647</c:v>
                </c:pt>
                <c:pt idx="1077">
                  <c:v>9.6742857047130677</c:v>
                </c:pt>
                <c:pt idx="1078">
                  <c:v>9.6628160831439924</c:v>
                </c:pt>
                <c:pt idx="1079">
                  <c:v>9.6527046688531737</c:v>
                </c:pt>
                <c:pt idx="1080">
                  <c:v>9.6437398046661205</c:v>
                </c:pt>
                <c:pt idx="1081">
                  <c:v>9.6347312423763434</c:v>
                </c:pt>
                <c:pt idx="1082">
                  <c:v>9.6240219618691736</c:v>
                </c:pt>
                <c:pt idx="1083">
                  <c:v>9.609768583228572</c:v>
                </c:pt>
                <c:pt idx="1084">
                  <c:v>9.5955796313269044</c:v>
                </c:pt>
                <c:pt idx="1085">
                  <c:v>9.5929544917136322</c:v>
                </c:pt>
                <c:pt idx="1086">
                  <c:v>9.6028598000889094</c:v>
                </c:pt>
                <c:pt idx="1087">
                  <c:v>9.6208189998825588</c:v>
                </c:pt>
                <c:pt idx="1088">
                  <c:v>9.6403474179060247</c:v>
                </c:pt>
                <c:pt idx="1089">
                  <c:v>9.657107780044548</c:v>
                </c:pt>
                <c:pt idx="1090">
                  <c:v>9.6719201320483794</c:v>
                </c:pt>
                <c:pt idx="1091">
                  <c:v>9.6856236470785824</c:v>
                </c:pt>
                <c:pt idx="1092">
                  <c:v>9.6975196233828349</c:v>
                </c:pt>
                <c:pt idx="1093">
                  <c:v>9.7077868280910806</c:v>
                </c:pt>
                <c:pt idx="1094">
                  <c:v>9.7164099507785586</c:v>
                </c:pt>
                <c:pt idx="1095">
                  <c:v>9.7231897033998358</c:v>
                </c:pt>
                <c:pt idx="1096">
                  <c:v>9.7283739622844347</c:v>
                </c:pt>
                <c:pt idx="1097">
                  <c:v>9.7322082490904052</c:v>
                </c:pt>
                <c:pt idx="1098">
                  <c:v>9.7359429153134478</c:v>
                </c:pt>
                <c:pt idx="1099">
                  <c:v>9.7402748989775958</c:v>
                </c:pt>
                <c:pt idx="1100">
                  <c:v>9.7445744899852702</c:v>
                </c:pt>
                <c:pt idx="1101">
                  <c:v>9.7485381899369212</c:v>
                </c:pt>
                <c:pt idx="1102">
                  <c:v>9.7512970632196172</c:v>
                </c:pt>
                <c:pt idx="1103">
                  <c:v>9.7519017590889554</c:v>
                </c:pt>
                <c:pt idx="1104">
                  <c:v>9.750655881377682</c:v>
                </c:pt>
                <c:pt idx="1105">
                  <c:v>9.7482435908574061</c:v>
                </c:pt>
                <c:pt idx="1106">
                  <c:v>9.745078219334232</c:v>
                </c:pt>
                <c:pt idx="1107">
                  <c:v>9.7415074629443499</c:v>
                </c:pt>
                <c:pt idx="1108">
                  <c:v>9.7359318539017075</c:v>
                </c:pt>
                <c:pt idx="1109">
                  <c:v>9.7264417382142661</c:v>
                </c:pt>
                <c:pt idx="1110">
                  <c:v>9.7138796313604097</c:v>
                </c:pt>
                <c:pt idx="1111">
                  <c:v>9.700502196920624</c:v>
                </c:pt>
                <c:pt idx="1112">
                  <c:v>9.6872979027066073</c:v>
                </c:pt>
                <c:pt idx="1113">
                  <c:v>9.6744713837670453</c:v>
                </c:pt>
                <c:pt idx="1114">
                  <c:v>9.6599262349077186</c:v>
                </c:pt>
                <c:pt idx="1115">
                  <c:v>9.6425183789248674</c:v>
                </c:pt>
                <c:pt idx="1116">
                  <c:v>9.6230984590405484</c:v>
                </c:pt>
                <c:pt idx="1117">
                  <c:v>9.603405161613134</c:v>
                </c:pt>
                <c:pt idx="1118">
                  <c:v>9.5848249969577761</c:v>
                </c:pt>
                <c:pt idx="1119">
                  <c:v>9.5665847495796044</c:v>
                </c:pt>
                <c:pt idx="1120">
                  <c:v>9.5473389214616038</c:v>
                </c:pt>
                <c:pt idx="1121">
                  <c:v>9.5261074128754597</c:v>
                </c:pt>
                <c:pt idx="1122">
                  <c:v>9.5024480433676324</c:v>
                </c:pt>
                <c:pt idx="1123">
                  <c:v>9.4779683205939325</c:v>
                </c:pt>
                <c:pt idx="1124">
                  <c:v>9.4547800817101972</c:v>
                </c:pt>
                <c:pt idx="1125">
                  <c:v>9.4334549899162123</c:v>
                </c:pt>
                <c:pt idx="1126">
                  <c:v>9.4138385012160679</c:v>
                </c:pt>
                <c:pt idx="1127">
                  <c:v>9.3948435629355629</c:v>
                </c:pt>
                <c:pt idx="1128">
                  <c:v>9.3759565834415675</c:v>
                </c:pt>
                <c:pt idx="1129">
                  <c:v>9.3570304104867699</c:v>
                </c:pt>
                <c:pt idx="1130">
                  <c:v>9.3380371873760204</c:v>
                </c:pt>
                <c:pt idx="1131">
                  <c:v>9.3189647394571917</c:v>
                </c:pt>
                <c:pt idx="1132">
                  <c:v>9.2997789766098649</c:v>
                </c:pt>
                <c:pt idx="1133">
                  <c:v>9.2804183510839149</c:v>
                </c:pt>
                <c:pt idx="1134">
                  <c:v>9.2608020683725538</c:v>
                </c:pt>
                <c:pt idx="1135">
                  <c:v>9.240846580001481</c:v>
                </c:pt>
                <c:pt idx="1136">
                  <c:v>9.2204708778225744</c:v>
                </c:pt>
                <c:pt idx="1137">
                  <c:v>9.1996055162553017</c:v>
                </c:pt>
                <c:pt idx="1138">
                  <c:v>9.1781960025078284</c:v>
                </c:pt>
                <c:pt idx="1139">
                  <c:v>9.1562525719105281</c:v>
                </c:pt>
                <c:pt idx="1140">
                  <c:v>9.1337114363250329</c:v>
                </c:pt>
                <c:pt idx="1141">
                  <c:v>9.110256459906493</c:v>
                </c:pt>
                <c:pt idx="1142">
                  <c:v>9.0859101312379327</c:v>
                </c:pt>
                <c:pt idx="1143">
                  <c:v>9.0623646995278495</c:v>
                </c:pt>
                <c:pt idx="1144">
                  <c:v>9.0401177088081432</c:v>
                </c:pt>
                <c:pt idx="1145">
                  <c:v>9.0181257419557763</c:v>
                </c:pt>
                <c:pt idx="1146">
                  <c:v>8.9948862248404513</c:v>
                </c:pt>
                <c:pt idx="1147">
                  <c:v>8.9699470902470448</c:v>
                </c:pt>
                <c:pt idx="1148">
                  <c:v>8.94382134187261</c:v>
                </c:pt>
                <c:pt idx="1149">
                  <c:v>8.9181176278257954</c:v>
                </c:pt>
                <c:pt idx="1150">
                  <c:v>8.8946286188555224</c:v>
                </c:pt>
                <c:pt idx="1151">
                  <c:v>8.8741006042829138</c:v>
                </c:pt>
                <c:pt idx="1152">
                  <c:v>8.856571994966421</c:v>
                </c:pt>
                <c:pt idx="1153">
                  <c:v>8.8417292833958712</c:v>
                </c:pt>
                <c:pt idx="1154">
                  <c:v>8.8291271298189429</c:v>
                </c:pt>
                <c:pt idx="1155">
                  <c:v>8.8183123649826172</c:v>
                </c:pt>
                <c:pt idx="1156">
                  <c:v>8.8088003832222626</c:v>
                </c:pt>
                <c:pt idx="1157">
                  <c:v>8.7982458237643435</c:v>
                </c:pt>
                <c:pt idx="1158">
                  <c:v>8.7835394973166103</c:v>
                </c:pt>
                <c:pt idx="1159">
                  <c:v>8.764143438678488</c:v>
                </c:pt>
                <c:pt idx="1160">
                  <c:v>8.742063937578088</c:v>
                </c:pt>
                <c:pt idx="1161">
                  <c:v>8.7204138013670267</c:v>
                </c:pt>
                <c:pt idx="1162">
                  <c:v>8.7020275996887531</c:v>
                </c:pt>
                <c:pt idx="1163">
                  <c:v>8.6884879983723895</c:v>
                </c:pt>
                <c:pt idx="1164">
                  <c:v>8.6800898034458314</c:v>
                </c:pt>
                <c:pt idx="1165">
                  <c:v>8.6763066159493185</c:v>
                </c:pt>
                <c:pt idx="1166">
                  <c:v>8.6762749316082015</c:v>
                </c:pt>
                <c:pt idx="1167">
                  <c:v>8.6790683685010155</c:v>
                </c:pt>
                <c:pt idx="1168">
                  <c:v>8.6838173997319466</c:v>
                </c:pt>
                <c:pt idx="1169">
                  <c:v>8.6897770594275165</c:v>
                </c:pt>
                <c:pt idx="1170">
                  <c:v>8.6964307729493964</c:v>
                </c:pt>
                <c:pt idx="1171">
                  <c:v>8.7031874787362522</c:v>
                </c:pt>
                <c:pt idx="1172">
                  <c:v>8.7093000122498392</c:v>
                </c:pt>
                <c:pt idx="1173">
                  <c:v>8.7157088699071963</c:v>
                </c:pt>
                <c:pt idx="1174">
                  <c:v>8.7236121682142933</c:v>
                </c:pt>
                <c:pt idx="1175">
                  <c:v>8.7337186088609684</c:v>
                </c:pt>
                <c:pt idx="1176">
                  <c:v>8.7446907566271701</c:v>
                </c:pt>
                <c:pt idx="1177">
                  <c:v>8.75567628562961</c:v>
                </c:pt>
                <c:pt idx="1178">
                  <c:v>8.7648688172989058</c:v>
                </c:pt>
                <c:pt idx="1179">
                  <c:v>8.7726342855819759</c:v>
                </c:pt>
                <c:pt idx="1180">
                  <c:v>8.78138276438243</c:v>
                </c:pt>
                <c:pt idx="1181">
                  <c:v>8.7918372998445893</c:v>
                </c:pt>
                <c:pt idx="1182">
                  <c:v>8.8039022209199214</c:v>
                </c:pt>
                <c:pt idx="1183">
                  <c:v>8.8173929930158295</c:v>
                </c:pt>
                <c:pt idx="1184">
                  <c:v>8.8312422843476508</c:v>
                </c:pt>
                <c:pt idx="1185">
                  <c:v>8.8449767451490722</c:v>
                </c:pt>
                <c:pt idx="1186">
                  <c:v>8.8580520467837367</c:v>
                </c:pt>
                <c:pt idx="1187">
                  <c:v>8.8684176573254341</c:v>
                </c:pt>
                <c:pt idx="1188">
                  <c:v>8.8736147004332349</c:v>
                </c:pt>
                <c:pt idx="1189">
                  <c:v>8.8727662838489465</c:v>
                </c:pt>
                <c:pt idx="1190">
                  <c:v>8.8670235031514171</c:v>
                </c:pt>
                <c:pt idx="1191">
                  <c:v>8.8591667615567271</c:v>
                </c:pt>
                <c:pt idx="1192">
                  <c:v>8.8510673883887883</c:v>
                </c:pt>
                <c:pt idx="1193">
                  <c:v>8.8436911785274113</c:v>
                </c:pt>
                <c:pt idx="1194">
                  <c:v>8.8344907182354753</c:v>
                </c:pt>
                <c:pt idx="1195">
                  <c:v>8.8218039861271276</c:v>
                </c:pt>
                <c:pt idx="1196">
                  <c:v>8.8059751095956234</c:v>
                </c:pt>
                <c:pt idx="1197">
                  <c:v>8.787519609516627</c:v>
                </c:pt>
                <c:pt idx="1198">
                  <c:v>8.7673796966263904</c:v>
                </c:pt>
                <c:pt idx="1199">
                  <c:v>8.7461096253782227</c:v>
                </c:pt>
                <c:pt idx="1200">
                  <c:v>8.7237081595647972</c:v>
                </c:pt>
                <c:pt idx="1201">
                  <c:v>8.7001151231968308</c:v>
                </c:pt>
                <c:pt idx="1202">
                  <c:v>8.6760223305914987</c:v>
                </c:pt>
                <c:pt idx="1203">
                  <c:v>8.6516427930409012</c:v>
                </c:pt>
                <c:pt idx="1204">
                  <c:v>8.6280623786834738</c:v>
                </c:pt>
                <c:pt idx="1205">
                  <c:v>8.6069455427210428</c:v>
                </c:pt>
                <c:pt idx="1206">
                  <c:v>8.5889224339943162</c:v>
                </c:pt>
                <c:pt idx="1207">
                  <c:v>8.5739358654015394</c:v>
                </c:pt>
                <c:pt idx="1208">
                  <c:v>8.5615213422271363</c:v>
                </c:pt>
                <c:pt idx="1209">
                  <c:v>8.5489767828587233</c:v>
                </c:pt>
                <c:pt idx="1210">
                  <c:v>8.5327177649047474</c:v>
                </c:pt>
                <c:pt idx="1211">
                  <c:v>8.5128553681427039</c:v>
                </c:pt>
                <c:pt idx="1212">
                  <c:v>8.4909508735963115</c:v>
                </c:pt>
                <c:pt idx="1213">
                  <c:v>8.4686846415741766</c:v>
                </c:pt>
                <c:pt idx="1214">
                  <c:v>8.4458833948046408</c:v>
                </c:pt>
                <c:pt idx="1215">
                  <c:v>8.4276735016032891</c:v>
                </c:pt>
                <c:pt idx="1216">
                  <c:v>8.4193363207681671</c:v>
                </c:pt>
                <c:pt idx="1217">
                  <c:v>8.4199343833827154</c:v>
                </c:pt>
                <c:pt idx="1218">
                  <c:v>8.4253161171692916</c:v>
                </c:pt>
                <c:pt idx="1219">
                  <c:v>8.4304415569939906</c:v>
                </c:pt>
                <c:pt idx="1220">
                  <c:v>8.4335644493444981</c:v>
                </c:pt>
                <c:pt idx="1221">
                  <c:v>8.4358016337721509</c:v>
                </c:pt>
                <c:pt idx="1222">
                  <c:v>8.4381738286244392</c:v>
                </c:pt>
                <c:pt idx="1223">
                  <c:v>8.4419733584038017</c:v>
                </c:pt>
                <c:pt idx="1224">
                  <c:v>8.4477229533278759</c:v>
                </c:pt>
                <c:pt idx="1225">
                  <c:v>8.4552639230346252</c:v>
                </c:pt>
                <c:pt idx="1226">
                  <c:v>8.4640664115161854</c:v>
                </c:pt>
                <c:pt idx="1227">
                  <c:v>8.4716445930473512</c:v>
                </c:pt>
                <c:pt idx="1228">
                  <c:v>8.4759139864591351</c:v>
                </c:pt>
                <c:pt idx="1229">
                  <c:v>8.4760711779136884</c:v>
                </c:pt>
                <c:pt idx="1230">
                  <c:v>8.4732480997645201</c:v>
                </c:pt>
                <c:pt idx="1231">
                  <c:v>8.4691336407190061</c:v>
                </c:pt>
                <c:pt idx="1232">
                  <c:v>8.4628732248868168</c:v>
                </c:pt>
                <c:pt idx="1233">
                  <c:v>8.461168580514407</c:v>
                </c:pt>
                <c:pt idx="1234">
                  <c:v>8.4833310362008394</c:v>
                </c:pt>
                <c:pt idx="1235">
                  <c:v>8.538566721143269</c:v>
                </c:pt>
                <c:pt idx="1236">
                  <c:v>8.6174326766418385</c:v>
                </c:pt>
                <c:pt idx="1237">
                  <c:v>8.7114761053901439</c:v>
                </c:pt>
                <c:pt idx="1238">
                  <c:v>8.8169998602672841</c:v>
                </c:pt>
                <c:pt idx="1239">
                  <c:v>8.931507685272857</c:v>
                </c:pt>
                <c:pt idx="1240">
                  <c:v>9.0522706075465678</c:v>
                </c:pt>
                <c:pt idx="1241">
                  <c:v>9.1760780926574927</c:v>
                </c:pt>
                <c:pt idx="1242">
                  <c:v>9.299682947706545</c:v>
                </c:pt>
                <c:pt idx="1243">
                  <c:v>9.4202034456568615</c:v>
                </c:pt>
                <c:pt idx="1244">
                  <c:v>9.5353627032885306</c:v>
                </c:pt>
                <c:pt idx="1245">
                  <c:v>9.6435964904365328</c:v>
                </c:pt>
                <c:pt idx="1246">
                  <c:v>9.7440578987577471</c:v>
                </c:pt>
                <c:pt idx="1247">
                  <c:v>9.8365579706885029</c:v>
                </c:pt>
                <c:pt idx="1248">
                  <c:v>9.9214675530932919</c:v>
                </c:pt>
                <c:pt idx="1249">
                  <c:v>9.9995610616194597</c:v>
                </c:pt>
                <c:pt idx="1250">
                  <c:v>10.071838827640081</c:v>
                </c:pt>
                <c:pt idx="1251">
                  <c:v>10.139351671744461</c:v>
                </c:pt>
                <c:pt idx="1252">
                  <c:v>10.203060330818751</c:v>
                </c:pt>
                <c:pt idx="1253">
                  <c:v>10.263754973668631</c:v>
                </c:pt>
                <c:pt idx="1254">
                  <c:v>10.322040988250301</c:v>
                </c:pt>
                <c:pt idx="1255">
                  <c:v>10.37835302841399</c:v>
                </c:pt>
                <c:pt idx="1256">
                  <c:v>10.43298725962771</c:v>
                </c:pt>
                <c:pt idx="1257">
                  <c:v>10.48613174305356</c:v>
                </c:pt>
                <c:pt idx="1258">
                  <c:v>10.5377895764546</c:v>
                </c:pt>
                <c:pt idx="1259">
                  <c:v>10.58777995548896</c:v>
                </c:pt>
                <c:pt idx="1260">
                  <c:v>10.63461427026472</c:v>
                </c:pt>
                <c:pt idx="1261">
                  <c:v>10.675822765873679</c:v>
                </c:pt>
                <c:pt idx="1262">
                  <c:v>10.71088625515158</c:v>
                </c:pt>
                <c:pt idx="1263">
                  <c:v>10.741302563390089</c:v>
                </c:pt>
                <c:pt idx="1264">
                  <c:v>10.768548780138691</c:v>
                </c:pt>
                <c:pt idx="1265">
                  <c:v>10.7927225960019</c:v>
                </c:pt>
                <c:pt idx="1266">
                  <c:v>10.812188410576381</c:v>
                </c:pt>
                <c:pt idx="1267">
                  <c:v>10.83050805569991</c:v>
                </c:pt>
                <c:pt idx="1268">
                  <c:v>10.85092696208109</c:v>
                </c:pt>
                <c:pt idx="1269">
                  <c:v>10.87121138140593</c:v>
                </c:pt>
                <c:pt idx="1270">
                  <c:v>10.88872624723709</c:v>
                </c:pt>
                <c:pt idx="1271">
                  <c:v>10.903137726471209</c:v>
                </c:pt>
                <c:pt idx="1272">
                  <c:v>10.91683829953292</c:v>
                </c:pt>
                <c:pt idx="1273">
                  <c:v>10.932038940586549</c:v>
                </c:pt>
                <c:pt idx="1274">
                  <c:v>10.947586356283701</c:v>
                </c:pt>
                <c:pt idx="1275">
                  <c:v>10.961315314490729</c:v>
                </c:pt>
                <c:pt idx="1276">
                  <c:v>10.97354128054611</c:v>
                </c:pt>
                <c:pt idx="1277">
                  <c:v>10.98542511750971</c:v>
                </c:pt>
                <c:pt idx="1278">
                  <c:v>10.996762871092599</c:v>
                </c:pt>
                <c:pt idx="1279">
                  <c:v>11.005322588233859</c:v>
                </c:pt>
                <c:pt idx="1280">
                  <c:v>11.01005017382421</c:v>
                </c:pt>
                <c:pt idx="1281">
                  <c:v>11.011886408116389</c:v>
                </c:pt>
                <c:pt idx="1282">
                  <c:v>11.011065027838869</c:v>
                </c:pt>
                <c:pt idx="1283">
                  <c:v>11.007983442431479</c:v>
                </c:pt>
                <c:pt idx="1284">
                  <c:v>11.003202431854159</c:v>
                </c:pt>
                <c:pt idx="1285">
                  <c:v>10.996916836936141</c:v>
                </c:pt>
                <c:pt idx="1286">
                  <c:v>10.98944827191492</c:v>
                </c:pt>
                <c:pt idx="1287">
                  <c:v>10.981154633398051</c:v>
                </c:pt>
                <c:pt idx="1288">
                  <c:v>10.971753132598019</c:v>
                </c:pt>
                <c:pt idx="1289">
                  <c:v>10.961334172477549</c:v>
                </c:pt>
                <c:pt idx="1290">
                  <c:v>10.95010164848162</c:v>
                </c:pt>
                <c:pt idx="1291">
                  <c:v>10.938053532934269</c:v>
                </c:pt>
                <c:pt idx="1292">
                  <c:v>10.92526277079382</c:v>
                </c:pt>
                <c:pt idx="1293">
                  <c:v>10.911506251943671</c:v>
                </c:pt>
                <c:pt idx="1294">
                  <c:v>10.896893410741651</c:v>
                </c:pt>
                <c:pt idx="1295">
                  <c:v>10.881680372312131</c:v>
                </c:pt>
                <c:pt idx="1296">
                  <c:v>10.865931064836721</c:v>
                </c:pt>
                <c:pt idx="1297">
                  <c:v>10.84982242935342</c:v>
                </c:pt>
                <c:pt idx="1298">
                  <c:v>10.832712147039659</c:v>
                </c:pt>
                <c:pt idx="1299">
                  <c:v>10.815663545030061</c:v>
                </c:pt>
                <c:pt idx="1300">
                  <c:v>10.79951829897546</c:v>
                </c:pt>
                <c:pt idx="1301">
                  <c:v>10.784017834492619</c:v>
                </c:pt>
                <c:pt idx="1302">
                  <c:v>10.77025828636288</c:v>
                </c:pt>
                <c:pt idx="1303">
                  <c:v>10.759218883545079</c:v>
                </c:pt>
                <c:pt idx="1304">
                  <c:v>10.75046293793881</c:v>
                </c:pt>
                <c:pt idx="1305">
                  <c:v>10.74290271489385</c:v>
                </c:pt>
                <c:pt idx="1306">
                  <c:v>10.73629522527381</c:v>
                </c:pt>
                <c:pt idx="1307">
                  <c:v>10.728970901462681</c:v>
                </c:pt>
                <c:pt idx="1308">
                  <c:v>10.71860040422515</c:v>
                </c:pt>
                <c:pt idx="1309">
                  <c:v>10.705573283459371</c:v>
                </c:pt>
                <c:pt idx="1310">
                  <c:v>10.691399337943469</c:v>
                </c:pt>
                <c:pt idx="1311">
                  <c:v>10.67540205075076</c:v>
                </c:pt>
                <c:pt idx="1312">
                  <c:v>10.6574538892382</c:v>
                </c:pt>
                <c:pt idx="1313">
                  <c:v>10.638037617919091</c:v>
                </c:pt>
                <c:pt idx="1314">
                  <c:v>10.619022033053049</c:v>
                </c:pt>
                <c:pt idx="1315">
                  <c:v>10.60268408666599</c:v>
                </c:pt>
                <c:pt idx="1316">
                  <c:v>10.58923593756294</c:v>
                </c:pt>
                <c:pt idx="1317">
                  <c:v>10.577789520620691</c:v>
                </c:pt>
                <c:pt idx="1318">
                  <c:v>10.56595085512874</c:v>
                </c:pt>
                <c:pt idx="1319">
                  <c:v>10.551920188906699</c:v>
                </c:pt>
                <c:pt idx="1320">
                  <c:v>10.535250593813309</c:v>
                </c:pt>
                <c:pt idx="1321">
                  <c:v>10.51584035783644</c:v>
                </c:pt>
                <c:pt idx="1322">
                  <c:v>10.494284492247861</c:v>
                </c:pt>
                <c:pt idx="1323">
                  <c:v>10.47187448242442</c:v>
                </c:pt>
                <c:pt idx="1324">
                  <c:v>10.450261366541779</c:v>
                </c:pt>
                <c:pt idx="1325">
                  <c:v>10.432000150187941</c:v>
                </c:pt>
                <c:pt idx="1326">
                  <c:v>10.420068243982501</c:v>
                </c:pt>
                <c:pt idx="1327">
                  <c:v>10.41657959660896</c:v>
                </c:pt>
                <c:pt idx="1328">
                  <c:v>10.4223360220505</c:v>
                </c:pt>
                <c:pt idx="1329">
                  <c:v>10.436758575228311</c:v>
                </c:pt>
                <c:pt idx="1330">
                  <c:v>10.45638812634933</c:v>
                </c:pt>
                <c:pt idx="1331">
                  <c:v>10.47661991995381</c:v>
                </c:pt>
                <c:pt idx="1332">
                  <c:v>10.495430775800751</c:v>
                </c:pt>
                <c:pt idx="1333">
                  <c:v>10.51253678002716</c:v>
                </c:pt>
                <c:pt idx="1334">
                  <c:v>10.529339947160841</c:v>
                </c:pt>
                <c:pt idx="1335">
                  <c:v>10.54715078347115</c:v>
                </c:pt>
                <c:pt idx="1336">
                  <c:v>10.565908317105571</c:v>
                </c:pt>
                <c:pt idx="1337">
                  <c:v>10.58511323212589</c:v>
                </c:pt>
                <c:pt idx="1338">
                  <c:v>10.60437687208889</c:v>
                </c:pt>
                <c:pt idx="1339">
                  <c:v>10.62328657102587</c:v>
                </c:pt>
                <c:pt idx="1340">
                  <c:v>10.642179672977649</c:v>
                </c:pt>
                <c:pt idx="1341">
                  <c:v>10.66113038368721</c:v>
                </c:pt>
                <c:pt idx="1342">
                  <c:v>10.68015422312553</c:v>
                </c:pt>
                <c:pt idx="1343">
                  <c:v>10.6992634880884</c:v>
                </c:pt>
                <c:pt idx="1344">
                  <c:v>10.71829881774344</c:v>
                </c:pt>
                <c:pt idx="1345">
                  <c:v>10.73630087231242</c:v>
                </c:pt>
                <c:pt idx="1346">
                  <c:v>10.750226979345889</c:v>
                </c:pt>
                <c:pt idx="1347">
                  <c:v>10.75816578410635</c:v>
                </c:pt>
                <c:pt idx="1348">
                  <c:v>10.760137582394201</c:v>
                </c:pt>
                <c:pt idx="1349">
                  <c:v>10.75687873286992</c:v>
                </c:pt>
                <c:pt idx="1350">
                  <c:v>10.749141060232761</c:v>
                </c:pt>
                <c:pt idx="1351">
                  <c:v>10.738609351007231</c:v>
                </c:pt>
                <c:pt idx="1352">
                  <c:v>10.726916623658459</c:v>
                </c:pt>
                <c:pt idx="1353">
                  <c:v>10.71499059185947</c:v>
                </c:pt>
                <c:pt idx="1354">
                  <c:v>10.704231619947519</c:v>
                </c:pt>
                <c:pt idx="1355">
                  <c:v>10.69547187691253</c:v>
                </c:pt>
                <c:pt idx="1356">
                  <c:v>10.68790629484791</c:v>
                </c:pt>
                <c:pt idx="1357">
                  <c:v>10.679081557919369</c:v>
                </c:pt>
                <c:pt idx="1358">
                  <c:v>10.66870050477028</c:v>
                </c:pt>
                <c:pt idx="1359">
                  <c:v>10.657900656676061</c:v>
                </c:pt>
                <c:pt idx="1360">
                  <c:v>10.64775042710354</c:v>
                </c:pt>
                <c:pt idx="1361">
                  <c:v>10.63893630282303</c:v>
                </c:pt>
                <c:pt idx="1362">
                  <c:v>10.631576203423799</c:v>
                </c:pt>
                <c:pt idx="1363">
                  <c:v>10.623664315875841</c:v>
                </c:pt>
                <c:pt idx="1364">
                  <c:v>10.6120877187908</c:v>
                </c:pt>
                <c:pt idx="1365">
                  <c:v>10.59704910727033</c:v>
                </c:pt>
                <c:pt idx="1366">
                  <c:v>10.580877026815751</c:v>
                </c:pt>
                <c:pt idx="1367">
                  <c:v>10.565179165916581</c:v>
                </c:pt>
                <c:pt idx="1368">
                  <c:v>10.54829057373807</c:v>
                </c:pt>
                <c:pt idx="1369">
                  <c:v>10.527922294828601</c:v>
                </c:pt>
                <c:pt idx="1370">
                  <c:v>10.50429228954428</c:v>
                </c:pt>
                <c:pt idx="1371">
                  <c:v>10.479073284357771</c:v>
                </c:pt>
                <c:pt idx="1372">
                  <c:v>10.453816043794671</c:v>
                </c:pt>
                <c:pt idx="1373">
                  <c:v>10.42915773193487</c:v>
                </c:pt>
                <c:pt idx="1374">
                  <c:v>10.404926469461239</c:v>
                </c:pt>
                <c:pt idx="1375">
                  <c:v>10.380389070138749</c:v>
                </c:pt>
                <c:pt idx="1376">
                  <c:v>10.355729327780249</c:v>
                </c:pt>
                <c:pt idx="1377">
                  <c:v>10.333578774424311</c:v>
                </c:pt>
                <c:pt idx="1378">
                  <c:v>10.315466880227349</c:v>
                </c:pt>
                <c:pt idx="1379">
                  <c:v>10.30163074467108</c:v>
                </c:pt>
                <c:pt idx="1380">
                  <c:v>10.291616779868789</c:v>
                </c:pt>
                <c:pt idx="1381">
                  <c:v>10.284729952414111</c:v>
                </c:pt>
                <c:pt idx="1382">
                  <c:v>10.280202134641961</c:v>
                </c:pt>
                <c:pt idx="1383">
                  <c:v>10.276116951553121</c:v>
                </c:pt>
                <c:pt idx="1384">
                  <c:v>10.27006927212634</c:v>
                </c:pt>
                <c:pt idx="1385">
                  <c:v>10.26224320651459</c:v>
                </c:pt>
                <c:pt idx="1386">
                  <c:v>10.25381549301385</c:v>
                </c:pt>
                <c:pt idx="1387">
                  <c:v>10.243485265485351</c:v>
                </c:pt>
                <c:pt idx="1388">
                  <c:v>10.22966751973444</c:v>
                </c:pt>
                <c:pt idx="1389">
                  <c:v>10.219318176001099</c:v>
                </c:pt>
                <c:pt idx="1390">
                  <c:v>10.22454534041495</c:v>
                </c:pt>
                <c:pt idx="1391">
                  <c:v>10.24112883847136</c:v>
                </c:pt>
                <c:pt idx="1392">
                  <c:v>10.261666633033821</c:v>
                </c:pt>
                <c:pt idx="1393">
                  <c:v>10.28614367935845</c:v>
                </c:pt>
                <c:pt idx="1394">
                  <c:v>10.311254837023711</c:v>
                </c:pt>
                <c:pt idx="1395">
                  <c:v>10.33384953243967</c:v>
                </c:pt>
                <c:pt idx="1396">
                  <c:v>10.354460075434311</c:v>
                </c:pt>
                <c:pt idx="1397">
                  <c:v>10.37510241448609</c:v>
                </c:pt>
                <c:pt idx="1398">
                  <c:v>10.397030993273351</c:v>
                </c:pt>
                <c:pt idx="1399">
                  <c:v>10.419803564455441</c:v>
                </c:pt>
                <c:pt idx="1400">
                  <c:v>10.442103866004491</c:v>
                </c:pt>
                <c:pt idx="1401">
                  <c:v>10.462780998003851</c:v>
                </c:pt>
                <c:pt idx="1402">
                  <c:v>10.4811171911287</c:v>
                </c:pt>
                <c:pt idx="1403">
                  <c:v>10.497250709104961</c:v>
                </c:pt>
                <c:pt idx="1404">
                  <c:v>10.51158201060848</c:v>
                </c:pt>
                <c:pt idx="1405">
                  <c:v>10.523750555402041</c:v>
                </c:pt>
                <c:pt idx="1406">
                  <c:v>10.53305807462484</c:v>
                </c:pt>
                <c:pt idx="1407">
                  <c:v>10.54060237194933</c:v>
                </c:pt>
                <c:pt idx="1408">
                  <c:v>10.547158528544781</c:v>
                </c:pt>
                <c:pt idx="1409">
                  <c:v>10.55345751155007</c:v>
                </c:pt>
                <c:pt idx="1410">
                  <c:v>10.560202505193111</c:v>
                </c:pt>
                <c:pt idx="1411">
                  <c:v>10.567553011460509</c:v>
                </c:pt>
                <c:pt idx="1412">
                  <c:v>10.57382008388254</c:v>
                </c:pt>
                <c:pt idx="1413">
                  <c:v>10.576880802222901</c:v>
                </c:pt>
                <c:pt idx="1414">
                  <c:v>10.575326484997021</c:v>
                </c:pt>
                <c:pt idx="1415">
                  <c:v>10.570469406632</c:v>
                </c:pt>
                <c:pt idx="1416">
                  <c:v>10.56464585301126</c:v>
                </c:pt>
                <c:pt idx="1417">
                  <c:v>10.55916844609597</c:v>
                </c:pt>
                <c:pt idx="1418">
                  <c:v>10.55353510257704</c:v>
                </c:pt>
                <c:pt idx="1419">
                  <c:v>10.54547723169836</c:v>
                </c:pt>
                <c:pt idx="1420">
                  <c:v>10.53384019961149</c:v>
                </c:pt>
                <c:pt idx="1421">
                  <c:v>10.52025414782171</c:v>
                </c:pt>
                <c:pt idx="1422">
                  <c:v>10.506806621249231</c:v>
                </c:pt>
                <c:pt idx="1423">
                  <c:v>10.49205105585453</c:v>
                </c:pt>
                <c:pt idx="1424">
                  <c:v>10.47643121141245</c:v>
                </c:pt>
                <c:pt idx="1425">
                  <c:v>10.468269603680589</c:v>
                </c:pt>
                <c:pt idx="1426">
                  <c:v>10.467610288117029</c:v>
                </c:pt>
                <c:pt idx="1427">
                  <c:v>10.47009443781795</c:v>
                </c:pt>
                <c:pt idx="1428">
                  <c:v>10.472563887112489</c:v>
                </c:pt>
                <c:pt idx="1429">
                  <c:v>10.473454316725279</c:v>
                </c:pt>
                <c:pt idx="1430">
                  <c:v>10.47365446875196</c:v>
                </c:pt>
                <c:pt idx="1431">
                  <c:v>10.473549060690861</c:v>
                </c:pt>
                <c:pt idx="1432">
                  <c:v>10.47179925025833</c:v>
                </c:pt>
                <c:pt idx="1433">
                  <c:v>10.46970790433231</c:v>
                </c:pt>
                <c:pt idx="1434">
                  <c:v>10.46785830692871</c:v>
                </c:pt>
                <c:pt idx="1435">
                  <c:v>10.465385394161119</c:v>
                </c:pt>
                <c:pt idx="1436">
                  <c:v>10.46123440664932</c:v>
                </c:pt>
                <c:pt idx="1437">
                  <c:v>10.45484732634937</c:v>
                </c:pt>
                <c:pt idx="1438">
                  <c:v>10.44632285710578</c:v>
                </c:pt>
                <c:pt idx="1439">
                  <c:v>10.435691101129001</c:v>
                </c:pt>
                <c:pt idx="1440">
                  <c:v>10.42459065317686</c:v>
                </c:pt>
                <c:pt idx="1441">
                  <c:v>10.4138799611013</c:v>
                </c:pt>
                <c:pt idx="1442">
                  <c:v>10.40291394699762</c:v>
                </c:pt>
                <c:pt idx="1443">
                  <c:v>10.391276874186881</c:v>
                </c:pt>
                <c:pt idx="1444">
                  <c:v>10.379119222424549</c:v>
                </c:pt>
                <c:pt idx="1445">
                  <c:v>10.36680300207925</c:v>
                </c:pt>
                <c:pt idx="1446">
                  <c:v>10.354998971910801</c:v>
                </c:pt>
                <c:pt idx="1447">
                  <c:v>10.342696762463561</c:v>
                </c:pt>
                <c:pt idx="1448">
                  <c:v>10.32877668904854</c:v>
                </c:pt>
                <c:pt idx="1449">
                  <c:v>10.31307593509008</c:v>
                </c:pt>
                <c:pt idx="1450">
                  <c:v>10.29572488707081</c:v>
                </c:pt>
                <c:pt idx="1451">
                  <c:v>10.277044896773781</c:v>
                </c:pt>
                <c:pt idx="1452">
                  <c:v>10.25720748527786</c:v>
                </c:pt>
                <c:pt idx="1453">
                  <c:v>10.236455043600291</c:v>
                </c:pt>
                <c:pt idx="1454">
                  <c:v>10.21513151497687</c:v>
                </c:pt>
                <c:pt idx="1455">
                  <c:v>10.19294690134042</c:v>
                </c:pt>
                <c:pt idx="1456">
                  <c:v>10.171022253800899</c:v>
                </c:pt>
                <c:pt idx="1457">
                  <c:v>10.150963855032771</c:v>
                </c:pt>
                <c:pt idx="1458">
                  <c:v>10.13342640962877</c:v>
                </c:pt>
                <c:pt idx="1459">
                  <c:v>10.118458669911311</c:v>
                </c:pt>
                <c:pt idx="1460">
                  <c:v>10.10580674935156</c:v>
                </c:pt>
                <c:pt idx="1461">
                  <c:v>10.09510522421602</c:v>
                </c:pt>
                <c:pt idx="1462">
                  <c:v>10.085978226808891</c:v>
                </c:pt>
                <c:pt idx="1463">
                  <c:v>10.07800505412094</c:v>
                </c:pt>
                <c:pt idx="1464">
                  <c:v>10.06893835367136</c:v>
                </c:pt>
                <c:pt idx="1465">
                  <c:v>10.05518627012979</c:v>
                </c:pt>
                <c:pt idx="1466">
                  <c:v>10.03588127463637</c:v>
                </c:pt>
                <c:pt idx="1467">
                  <c:v>10.012016497828199</c:v>
                </c:pt>
                <c:pt idx="1468">
                  <c:v>9.9857621612928611</c:v>
                </c:pt>
                <c:pt idx="1469">
                  <c:v>9.9596817950909973</c:v>
                </c:pt>
                <c:pt idx="1470">
                  <c:v>9.9341372764089915</c:v>
                </c:pt>
                <c:pt idx="1471">
                  <c:v>9.9080026301412936</c:v>
                </c:pt>
                <c:pt idx="1472">
                  <c:v>9.8804626499878889</c:v>
                </c:pt>
                <c:pt idx="1473">
                  <c:v>9.8517131786894225</c:v>
                </c:pt>
                <c:pt idx="1474">
                  <c:v>9.8213417661782305</c:v>
                </c:pt>
                <c:pt idx="1475">
                  <c:v>9.7888141790142704</c:v>
                </c:pt>
                <c:pt idx="1476">
                  <c:v>9.75545875985188</c:v>
                </c:pt>
                <c:pt idx="1477">
                  <c:v>9.7226919443316859</c:v>
                </c:pt>
                <c:pt idx="1478">
                  <c:v>9.6910835876767845</c:v>
                </c:pt>
                <c:pt idx="1479">
                  <c:v>9.6607745020594766</c:v>
                </c:pt>
                <c:pt idx="1480">
                  <c:v>9.6314762541253387</c:v>
                </c:pt>
                <c:pt idx="1481">
                  <c:v>9.6024659939024719</c:v>
                </c:pt>
                <c:pt idx="1482">
                  <c:v>9.57289506028836</c:v>
                </c:pt>
                <c:pt idx="1483">
                  <c:v>9.5429201341680496</c:v>
                </c:pt>
                <c:pt idx="1484">
                  <c:v>9.5125692511131916</c:v>
                </c:pt>
                <c:pt idx="1485">
                  <c:v>9.4814672708944236</c:v>
                </c:pt>
                <c:pt idx="1486">
                  <c:v>9.4494840767298136</c:v>
                </c:pt>
                <c:pt idx="1487">
                  <c:v>9.4163441390498015</c:v>
                </c:pt>
                <c:pt idx="1488">
                  <c:v>9.3822475792851581</c:v>
                </c:pt>
                <c:pt idx="1489">
                  <c:v>9.3473214747968765</c:v>
                </c:pt>
                <c:pt idx="1490">
                  <c:v>9.3116701575544969</c:v>
                </c:pt>
                <c:pt idx="1491">
                  <c:v>9.275489918059348</c:v>
                </c:pt>
                <c:pt idx="1492">
                  <c:v>9.2387987886485998</c:v>
                </c:pt>
                <c:pt idx="1493">
                  <c:v>9.2017525743795332</c:v>
                </c:pt>
                <c:pt idx="1494">
                  <c:v>9.1645972520770318</c:v>
                </c:pt>
                <c:pt idx="1495">
                  <c:v>9.128304584917041</c:v>
                </c:pt>
                <c:pt idx="1496">
                  <c:v>9.0935674059083151</c:v>
                </c:pt>
                <c:pt idx="1497">
                  <c:v>9.0615690042809351</c:v>
                </c:pt>
                <c:pt idx="1498">
                  <c:v>9.0323493670231709</c:v>
                </c:pt>
                <c:pt idx="1499">
                  <c:v>9.0059885448041346</c:v>
                </c:pt>
                <c:pt idx="1500">
                  <c:v>8.9826727572342957</c:v>
                </c:pt>
                <c:pt idx="1501">
                  <c:v>8.9621545213574478</c:v>
                </c:pt>
                <c:pt idx="1502">
                  <c:v>8.9439579462696326</c:v>
                </c:pt>
                <c:pt idx="1503">
                  <c:v>8.9252720171049624</c:v>
                </c:pt>
                <c:pt idx="1504">
                  <c:v>8.9028055235971149</c:v>
                </c:pt>
                <c:pt idx="1505">
                  <c:v>8.8767382003331683</c:v>
                </c:pt>
                <c:pt idx="1506">
                  <c:v>8.849648573895637</c:v>
                </c:pt>
                <c:pt idx="1507">
                  <c:v>8.8235202982394156</c:v>
                </c:pt>
                <c:pt idx="1508">
                  <c:v>8.7983443795406373</c:v>
                </c:pt>
                <c:pt idx="1509">
                  <c:v>8.7727410890723831</c:v>
                </c:pt>
                <c:pt idx="1510">
                  <c:v>8.7467429363925824</c:v>
                </c:pt>
                <c:pt idx="1511">
                  <c:v>8.7214295411296145</c:v>
                </c:pt>
                <c:pt idx="1512">
                  <c:v>8.6979109881359751</c:v>
                </c:pt>
                <c:pt idx="1513">
                  <c:v>8.6752756920821437</c:v>
                </c:pt>
                <c:pt idx="1514">
                  <c:v>8.6518963038175745</c:v>
                </c:pt>
                <c:pt idx="1515">
                  <c:v>8.6269718226166088</c:v>
                </c:pt>
                <c:pt idx="1516">
                  <c:v>8.6009434474508559</c:v>
                </c:pt>
                <c:pt idx="1517">
                  <c:v>8.5761265004350715</c:v>
                </c:pt>
                <c:pt idx="1518">
                  <c:v>8.5540309963209342</c:v>
                </c:pt>
                <c:pt idx="1519">
                  <c:v>8.5350949016643209</c:v>
                </c:pt>
                <c:pt idx="1520">
                  <c:v>8.5165660091946744</c:v>
                </c:pt>
                <c:pt idx="1521">
                  <c:v>8.4956967631356388</c:v>
                </c:pt>
                <c:pt idx="1522">
                  <c:v>8.4727067384363437</c:v>
                </c:pt>
                <c:pt idx="1523">
                  <c:v>8.448544415205145</c:v>
                </c:pt>
                <c:pt idx="1524">
                  <c:v>8.4238050034219629</c:v>
                </c:pt>
                <c:pt idx="1525">
                  <c:v>8.3975604006740756</c:v>
                </c:pt>
                <c:pt idx="1526">
                  <c:v>8.3692874526527934</c:v>
                </c:pt>
                <c:pt idx="1527">
                  <c:v>8.3403573139754688</c:v>
                </c:pt>
                <c:pt idx="1528">
                  <c:v>8.3113309004375164</c:v>
                </c:pt>
                <c:pt idx="1529">
                  <c:v>8.2831640284987795</c:v>
                </c:pt>
                <c:pt idx="1530">
                  <c:v>8.2571928262283922</c:v>
                </c:pt>
                <c:pt idx="1531">
                  <c:v>8.2339523474346006</c:v>
                </c:pt>
                <c:pt idx="1532">
                  <c:v>8.2134383204235242</c:v>
                </c:pt>
                <c:pt idx="1533">
                  <c:v>8.1953810157823721</c:v>
                </c:pt>
                <c:pt idx="1534">
                  <c:v>8.1794142230488323</c:v>
                </c:pt>
                <c:pt idx="1535">
                  <c:v>8.1651645758259139</c:v>
                </c:pt>
              </c:numCache>
            </c:numRef>
          </c:yVal>
          <c:smooth val="1"/>
          <c:extLst>
            <c:ext xmlns:c16="http://schemas.microsoft.com/office/drawing/2014/chart" uri="{C3380CC4-5D6E-409C-BE32-E72D297353CC}">
              <c16:uniqueId val="{00000000-BCF5-492F-9E50-53607A35D6E4}"/>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numCache>
            </c:numRef>
          </c:yVal>
          <c:smooth val="1"/>
          <c:extLst>
            <c:ext xmlns:c16="http://schemas.microsoft.com/office/drawing/2014/chart" uri="{C3380CC4-5D6E-409C-BE32-E72D297353CC}">
              <c16:uniqueId val="{00000001-BCF5-492F-9E50-53607A35D6E4}"/>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Sheet2!$B$2:$B$1898</c:f>
              <c:numCache>
                <c:formatCode>General</c:formatCode>
                <c:ptCount val="1897"/>
                <c:pt idx="0">
                  <c:v>1.5833333333333331E-2</c:v>
                </c:pt>
                <c:pt idx="1">
                  <c:v>3.1666666666666662E-2</c:v>
                </c:pt>
                <c:pt idx="2">
                  <c:v>4.8333333333333332E-2</c:v>
                </c:pt>
                <c:pt idx="3">
                  <c:v>6.5000000000000002E-2</c:v>
                </c:pt>
                <c:pt idx="4">
                  <c:v>8.1666666666666679E-2</c:v>
                </c:pt>
                <c:pt idx="5">
                  <c:v>9.8333333333333342E-2</c:v>
                </c:pt>
                <c:pt idx="6">
                  <c:v>0.115</c:v>
                </c:pt>
                <c:pt idx="7">
                  <c:v>0.13166666666666668</c:v>
                </c:pt>
                <c:pt idx="8">
                  <c:v>0.14833333333333334</c:v>
                </c:pt>
                <c:pt idx="9">
                  <c:v>0.16500000000000001</c:v>
                </c:pt>
                <c:pt idx="10">
                  <c:v>0.18166666666666667</c:v>
                </c:pt>
                <c:pt idx="11">
                  <c:v>0.19833333333333333</c:v>
                </c:pt>
                <c:pt idx="12">
                  <c:v>0.215</c:v>
                </c:pt>
                <c:pt idx="13">
                  <c:v>0.23166666666666666</c:v>
                </c:pt>
                <c:pt idx="14">
                  <c:v>0.24833333333333335</c:v>
                </c:pt>
                <c:pt idx="15">
                  <c:v>0.26500000000000001</c:v>
                </c:pt>
                <c:pt idx="16">
                  <c:v>0.28166666666666662</c:v>
                </c:pt>
                <c:pt idx="17">
                  <c:v>0.29833333333333328</c:v>
                </c:pt>
                <c:pt idx="18">
                  <c:v>0.315</c:v>
                </c:pt>
                <c:pt idx="19">
                  <c:v>0.33166666666666667</c:v>
                </c:pt>
                <c:pt idx="20">
                  <c:v>0.34833333333333333</c:v>
                </c:pt>
                <c:pt idx="21">
                  <c:v>0.36499999999999999</c:v>
                </c:pt>
                <c:pt idx="22">
                  <c:v>0.38166666666666665</c:v>
                </c:pt>
                <c:pt idx="23">
                  <c:v>0.39833333333333332</c:v>
                </c:pt>
                <c:pt idx="24">
                  <c:v>0.41499999999999998</c:v>
                </c:pt>
                <c:pt idx="25">
                  <c:v>0.43166666666666664</c:v>
                </c:pt>
                <c:pt idx="26">
                  <c:v>0.44833333333333331</c:v>
                </c:pt>
                <c:pt idx="27">
                  <c:v>0.46499999999999997</c:v>
                </c:pt>
                <c:pt idx="28">
                  <c:v>0.48166666666666663</c:v>
                </c:pt>
                <c:pt idx="29">
                  <c:v>0.49833333333333329</c:v>
                </c:pt>
                <c:pt idx="30">
                  <c:v>0.51500000000000001</c:v>
                </c:pt>
                <c:pt idx="31">
                  <c:v>0.53166666666666662</c:v>
                </c:pt>
                <c:pt idx="32">
                  <c:v>0.54833333333333334</c:v>
                </c:pt>
                <c:pt idx="33">
                  <c:v>0.56499999999999995</c:v>
                </c:pt>
                <c:pt idx="34">
                  <c:v>0.58166666666666667</c:v>
                </c:pt>
                <c:pt idx="35">
                  <c:v>0.59833333333333327</c:v>
                </c:pt>
                <c:pt idx="36">
                  <c:v>0.61499999999999999</c:v>
                </c:pt>
                <c:pt idx="37">
                  <c:v>0.6316666666666666</c:v>
                </c:pt>
                <c:pt idx="38">
                  <c:v>0.64833333333333332</c:v>
                </c:pt>
                <c:pt idx="39">
                  <c:v>0.66499999999999992</c:v>
                </c:pt>
                <c:pt idx="40">
                  <c:v>0.68166666666666664</c:v>
                </c:pt>
                <c:pt idx="41">
                  <c:v>0.69833333333333336</c:v>
                </c:pt>
                <c:pt idx="42">
                  <c:v>0.71499999999999997</c:v>
                </c:pt>
                <c:pt idx="43">
                  <c:v>0.73166666666666669</c:v>
                </c:pt>
                <c:pt idx="44">
                  <c:v>0.74833333333333329</c:v>
                </c:pt>
                <c:pt idx="45">
                  <c:v>0.76500000000000001</c:v>
                </c:pt>
                <c:pt idx="46">
                  <c:v>0.78166666666666662</c:v>
                </c:pt>
                <c:pt idx="47">
                  <c:v>0.79833333333333334</c:v>
                </c:pt>
                <c:pt idx="48">
                  <c:v>0.81499999999999995</c:v>
                </c:pt>
                <c:pt idx="49">
                  <c:v>0.83166666666666667</c:v>
                </c:pt>
                <c:pt idx="50">
                  <c:v>0.84833333333333327</c:v>
                </c:pt>
                <c:pt idx="51">
                  <c:v>0.86499999999999999</c:v>
                </c:pt>
                <c:pt idx="52">
                  <c:v>0.8816666666666666</c:v>
                </c:pt>
                <c:pt idx="53">
                  <c:v>0.89833333333333332</c:v>
                </c:pt>
                <c:pt idx="54">
                  <c:v>0.91499999999999992</c:v>
                </c:pt>
                <c:pt idx="55">
                  <c:v>0.93166666666666664</c:v>
                </c:pt>
                <c:pt idx="56">
                  <c:v>0.94833333333333336</c:v>
                </c:pt>
                <c:pt idx="57">
                  <c:v>0.96499999999999997</c:v>
                </c:pt>
                <c:pt idx="58">
                  <c:v>0.98166666666666669</c:v>
                </c:pt>
                <c:pt idx="59">
                  <c:v>0.99833333333333329</c:v>
                </c:pt>
                <c:pt idx="60">
                  <c:v>1.0149999999999999</c:v>
                </c:pt>
                <c:pt idx="61">
                  <c:v>1.0316666666666667</c:v>
                </c:pt>
                <c:pt idx="62">
                  <c:v>1.0483333333333333</c:v>
                </c:pt>
                <c:pt idx="63">
                  <c:v>1.0649999999999999</c:v>
                </c:pt>
                <c:pt idx="64">
                  <c:v>1.0816666666666668</c:v>
                </c:pt>
                <c:pt idx="65">
                  <c:v>1.0983333333333334</c:v>
                </c:pt>
                <c:pt idx="66">
                  <c:v>1.115</c:v>
                </c:pt>
                <c:pt idx="67">
                  <c:v>1.1316666666666668</c:v>
                </c:pt>
                <c:pt idx="68">
                  <c:v>1.1483333333333334</c:v>
                </c:pt>
                <c:pt idx="69">
                  <c:v>1.165</c:v>
                </c:pt>
                <c:pt idx="70">
                  <c:v>1.1816666666666669</c:v>
                </c:pt>
                <c:pt idx="71">
                  <c:v>1.1983333333333335</c:v>
                </c:pt>
                <c:pt idx="72">
                  <c:v>1.2150000000000001</c:v>
                </c:pt>
                <c:pt idx="73">
                  <c:v>1.2316666666666667</c:v>
                </c:pt>
                <c:pt idx="74">
                  <c:v>1.2483333333333335</c:v>
                </c:pt>
                <c:pt idx="75">
                  <c:v>1.2650000000000001</c:v>
                </c:pt>
                <c:pt idx="76">
                  <c:v>1.2816666666666667</c:v>
                </c:pt>
                <c:pt idx="77">
                  <c:v>1.2983333333333333</c:v>
                </c:pt>
                <c:pt idx="78">
                  <c:v>1.3150000000000002</c:v>
                </c:pt>
                <c:pt idx="79">
                  <c:v>1.3316666666666668</c:v>
                </c:pt>
                <c:pt idx="80">
                  <c:v>1.3483333333333334</c:v>
                </c:pt>
                <c:pt idx="81">
                  <c:v>1.365</c:v>
                </c:pt>
                <c:pt idx="82">
                  <c:v>1.3816666666666668</c:v>
                </c:pt>
                <c:pt idx="83">
                  <c:v>1.3983333333333334</c:v>
                </c:pt>
                <c:pt idx="84">
                  <c:v>1.415</c:v>
                </c:pt>
                <c:pt idx="85">
                  <c:v>1.4316666666666669</c:v>
                </c:pt>
                <c:pt idx="86">
                  <c:v>1.4483333333333335</c:v>
                </c:pt>
                <c:pt idx="87">
                  <c:v>1.4650000000000001</c:v>
                </c:pt>
                <c:pt idx="88">
                  <c:v>1.4816666666666667</c:v>
                </c:pt>
                <c:pt idx="89">
                  <c:v>1.4983333333333335</c:v>
                </c:pt>
                <c:pt idx="90">
                  <c:v>1.5150000000000001</c:v>
                </c:pt>
                <c:pt idx="91">
                  <c:v>1.5316666666666667</c:v>
                </c:pt>
                <c:pt idx="92">
                  <c:v>1.5483333333333333</c:v>
                </c:pt>
                <c:pt idx="93">
                  <c:v>1.5650000000000002</c:v>
                </c:pt>
                <c:pt idx="94">
                  <c:v>1.5816666666666668</c:v>
                </c:pt>
                <c:pt idx="95">
                  <c:v>1.5983333333333334</c:v>
                </c:pt>
                <c:pt idx="96">
                  <c:v>1.615</c:v>
                </c:pt>
                <c:pt idx="97">
                  <c:v>1.6316666666666668</c:v>
                </c:pt>
                <c:pt idx="98">
                  <c:v>1.6483333333333334</c:v>
                </c:pt>
                <c:pt idx="99">
                  <c:v>1.665</c:v>
                </c:pt>
                <c:pt idx="100">
                  <c:v>1.6816666666666669</c:v>
                </c:pt>
                <c:pt idx="101">
                  <c:v>1.6983333333333335</c:v>
                </c:pt>
                <c:pt idx="102">
                  <c:v>1.7150000000000001</c:v>
                </c:pt>
                <c:pt idx="103">
                  <c:v>1.7316666666666667</c:v>
                </c:pt>
                <c:pt idx="104">
                  <c:v>1.7483333333333335</c:v>
                </c:pt>
                <c:pt idx="105">
                  <c:v>1.7650000000000001</c:v>
                </c:pt>
                <c:pt idx="106">
                  <c:v>1.7816666666666667</c:v>
                </c:pt>
                <c:pt idx="107">
                  <c:v>1.7983333333333333</c:v>
                </c:pt>
                <c:pt idx="108">
                  <c:v>1.8150000000000002</c:v>
                </c:pt>
                <c:pt idx="109">
                  <c:v>1.8316666666666668</c:v>
                </c:pt>
                <c:pt idx="110">
                  <c:v>1.8483333333333334</c:v>
                </c:pt>
                <c:pt idx="111">
                  <c:v>1.865</c:v>
                </c:pt>
                <c:pt idx="112">
                  <c:v>1.8816666666666668</c:v>
                </c:pt>
                <c:pt idx="113">
                  <c:v>1.8983333333333334</c:v>
                </c:pt>
                <c:pt idx="114">
                  <c:v>1.915</c:v>
                </c:pt>
                <c:pt idx="115">
                  <c:v>1.9316666666666669</c:v>
                </c:pt>
                <c:pt idx="116">
                  <c:v>1.9483333333333335</c:v>
                </c:pt>
                <c:pt idx="117">
                  <c:v>1.9650000000000001</c:v>
                </c:pt>
                <c:pt idx="118">
                  <c:v>1.9816666666666667</c:v>
                </c:pt>
                <c:pt idx="119">
                  <c:v>1.9983333333333335</c:v>
                </c:pt>
                <c:pt idx="120">
                  <c:v>2.0150000000000001</c:v>
                </c:pt>
                <c:pt idx="121">
                  <c:v>2.0316666666666667</c:v>
                </c:pt>
                <c:pt idx="122">
                  <c:v>2.0483333333333333</c:v>
                </c:pt>
                <c:pt idx="123">
                  <c:v>2.0649999999999999</c:v>
                </c:pt>
                <c:pt idx="124">
                  <c:v>2.0816666666666666</c:v>
                </c:pt>
                <c:pt idx="125">
                  <c:v>2.0983333333333336</c:v>
                </c:pt>
                <c:pt idx="126">
                  <c:v>2.1150000000000002</c:v>
                </c:pt>
                <c:pt idx="127">
                  <c:v>2.1316666666666668</c:v>
                </c:pt>
                <c:pt idx="128">
                  <c:v>2.1483333333333334</c:v>
                </c:pt>
                <c:pt idx="129">
                  <c:v>2.165</c:v>
                </c:pt>
                <c:pt idx="130">
                  <c:v>2.1816666666666666</c:v>
                </c:pt>
                <c:pt idx="131">
                  <c:v>2.1983333333333333</c:v>
                </c:pt>
                <c:pt idx="132">
                  <c:v>2.2150000000000003</c:v>
                </c:pt>
                <c:pt idx="133">
                  <c:v>2.2316666666666669</c:v>
                </c:pt>
                <c:pt idx="134">
                  <c:v>2.2483333333333335</c:v>
                </c:pt>
                <c:pt idx="135">
                  <c:v>2.2650000000000001</c:v>
                </c:pt>
                <c:pt idx="136">
                  <c:v>2.2816666666666667</c:v>
                </c:pt>
                <c:pt idx="137">
                  <c:v>2.2983333333333333</c:v>
                </c:pt>
                <c:pt idx="138">
                  <c:v>2.3149999999999999</c:v>
                </c:pt>
                <c:pt idx="139">
                  <c:v>2.3316666666666666</c:v>
                </c:pt>
                <c:pt idx="140">
                  <c:v>2.3483333333333336</c:v>
                </c:pt>
                <c:pt idx="141">
                  <c:v>2.3650000000000002</c:v>
                </c:pt>
                <c:pt idx="142">
                  <c:v>2.3816666666666668</c:v>
                </c:pt>
                <c:pt idx="143">
                  <c:v>2.3983333333333334</c:v>
                </c:pt>
                <c:pt idx="144">
                  <c:v>2.415</c:v>
                </c:pt>
                <c:pt idx="145">
                  <c:v>2.4316666666666666</c:v>
                </c:pt>
                <c:pt idx="146">
                  <c:v>2.4483333333333333</c:v>
                </c:pt>
                <c:pt idx="147">
                  <c:v>2.4650000000000003</c:v>
                </c:pt>
                <c:pt idx="148">
                  <c:v>2.4816666666666669</c:v>
                </c:pt>
                <c:pt idx="149">
                  <c:v>2.4983333333333335</c:v>
                </c:pt>
                <c:pt idx="150">
                  <c:v>2.5150000000000001</c:v>
                </c:pt>
                <c:pt idx="151">
                  <c:v>2.5316666666666667</c:v>
                </c:pt>
                <c:pt idx="152">
                  <c:v>2.5483333333333333</c:v>
                </c:pt>
                <c:pt idx="153">
                  <c:v>2.5649999999999999</c:v>
                </c:pt>
                <c:pt idx="154">
                  <c:v>2.5816666666666666</c:v>
                </c:pt>
                <c:pt idx="155">
                  <c:v>2.5983333333333336</c:v>
                </c:pt>
                <c:pt idx="156">
                  <c:v>2.6150000000000002</c:v>
                </c:pt>
                <c:pt idx="157">
                  <c:v>2.6316666666666668</c:v>
                </c:pt>
                <c:pt idx="158">
                  <c:v>2.6483333333333334</c:v>
                </c:pt>
                <c:pt idx="159">
                  <c:v>2.665</c:v>
                </c:pt>
                <c:pt idx="160">
                  <c:v>2.6816666666666666</c:v>
                </c:pt>
                <c:pt idx="161">
                  <c:v>2.6983333333333333</c:v>
                </c:pt>
                <c:pt idx="162">
                  <c:v>2.7150000000000003</c:v>
                </c:pt>
                <c:pt idx="163">
                  <c:v>2.7316666666666669</c:v>
                </c:pt>
                <c:pt idx="164">
                  <c:v>2.7483333333333335</c:v>
                </c:pt>
                <c:pt idx="165">
                  <c:v>2.7650000000000001</c:v>
                </c:pt>
                <c:pt idx="166">
                  <c:v>2.7816666666666667</c:v>
                </c:pt>
                <c:pt idx="167">
                  <c:v>2.7983333333333333</c:v>
                </c:pt>
                <c:pt idx="168">
                  <c:v>2.8149999999999999</c:v>
                </c:pt>
                <c:pt idx="169">
                  <c:v>2.8316666666666666</c:v>
                </c:pt>
                <c:pt idx="170">
                  <c:v>2.8483333333333336</c:v>
                </c:pt>
                <c:pt idx="171">
                  <c:v>2.8650000000000002</c:v>
                </c:pt>
                <c:pt idx="172">
                  <c:v>2.8816666666666668</c:v>
                </c:pt>
                <c:pt idx="173">
                  <c:v>2.8983333333333334</c:v>
                </c:pt>
                <c:pt idx="174">
                  <c:v>2.915</c:v>
                </c:pt>
                <c:pt idx="175">
                  <c:v>2.9316666666666666</c:v>
                </c:pt>
                <c:pt idx="176">
                  <c:v>2.9483333333333333</c:v>
                </c:pt>
                <c:pt idx="177">
                  <c:v>2.9650000000000003</c:v>
                </c:pt>
                <c:pt idx="178">
                  <c:v>2.9816666666666669</c:v>
                </c:pt>
                <c:pt idx="179">
                  <c:v>2.9983333333333335</c:v>
                </c:pt>
                <c:pt idx="180">
                  <c:v>3.0150000000000001</c:v>
                </c:pt>
                <c:pt idx="181">
                  <c:v>3.0316666666666667</c:v>
                </c:pt>
                <c:pt idx="182">
                  <c:v>3.0483333333333333</c:v>
                </c:pt>
                <c:pt idx="183">
                  <c:v>3.0649999999999999</c:v>
                </c:pt>
                <c:pt idx="184">
                  <c:v>3.0816666666666666</c:v>
                </c:pt>
                <c:pt idx="185">
                  <c:v>3.0983333333333336</c:v>
                </c:pt>
                <c:pt idx="186">
                  <c:v>3.1150000000000002</c:v>
                </c:pt>
                <c:pt idx="187">
                  <c:v>3.1316666666666668</c:v>
                </c:pt>
                <c:pt idx="188">
                  <c:v>3.1483333333333334</c:v>
                </c:pt>
                <c:pt idx="189">
                  <c:v>3.165</c:v>
                </c:pt>
                <c:pt idx="190">
                  <c:v>3.1816666666666666</c:v>
                </c:pt>
                <c:pt idx="191">
                  <c:v>3.1983333333333333</c:v>
                </c:pt>
                <c:pt idx="192">
                  <c:v>3.2150000000000003</c:v>
                </c:pt>
                <c:pt idx="193">
                  <c:v>3.2316666666666669</c:v>
                </c:pt>
                <c:pt idx="194">
                  <c:v>3.2483333333333335</c:v>
                </c:pt>
                <c:pt idx="195">
                  <c:v>3.2650000000000001</c:v>
                </c:pt>
                <c:pt idx="196">
                  <c:v>3.2816666666666667</c:v>
                </c:pt>
                <c:pt idx="197">
                  <c:v>3.2983333333333333</c:v>
                </c:pt>
                <c:pt idx="198">
                  <c:v>3.3149999999999999</c:v>
                </c:pt>
                <c:pt idx="199">
                  <c:v>3.3316666666666666</c:v>
                </c:pt>
                <c:pt idx="200">
                  <c:v>3.3483333333333336</c:v>
                </c:pt>
                <c:pt idx="201">
                  <c:v>3.3650000000000002</c:v>
                </c:pt>
                <c:pt idx="202">
                  <c:v>3.3816666666666668</c:v>
                </c:pt>
                <c:pt idx="203">
                  <c:v>3.3983333333333334</c:v>
                </c:pt>
                <c:pt idx="204">
                  <c:v>3.415</c:v>
                </c:pt>
                <c:pt idx="205">
                  <c:v>3.4316666666666666</c:v>
                </c:pt>
                <c:pt idx="206">
                  <c:v>3.4483333333333333</c:v>
                </c:pt>
                <c:pt idx="207">
                  <c:v>3.4650000000000003</c:v>
                </c:pt>
                <c:pt idx="208">
                  <c:v>3.4816666666666669</c:v>
                </c:pt>
                <c:pt idx="209">
                  <c:v>3.4983333333333335</c:v>
                </c:pt>
                <c:pt idx="210">
                  <c:v>3.5150000000000001</c:v>
                </c:pt>
                <c:pt idx="211">
                  <c:v>3.5316666666666667</c:v>
                </c:pt>
                <c:pt idx="212">
                  <c:v>3.5483333333333333</c:v>
                </c:pt>
                <c:pt idx="213">
                  <c:v>3.5649999999999999</c:v>
                </c:pt>
                <c:pt idx="214">
                  <c:v>3.5816666666666666</c:v>
                </c:pt>
                <c:pt idx="215">
                  <c:v>3.5983333333333336</c:v>
                </c:pt>
                <c:pt idx="216">
                  <c:v>3.6150000000000002</c:v>
                </c:pt>
                <c:pt idx="217">
                  <c:v>3.6316666666666668</c:v>
                </c:pt>
                <c:pt idx="218">
                  <c:v>3.6483333333333334</c:v>
                </c:pt>
                <c:pt idx="219">
                  <c:v>3.665</c:v>
                </c:pt>
                <c:pt idx="220">
                  <c:v>3.6816666666666666</c:v>
                </c:pt>
                <c:pt idx="221">
                  <c:v>3.6983333333333333</c:v>
                </c:pt>
                <c:pt idx="222">
                  <c:v>3.7150000000000003</c:v>
                </c:pt>
                <c:pt idx="223">
                  <c:v>3.7316666666666669</c:v>
                </c:pt>
                <c:pt idx="224">
                  <c:v>3.7483333333333335</c:v>
                </c:pt>
                <c:pt idx="225">
                  <c:v>3.7650000000000001</c:v>
                </c:pt>
                <c:pt idx="226">
                  <c:v>3.7816666666666667</c:v>
                </c:pt>
                <c:pt idx="227">
                  <c:v>3.7983333333333333</c:v>
                </c:pt>
                <c:pt idx="228">
                  <c:v>3.8149999999999999</c:v>
                </c:pt>
                <c:pt idx="229">
                  <c:v>3.8316666666666666</c:v>
                </c:pt>
                <c:pt idx="230">
                  <c:v>3.8483333333333336</c:v>
                </c:pt>
                <c:pt idx="231">
                  <c:v>3.8650000000000002</c:v>
                </c:pt>
                <c:pt idx="232">
                  <c:v>3.8816666666666668</c:v>
                </c:pt>
                <c:pt idx="233">
                  <c:v>3.8983333333333334</c:v>
                </c:pt>
                <c:pt idx="234">
                  <c:v>3.915</c:v>
                </c:pt>
                <c:pt idx="235">
                  <c:v>3.9316666666666666</c:v>
                </c:pt>
                <c:pt idx="236">
                  <c:v>3.9483333333333333</c:v>
                </c:pt>
                <c:pt idx="237">
                  <c:v>3.9650000000000003</c:v>
                </c:pt>
                <c:pt idx="238">
                  <c:v>3.9816666666666669</c:v>
                </c:pt>
                <c:pt idx="239">
                  <c:v>3.9983333333333335</c:v>
                </c:pt>
                <c:pt idx="240">
                  <c:v>4.0149999999999997</c:v>
                </c:pt>
                <c:pt idx="241">
                  <c:v>4.0316666666666672</c:v>
                </c:pt>
                <c:pt idx="242">
                  <c:v>4.0483333333333338</c:v>
                </c:pt>
                <c:pt idx="243">
                  <c:v>4.0650000000000004</c:v>
                </c:pt>
                <c:pt idx="244">
                  <c:v>4.081666666666667</c:v>
                </c:pt>
                <c:pt idx="245">
                  <c:v>4.0983333333333336</c:v>
                </c:pt>
                <c:pt idx="246">
                  <c:v>4.1150000000000002</c:v>
                </c:pt>
                <c:pt idx="247">
                  <c:v>4.1316666666666668</c:v>
                </c:pt>
                <c:pt idx="248">
                  <c:v>4.1483333333333334</c:v>
                </c:pt>
                <c:pt idx="249">
                  <c:v>4.165</c:v>
                </c:pt>
                <c:pt idx="250">
                  <c:v>4.1816666666666666</c:v>
                </c:pt>
                <c:pt idx="251">
                  <c:v>4.1983333333333333</c:v>
                </c:pt>
                <c:pt idx="252">
                  <c:v>4.2149999999999999</c:v>
                </c:pt>
                <c:pt idx="253">
                  <c:v>4.2316666666666665</c:v>
                </c:pt>
                <c:pt idx="254">
                  <c:v>4.2483333333333331</c:v>
                </c:pt>
                <c:pt idx="255">
                  <c:v>4.2649999999999997</c:v>
                </c:pt>
                <c:pt idx="256">
                  <c:v>4.2816666666666663</c:v>
                </c:pt>
                <c:pt idx="257">
                  <c:v>4.2983333333333329</c:v>
                </c:pt>
                <c:pt idx="258">
                  <c:v>4.3149999999999995</c:v>
                </c:pt>
                <c:pt idx="259">
                  <c:v>4.3316666666666661</c:v>
                </c:pt>
                <c:pt idx="260">
                  <c:v>4.3483333333333327</c:v>
                </c:pt>
                <c:pt idx="261">
                  <c:v>4.3649999999999993</c:v>
                </c:pt>
                <c:pt idx="262">
                  <c:v>4.3816666666666659</c:v>
                </c:pt>
                <c:pt idx="263">
                  <c:v>4.3983333333333325</c:v>
                </c:pt>
                <c:pt idx="264">
                  <c:v>4.415</c:v>
                </c:pt>
                <c:pt idx="265">
                  <c:v>4.4316666666666666</c:v>
                </c:pt>
                <c:pt idx="266">
                  <c:v>4.4483333333333333</c:v>
                </c:pt>
                <c:pt idx="267">
                  <c:v>4.4649999999999999</c:v>
                </c:pt>
                <c:pt idx="268">
                  <c:v>4.4816666666666665</c:v>
                </c:pt>
                <c:pt idx="269">
                  <c:v>4.4983333333333331</c:v>
                </c:pt>
                <c:pt idx="270">
                  <c:v>4.5149999999999997</c:v>
                </c:pt>
                <c:pt idx="271">
                  <c:v>4.5316666666666663</c:v>
                </c:pt>
                <c:pt idx="272">
                  <c:v>4.5483333333333329</c:v>
                </c:pt>
                <c:pt idx="273">
                  <c:v>4.5649999999999995</c:v>
                </c:pt>
                <c:pt idx="274">
                  <c:v>4.5816666666666661</c:v>
                </c:pt>
                <c:pt idx="275">
                  <c:v>4.5983333333333327</c:v>
                </c:pt>
                <c:pt idx="276">
                  <c:v>4.6149999999999993</c:v>
                </c:pt>
                <c:pt idx="277">
                  <c:v>4.6316666666666659</c:v>
                </c:pt>
                <c:pt idx="278">
                  <c:v>4.6483333333333325</c:v>
                </c:pt>
                <c:pt idx="279">
                  <c:v>4.665</c:v>
                </c:pt>
                <c:pt idx="280">
                  <c:v>4.6816666666666666</c:v>
                </c:pt>
                <c:pt idx="281">
                  <c:v>4.6983333333333333</c:v>
                </c:pt>
                <c:pt idx="282">
                  <c:v>4.7149999999999999</c:v>
                </c:pt>
                <c:pt idx="283">
                  <c:v>4.7316666666666665</c:v>
                </c:pt>
                <c:pt idx="284">
                  <c:v>4.7483333333333331</c:v>
                </c:pt>
                <c:pt idx="285">
                  <c:v>4.7649999999999997</c:v>
                </c:pt>
                <c:pt idx="286">
                  <c:v>4.7816666666666663</c:v>
                </c:pt>
                <c:pt idx="287">
                  <c:v>4.7983333333333329</c:v>
                </c:pt>
                <c:pt idx="288">
                  <c:v>4.8149999999999995</c:v>
                </c:pt>
                <c:pt idx="289">
                  <c:v>4.8316666666666661</c:v>
                </c:pt>
                <c:pt idx="290">
                  <c:v>4.8483333333333327</c:v>
                </c:pt>
                <c:pt idx="291">
                  <c:v>4.8649999999999993</c:v>
                </c:pt>
                <c:pt idx="292">
                  <c:v>4.8816666666666659</c:v>
                </c:pt>
                <c:pt idx="293">
                  <c:v>4.8983333333333325</c:v>
                </c:pt>
                <c:pt idx="294">
                  <c:v>4.915</c:v>
                </c:pt>
                <c:pt idx="295">
                  <c:v>4.9316666666666666</c:v>
                </c:pt>
                <c:pt idx="296">
                  <c:v>4.9483333333333333</c:v>
                </c:pt>
                <c:pt idx="297">
                  <c:v>4.9649999999999999</c:v>
                </c:pt>
                <c:pt idx="298">
                  <c:v>4.9816666666666665</c:v>
                </c:pt>
                <c:pt idx="299">
                  <c:v>4.9983333333333331</c:v>
                </c:pt>
                <c:pt idx="300">
                  <c:v>5.0149999999999997</c:v>
                </c:pt>
                <c:pt idx="301">
                  <c:v>5.0316666666666663</c:v>
                </c:pt>
                <c:pt idx="302">
                  <c:v>5.0483333333333329</c:v>
                </c:pt>
                <c:pt idx="303">
                  <c:v>5.0649999999999995</c:v>
                </c:pt>
                <c:pt idx="304">
                  <c:v>5.0816666666666661</c:v>
                </c:pt>
                <c:pt idx="305">
                  <c:v>5.0983333333333327</c:v>
                </c:pt>
                <c:pt idx="306">
                  <c:v>5.1149999999999993</c:v>
                </c:pt>
                <c:pt idx="307">
                  <c:v>5.1316666666666659</c:v>
                </c:pt>
                <c:pt idx="308">
                  <c:v>5.1483333333333325</c:v>
                </c:pt>
                <c:pt idx="309">
                  <c:v>5.165</c:v>
                </c:pt>
                <c:pt idx="310">
                  <c:v>5.1816666666666666</c:v>
                </c:pt>
                <c:pt idx="311">
                  <c:v>5.1983333333333333</c:v>
                </c:pt>
                <c:pt idx="312">
                  <c:v>5.2149999999999999</c:v>
                </c:pt>
                <c:pt idx="313">
                  <c:v>5.2316666666666665</c:v>
                </c:pt>
                <c:pt idx="314">
                  <c:v>5.2483333333333331</c:v>
                </c:pt>
                <c:pt idx="315">
                  <c:v>5.2649999999999997</c:v>
                </c:pt>
                <c:pt idx="316">
                  <c:v>5.2816666666666663</c:v>
                </c:pt>
                <c:pt idx="317">
                  <c:v>5.2983333333333329</c:v>
                </c:pt>
                <c:pt idx="318">
                  <c:v>5.3149999999999995</c:v>
                </c:pt>
                <c:pt idx="319">
                  <c:v>5.3316666666666661</c:v>
                </c:pt>
                <c:pt idx="320">
                  <c:v>5.3483333333333327</c:v>
                </c:pt>
                <c:pt idx="321">
                  <c:v>5.3649999999999993</c:v>
                </c:pt>
                <c:pt idx="322">
                  <c:v>5.3816666666666659</c:v>
                </c:pt>
                <c:pt idx="323">
                  <c:v>5.3983333333333325</c:v>
                </c:pt>
                <c:pt idx="324">
                  <c:v>5.415</c:v>
                </c:pt>
                <c:pt idx="325">
                  <c:v>5.4316666666666666</c:v>
                </c:pt>
                <c:pt idx="326">
                  <c:v>5.4483333333333333</c:v>
                </c:pt>
                <c:pt idx="327">
                  <c:v>5.4649999999999999</c:v>
                </c:pt>
                <c:pt idx="328">
                  <c:v>5.4816666666666665</c:v>
                </c:pt>
                <c:pt idx="329">
                  <c:v>5.4983333333333331</c:v>
                </c:pt>
                <c:pt idx="330">
                  <c:v>5.5149999999999997</c:v>
                </c:pt>
                <c:pt idx="331">
                  <c:v>5.5316666666666663</c:v>
                </c:pt>
                <c:pt idx="332">
                  <c:v>5.5483333333333329</c:v>
                </c:pt>
                <c:pt idx="333">
                  <c:v>5.5649999999999995</c:v>
                </c:pt>
                <c:pt idx="334">
                  <c:v>5.5816666666666661</c:v>
                </c:pt>
                <c:pt idx="335">
                  <c:v>5.5983333333333327</c:v>
                </c:pt>
                <c:pt idx="336">
                  <c:v>5.6149999999999993</c:v>
                </c:pt>
                <c:pt idx="337">
                  <c:v>5.6316666666666659</c:v>
                </c:pt>
                <c:pt idx="338">
                  <c:v>5.6483333333333325</c:v>
                </c:pt>
                <c:pt idx="339">
                  <c:v>5.665</c:v>
                </c:pt>
                <c:pt idx="340">
                  <c:v>5.6816666666666666</c:v>
                </c:pt>
                <c:pt idx="341">
                  <c:v>5.6983333333333333</c:v>
                </c:pt>
                <c:pt idx="342">
                  <c:v>5.7149999999999999</c:v>
                </c:pt>
                <c:pt idx="343">
                  <c:v>5.7316666666666665</c:v>
                </c:pt>
                <c:pt idx="344">
                  <c:v>5.7483333333333331</c:v>
                </c:pt>
                <c:pt idx="345">
                  <c:v>5.7649999999999997</c:v>
                </c:pt>
                <c:pt idx="346">
                  <c:v>5.7816666666666663</c:v>
                </c:pt>
                <c:pt idx="347">
                  <c:v>5.7983333333333329</c:v>
                </c:pt>
                <c:pt idx="348">
                  <c:v>5.8149999999999995</c:v>
                </c:pt>
                <c:pt idx="349">
                  <c:v>5.8316666666666661</c:v>
                </c:pt>
                <c:pt idx="350">
                  <c:v>5.8483333333333327</c:v>
                </c:pt>
                <c:pt idx="351">
                  <c:v>5.8649999999999993</c:v>
                </c:pt>
                <c:pt idx="352">
                  <c:v>5.8816666666666659</c:v>
                </c:pt>
                <c:pt idx="353">
                  <c:v>5.8983333333333325</c:v>
                </c:pt>
                <c:pt idx="354">
                  <c:v>5.915</c:v>
                </c:pt>
                <c:pt idx="355">
                  <c:v>5.9316666666666666</c:v>
                </c:pt>
                <c:pt idx="356">
                  <c:v>5.9483333333333333</c:v>
                </c:pt>
                <c:pt idx="357">
                  <c:v>5.9649999999999999</c:v>
                </c:pt>
                <c:pt idx="358">
                  <c:v>5.9816666666666665</c:v>
                </c:pt>
                <c:pt idx="359">
                  <c:v>5.9983333333333331</c:v>
                </c:pt>
                <c:pt idx="360">
                  <c:v>6.0149999999999997</c:v>
                </c:pt>
                <c:pt idx="361">
                  <c:v>6.0316666666666663</c:v>
                </c:pt>
                <c:pt idx="362">
                  <c:v>6.0483333333333329</c:v>
                </c:pt>
                <c:pt idx="363">
                  <c:v>6.0649999999999995</c:v>
                </c:pt>
                <c:pt idx="364">
                  <c:v>6.0816666666666661</c:v>
                </c:pt>
                <c:pt idx="365">
                  <c:v>6.0983333333333327</c:v>
                </c:pt>
                <c:pt idx="366">
                  <c:v>6.1149999999999993</c:v>
                </c:pt>
                <c:pt idx="367">
                  <c:v>6.1316666666666659</c:v>
                </c:pt>
                <c:pt idx="368">
                  <c:v>6.1483333333333325</c:v>
                </c:pt>
                <c:pt idx="369">
                  <c:v>6.165</c:v>
                </c:pt>
                <c:pt idx="370">
                  <c:v>6.1816666666666666</c:v>
                </c:pt>
                <c:pt idx="371">
                  <c:v>6.1983333333333333</c:v>
                </c:pt>
                <c:pt idx="372">
                  <c:v>6.2149999999999999</c:v>
                </c:pt>
                <c:pt idx="373">
                  <c:v>6.2316666666666665</c:v>
                </c:pt>
                <c:pt idx="374">
                  <c:v>6.2483333333333331</c:v>
                </c:pt>
                <c:pt idx="375">
                  <c:v>6.2649999999999997</c:v>
                </c:pt>
                <c:pt idx="376">
                  <c:v>6.2816666666666663</c:v>
                </c:pt>
                <c:pt idx="377">
                  <c:v>6.2983333333333329</c:v>
                </c:pt>
                <c:pt idx="378">
                  <c:v>6.3149999999999995</c:v>
                </c:pt>
                <c:pt idx="379">
                  <c:v>6.3316666666666661</c:v>
                </c:pt>
                <c:pt idx="380">
                  <c:v>6.3483333333333327</c:v>
                </c:pt>
                <c:pt idx="381">
                  <c:v>6.3649999999999993</c:v>
                </c:pt>
                <c:pt idx="382">
                  <c:v>6.3816666666666659</c:v>
                </c:pt>
                <c:pt idx="383">
                  <c:v>6.3983333333333325</c:v>
                </c:pt>
                <c:pt idx="384">
                  <c:v>6.415</c:v>
                </c:pt>
                <c:pt idx="385">
                  <c:v>6.4316666666666666</c:v>
                </c:pt>
                <c:pt idx="386">
                  <c:v>6.4483333333333333</c:v>
                </c:pt>
                <c:pt idx="387">
                  <c:v>6.4649999999999999</c:v>
                </c:pt>
                <c:pt idx="388">
                  <c:v>6.4816666666666665</c:v>
                </c:pt>
                <c:pt idx="389">
                  <c:v>6.4983333333333331</c:v>
                </c:pt>
                <c:pt idx="390">
                  <c:v>6.5149999999999997</c:v>
                </c:pt>
                <c:pt idx="391">
                  <c:v>6.5316666666666663</c:v>
                </c:pt>
                <c:pt idx="392">
                  <c:v>6.5483333333333329</c:v>
                </c:pt>
                <c:pt idx="393">
                  <c:v>6.5649999999999995</c:v>
                </c:pt>
                <c:pt idx="394">
                  <c:v>6.5816666666666661</c:v>
                </c:pt>
                <c:pt idx="395">
                  <c:v>6.5983333333333327</c:v>
                </c:pt>
                <c:pt idx="396">
                  <c:v>6.6149999999999993</c:v>
                </c:pt>
                <c:pt idx="397">
                  <c:v>6.6316666666666659</c:v>
                </c:pt>
                <c:pt idx="398">
                  <c:v>6.6483333333333325</c:v>
                </c:pt>
                <c:pt idx="399">
                  <c:v>6.665</c:v>
                </c:pt>
                <c:pt idx="400">
                  <c:v>6.6816666666666666</c:v>
                </c:pt>
                <c:pt idx="401">
                  <c:v>6.6983333333333333</c:v>
                </c:pt>
                <c:pt idx="402">
                  <c:v>6.7149999999999999</c:v>
                </c:pt>
                <c:pt idx="403">
                  <c:v>6.7316666666666665</c:v>
                </c:pt>
                <c:pt idx="404">
                  <c:v>6.7483333333333331</c:v>
                </c:pt>
                <c:pt idx="405">
                  <c:v>6.7649999999999997</c:v>
                </c:pt>
                <c:pt idx="406">
                  <c:v>6.7816666666666663</c:v>
                </c:pt>
                <c:pt idx="407">
                  <c:v>6.7983333333333329</c:v>
                </c:pt>
                <c:pt idx="408">
                  <c:v>6.8149999999999995</c:v>
                </c:pt>
                <c:pt idx="409">
                  <c:v>6.8316666666666661</c:v>
                </c:pt>
                <c:pt idx="410">
                  <c:v>6.8483333333333327</c:v>
                </c:pt>
                <c:pt idx="411">
                  <c:v>6.8649999999999993</c:v>
                </c:pt>
                <c:pt idx="412">
                  <c:v>6.8816666666666659</c:v>
                </c:pt>
                <c:pt idx="413">
                  <c:v>6.8983333333333325</c:v>
                </c:pt>
                <c:pt idx="414">
                  <c:v>6.915</c:v>
                </c:pt>
                <c:pt idx="415">
                  <c:v>6.9316666666666666</c:v>
                </c:pt>
                <c:pt idx="416">
                  <c:v>6.9483333333333333</c:v>
                </c:pt>
                <c:pt idx="417">
                  <c:v>6.9649999999999999</c:v>
                </c:pt>
                <c:pt idx="418">
                  <c:v>6.9816666666666665</c:v>
                </c:pt>
                <c:pt idx="419">
                  <c:v>6.9983333333333331</c:v>
                </c:pt>
                <c:pt idx="420">
                  <c:v>7.0149999999999997</c:v>
                </c:pt>
                <c:pt idx="421">
                  <c:v>7.0316666666666663</c:v>
                </c:pt>
                <c:pt idx="422">
                  <c:v>7.0483333333333329</c:v>
                </c:pt>
                <c:pt idx="423">
                  <c:v>7.0649999999999995</c:v>
                </c:pt>
                <c:pt idx="424">
                  <c:v>7.0816666666666661</c:v>
                </c:pt>
                <c:pt idx="425">
                  <c:v>7.0983333333333327</c:v>
                </c:pt>
                <c:pt idx="426">
                  <c:v>7.1149999999999993</c:v>
                </c:pt>
                <c:pt idx="427">
                  <c:v>7.1316666666666659</c:v>
                </c:pt>
                <c:pt idx="428">
                  <c:v>7.1483333333333325</c:v>
                </c:pt>
                <c:pt idx="429">
                  <c:v>7.165</c:v>
                </c:pt>
                <c:pt idx="430">
                  <c:v>7.1816666666666666</c:v>
                </c:pt>
                <c:pt idx="431">
                  <c:v>7.1983333333333333</c:v>
                </c:pt>
                <c:pt idx="432">
                  <c:v>7.2149999999999999</c:v>
                </c:pt>
                <c:pt idx="433">
                  <c:v>7.2316666666666665</c:v>
                </c:pt>
                <c:pt idx="434">
                  <c:v>7.2483333333333331</c:v>
                </c:pt>
                <c:pt idx="435">
                  <c:v>7.2649999999999997</c:v>
                </c:pt>
                <c:pt idx="436">
                  <c:v>7.2816666666666663</c:v>
                </c:pt>
                <c:pt idx="437">
                  <c:v>7.2983333333333329</c:v>
                </c:pt>
                <c:pt idx="438">
                  <c:v>7.3149999999999995</c:v>
                </c:pt>
                <c:pt idx="439">
                  <c:v>7.3316666666666661</c:v>
                </c:pt>
                <c:pt idx="440">
                  <c:v>7.3483333333333327</c:v>
                </c:pt>
                <c:pt idx="441">
                  <c:v>7.3649999999999993</c:v>
                </c:pt>
                <c:pt idx="442">
                  <c:v>7.3816666666666659</c:v>
                </c:pt>
                <c:pt idx="443">
                  <c:v>7.3983333333333325</c:v>
                </c:pt>
                <c:pt idx="444">
                  <c:v>7.415</c:v>
                </c:pt>
                <c:pt idx="445">
                  <c:v>7.4316666666666666</c:v>
                </c:pt>
                <c:pt idx="446">
                  <c:v>7.4483333333333333</c:v>
                </c:pt>
                <c:pt idx="447">
                  <c:v>7.4649999999999999</c:v>
                </c:pt>
                <c:pt idx="448">
                  <c:v>7.4816666666666665</c:v>
                </c:pt>
                <c:pt idx="449">
                  <c:v>7.4983333333333331</c:v>
                </c:pt>
                <c:pt idx="450">
                  <c:v>7.5149999999999997</c:v>
                </c:pt>
                <c:pt idx="451">
                  <c:v>7.5316666666666663</c:v>
                </c:pt>
                <c:pt idx="452">
                  <c:v>7.5483333333333329</c:v>
                </c:pt>
                <c:pt idx="453">
                  <c:v>7.5649999999999995</c:v>
                </c:pt>
                <c:pt idx="454">
                  <c:v>7.5816666666666661</c:v>
                </c:pt>
                <c:pt idx="455">
                  <c:v>7.5983333333333327</c:v>
                </c:pt>
                <c:pt idx="456">
                  <c:v>7.6149999999999993</c:v>
                </c:pt>
                <c:pt idx="457">
                  <c:v>7.6316666666666659</c:v>
                </c:pt>
                <c:pt idx="458">
                  <c:v>7.6483333333333325</c:v>
                </c:pt>
                <c:pt idx="459">
                  <c:v>7.665</c:v>
                </c:pt>
                <c:pt idx="460">
                  <c:v>7.6816666666666666</c:v>
                </c:pt>
                <c:pt idx="461">
                  <c:v>7.6983333333333333</c:v>
                </c:pt>
                <c:pt idx="462">
                  <c:v>7.7149999999999999</c:v>
                </c:pt>
                <c:pt idx="463">
                  <c:v>7.7316666666666665</c:v>
                </c:pt>
                <c:pt idx="464">
                  <c:v>7.7483333333333331</c:v>
                </c:pt>
                <c:pt idx="465">
                  <c:v>7.7649999999999997</c:v>
                </c:pt>
                <c:pt idx="466">
                  <c:v>7.7816666666666663</c:v>
                </c:pt>
                <c:pt idx="467">
                  <c:v>7.7983333333333329</c:v>
                </c:pt>
                <c:pt idx="468">
                  <c:v>7.8149999999999995</c:v>
                </c:pt>
                <c:pt idx="469">
                  <c:v>7.8316666666666661</c:v>
                </c:pt>
                <c:pt idx="470">
                  <c:v>7.8483333333333327</c:v>
                </c:pt>
                <c:pt idx="471">
                  <c:v>7.8649999999999993</c:v>
                </c:pt>
                <c:pt idx="472">
                  <c:v>7.8816666666666659</c:v>
                </c:pt>
                <c:pt idx="473">
                  <c:v>7.8983333333333325</c:v>
                </c:pt>
                <c:pt idx="474">
                  <c:v>7.915</c:v>
                </c:pt>
                <c:pt idx="475">
                  <c:v>7.9316666666666666</c:v>
                </c:pt>
                <c:pt idx="476">
                  <c:v>7.9483333333333333</c:v>
                </c:pt>
                <c:pt idx="477">
                  <c:v>7.9649999999999999</c:v>
                </c:pt>
                <c:pt idx="478">
                  <c:v>7.9816666666666665</c:v>
                </c:pt>
                <c:pt idx="479">
                  <c:v>7.9983333333333331</c:v>
                </c:pt>
                <c:pt idx="480">
                  <c:v>8.0149999999999988</c:v>
                </c:pt>
                <c:pt idx="481">
                  <c:v>8.0316666666666663</c:v>
                </c:pt>
                <c:pt idx="482">
                  <c:v>8.0483333333333338</c:v>
                </c:pt>
                <c:pt idx="483">
                  <c:v>8.0649999999999995</c:v>
                </c:pt>
                <c:pt idx="484">
                  <c:v>8.081666666666667</c:v>
                </c:pt>
                <c:pt idx="485">
                  <c:v>8.0983333333333327</c:v>
                </c:pt>
                <c:pt idx="486">
                  <c:v>8.1150000000000002</c:v>
                </c:pt>
                <c:pt idx="487">
                  <c:v>8.1316666666666659</c:v>
                </c:pt>
                <c:pt idx="488">
                  <c:v>8.1483333333333334</c:v>
                </c:pt>
                <c:pt idx="489">
                  <c:v>8.1649999999999991</c:v>
                </c:pt>
                <c:pt idx="490">
                  <c:v>8.1816666666666666</c:v>
                </c:pt>
                <c:pt idx="491">
                  <c:v>8.1983333333333324</c:v>
                </c:pt>
                <c:pt idx="492">
                  <c:v>8.2149999999999999</c:v>
                </c:pt>
                <c:pt idx="493">
                  <c:v>8.2316666666666656</c:v>
                </c:pt>
                <c:pt idx="494">
                  <c:v>8.2483333333333331</c:v>
                </c:pt>
                <c:pt idx="495">
                  <c:v>8.2649999999999988</c:v>
                </c:pt>
                <c:pt idx="496">
                  <c:v>8.2816666666666663</c:v>
                </c:pt>
                <c:pt idx="497">
                  <c:v>8.2983333333333338</c:v>
                </c:pt>
                <c:pt idx="498">
                  <c:v>8.3149999999999995</c:v>
                </c:pt>
                <c:pt idx="499">
                  <c:v>8.331666666666667</c:v>
                </c:pt>
                <c:pt idx="500">
                  <c:v>8.3483333333333327</c:v>
                </c:pt>
                <c:pt idx="501">
                  <c:v>8.3650000000000002</c:v>
                </c:pt>
                <c:pt idx="502">
                  <c:v>8.3816666666666659</c:v>
                </c:pt>
                <c:pt idx="503">
                  <c:v>8.3983333333333334</c:v>
                </c:pt>
                <c:pt idx="504">
                  <c:v>8.4149999999999991</c:v>
                </c:pt>
                <c:pt idx="505">
                  <c:v>8.4316666666666666</c:v>
                </c:pt>
                <c:pt idx="506">
                  <c:v>8.4483333333333324</c:v>
                </c:pt>
                <c:pt idx="507">
                  <c:v>8.4649999999999999</c:v>
                </c:pt>
                <c:pt idx="508">
                  <c:v>8.4816666666666656</c:v>
                </c:pt>
                <c:pt idx="509">
                  <c:v>8.4983333333333331</c:v>
                </c:pt>
                <c:pt idx="510">
                  <c:v>8.5149999999999988</c:v>
                </c:pt>
                <c:pt idx="511">
                  <c:v>8.5316666666666663</c:v>
                </c:pt>
                <c:pt idx="512">
                  <c:v>8.5483333333333338</c:v>
                </c:pt>
                <c:pt idx="513">
                  <c:v>8.5649999999999995</c:v>
                </c:pt>
                <c:pt idx="514">
                  <c:v>8.581666666666667</c:v>
                </c:pt>
                <c:pt idx="515">
                  <c:v>8.5983333333333327</c:v>
                </c:pt>
                <c:pt idx="516">
                  <c:v>8.6150000000000002</c:v>
                </c:pt>
                <c:pt idx="517">
                  <c:v>8.6316666666666659</c:v>
                </c:pt>
                <c:pt idx="518">
                  <c:v>8.6483333333333334</c:v>
                </c:pt>
                <c:pt idx="519">
                  <c:v>8.6649999999999991</c:v>
                </c:pt>
                <c:pt idx="520">
                  <c:v>8.6816666666666666</c:v>
                </c:pt>
                <c:pt idx="521">
                  <c:v>8.6983333333333324</c:v>
                </c:pt>
                <c:pt idx="522">
                  <c:v>8.7149999999999999</c:v>
                </c:pt>
                <c:pt idx="523">
                  <c:v>8.7316666666666656</c:v>
                </c:pt>
                <c:pt idx="524">
                  <c:v>8.7483333333333331</c:v>
                </c:pt>
                <c:pt idx="525">
                  <c:v>8.7649999999999988</c:v>
                </c:pt>
                <c:pt idx="526">
                  <c:v>8.7816666666666663</c:v>
                </c:pt>
                <c:pt idx="527">
                  <c:v>8.7983333333333338</c:v>
                </c:pt>
                <c:pt idx="528">
                  <c:v>8.8149999999999995</c:v>
                </c:pt>
                <c:pt idx="529">
                  <c:v>8.831666666666667</c:v>
                </c:pt>
                <c:pt idx="530">
                  <c:v>8.8483333333333327</c:v>
                </c:pt>
                <c:pt idx="531">
                  <c:v>8.8650000000000002</c:v>
                </c:pt>
                <c:pt idx="532">
                  <c:v>8.8816666666666659</c:v>
                </c:pt>
                <c:pt idx="533">
                  <c:v>8.8983333333333334</c:v>
                </c:pt>
                <c:pt idx="534">
                  <c:v>8.9149999999999991</c:v>
                </c:pt>
                <c:pt idx="535">
                  <c:v>8.9316666666666666</c:v>
                </c:pt>
                <c:pt idx="536">
                  <c:v>8.9483333333333324</c:v>
                </c:pt>
                <c:pt idx="537">
                  <c:v>8.9649999999999999</c:v>
                </c:pt>
                <c:pt idx="538">
                  <c:v>8.9816666666666656</c:v>
                </c:pt>
                <c:pt idx="539">
                  <c:v>8.9983333333333331</c:v>
                </c:pt>
                <c:pt idx="540">
                  <c:v>9.0149999999999988</c:v>
                </c:pt>
                <c:pt idx="541">
                  <c:v>9.0316666666666663</c:v>
                </c:pt>
                <c:pt idx="542">
                  <c:v>9.0483333333333338</c:v>
                </c:pt>
                <c:pt idx="543">
                  <c:v>9.0649999999999995</c:v>
                </c:pt>
                <c:pt idx="544">
                  <c:v>9.081666666666667</c:v>
                </c:pt>
                <c:pt idx="545">
                  <c:v>9.0983333333333327</c:v>
                </c:pt>
                <c:pt idx="546">
                  <c:v>9.1150000000000002</c:v>
                </c:pt>
                <c:pt idx="547">
                  <c:v>9.1316666666666659</c:v>
                </c:pt>
                <c:pt idx="548">
                  <c:v>9.1483333333333334</c:v>
                </c:pt>
                <c:pt idx="549">
                  <c:v>9.1649999999999991</c:v>
                </c:pt>
                <c:pt idx="550">
                  <c:v>9.1816666666666666</c:v>
                </c:pt>
                <c:pt idx="551">
                  <c:v>9.1983333333333324</c:v>
                </c:pt>
                <c:pt idx="552">
                  <c:v>9.2149999999999999</c:v>
                </c:pt>
                <c:pt idx="553">
                  <c:v>9.2316666666666656</c:v>
                </c:pt>
                <c:pt idx="554">
                  <c:v>9.2483333333333331</c:v>
                </c:pt>
                <c:pt idx="555">
                  <c:v>9.2649999999999988</c:v>
                </c:pt>
                <c:pt idx="556">
                  <c:v>9.2816666666666663</c:v>
                </c:pt>
                <c:pt idx="557">
                  <c:v>9.2983333333333338</c:v>
                </c:pt>
                <c:pt idx="558">
                  <c:v>9.3149999999999995</c:v>
                </c:pt>
                <c:pt idx="559">
                  <c:v>9.331666666666667</c:v>
                </c:pt>
                <c:pt idx="560">
                  <c:v>9.3483333333333327</c:v>
                </c:pt>
                <c:pt idx="561">
                  <c:v>9.3650000000000002</c:v>
                </c:pt>
                <c:pt idx="562">
                  <c:v>9.3816666666666659</c:v>
                </c:pt>
                <c:pt idx="563">
                  <c:v>9.3983333333333334</c:v>
                </c:pt>
                <c:pt idx="564">
                  <c:v>9.4149999999999991</c:v>
                </c:pt>
                <c:pt idx="565">
                  <c:v>9.4316666666666666</c:v>
                </c:pt>
                <c:pt idx="566">
                  <c:v>9.4483333333333324</c:v>
                </c:pt>
                <c:pt idx="567">
                  <c:v>9.4649999999999999</c:v>
                </c:pt>
                <c:pt idx="568">
                  <c:v>9.4816666666666656</c:v>
                </c:pt>
                <c:pt idx="569">
                  <c:v>9.4983333333333331</c:v>
                </c:pt>
                <c:pt idx="570">
                  <c:v>9.5149999999999988</c:v>
                </c:pt>
                <c:pt idx="571">
                  <c:v>9.5316666666666663</c:v>
                </c:pt>
                <c:pt idx="572">
                  <c:v>9.5483333333333338</c:v>
                </c:pt>
                <c:pt idx="573">
                  <c:v>9.5649999999999995</c:v>
                </c:pt>
                <c:pt idx="574">
                  <c:v>9.581666666666667</c:v>
                </c:pt>
                <c:pt idx="575">
                  <c:v>9.5983333333333327</c:v>
                </c:pt>
                <c:pt idx="576">
                  <c:v>9.6150000000000002</c:v>
                </c:pt>
                <c:pt idx="577">
                  <c:v>9.6316666666666659</c:v>
                </c:pt>
                <c:pt idx="578">
                  <c:v>9.6483333333333334</c:v>
                </c:pt>
                <c:pt idx="579">
                  <c:v>9.6649999999999991</c:v>
                </c:pt>
                <c:pt idx="580">
                  <c:v>9.6816666666666666</c:v>
                </c:pt>
                <c:pt idx="581">
                  <c:v>9.6983333333333324</c:v>
                </c:pt>
                <c:pt idx="582">
                  <c:v>9.7149999999999999</c:v>
                </c:pt>
                <c:pt idx="583">
                  <c:v>9.7316666666666656</c:v>
                </c:pt>
                <c:pt idx="584">
                  <c:v>9.7483333333333331</c:v>
                </c:pt>
                <c:pt idx="585">
                  <c:v>9.7649999999999988</c:v>
                </c:pt>
                <c:pt idx="586">
                  <c:v>9.7816666666666663</c:v>
                </c:pt>
                <c:pt idx="587">
                  <c:v>9.7983333333333338</c:v>
                </c:pt>
                <c:pt idx="588">
                  <c:v>9.8149999999999995</c:v>
                </c:pt>
                <c:pt idx="589">
                  <c:v>9.831666666666667</c:v>
                </c:pt>
                <c:pt idx="590">
                  <c:v>9.8483333333333327</c:v>
                </c:pt>
                <c:pt idx="591">
                  <c:v>9.8650000000000002</c:v>
                </c:pt>
                <c:pt idx="592">
                  <c:v>9.8816666666666659</c:v>
                </c:pt>
                <c:pt idx="593">
                  <c:v>9.8983333333333334</c:v>
                </c:pt>
                <c:pt idx="594">
                  <c:v>9.9149999999999991</c:v>
                </c:pt>
                <c:pt idx="595">
                  <c:v>9.9316666666666666</c:v>
                </c:pt>
                <c:pt idx="596">
                  <c:v>9.9483333333333324</c:v>
                </c:pt>
                <c:pt idx="597">
                  <c:v>9.9649999999999999</c:v>
                </c:pt>
                <c:pt idx="598">
                  <c:v>9.9816666666666656</c:v>
                </c:pt>
                <c:pt idx="599">
                  <c:v>9.9983333333333331</c:v>
                </c:pt>
                <c:pt idx="600">
                  <c:v>10.014999999999999</c:v>
                </c:pt>
                <c:pt idx="601">
                  <c:v>10.031666666666666</c:v>
                </c:pt>
                <c:pt idx="602">
                  <c:v>10.048333333333334</c:v>
                </c:pt>
                <c:pt idx="603">
                  <c:v>10.065</c:v>
                </c:pt>
                <c:pt idx="604">
                  <c:v>10.081666666666667</c:v>
                </c:pt>
                <c:pt idx="605">
                  <c:v>10.098333333333333</c:v>
                </c:pt>
                <c:pt idx="606">
                  <c:v>10.115</c:v>
                </c:pt>
                <c:pt idx="607">
                  <c:v>10.131666666666666</c:v>
                </c:pt>
                <c:pt idx="608">
                  <c:v>10.148333333333333</c:v>
                </c:pt>
                <c:pt idx="609">
                  <c:v>10.164999999999999</c:v>
                </c:pt>
                <c:pt idx="610">
                  <c:v>10.181666666666667</c:v>
                </c:pt>
                <c:pt idx="611">
                  <c:v>10.198333333333332</c:v>
                </c:pt>
                <c:pt idx="612">
                  <c:v>10.215</c:v>
                </c:pt>
                <c:pt idx="613">
                  <c:v>10.231666666666666</c:v>
                </c:pt>
                <c:pt idx="614">
                  <c:v>10.248333333333333</c:v>
                </c:pt>
                <c:pt idx="615">
                  <c:v>10.264999999999999</c:v>
                </c:pt>
                <c:pt idx="616">
                  <c:v>10.281666666666666</c:v>
                </c:pt>
                <c:pt idx="617">
                  <c:v>10.298333333333334</c:v>
                </c:pt>
                <c:pt idx="618">
                  <c:v>10.315</c:v>
                </c:pt>
                <c:pt idx="619">
                  <c:v>10.331666666666667</c:v>
                </c:pt>
                <c:pt idx="620">
                  <c:v>10.348333333333333</c:v>
                </c:pt>
                <c:pt idx="621">
                  <c:v>10.365</c:v>
                </c:pt>
                <c:pt idx="622">
                  <c:v>10.381666666666666</c:v>
                </c:pt>
                <c:pt idx="623">
                  <c:v>10.398333333333333</c:v>
                </c:pt>
                <c:pt idx="624">
                  <c:v>10.414999999999999</c:v>
                </c:pt>
                <c:pt idx="625">
                  <c:v>10.431666666666667</c:v>
                </c:pt>
                <c:pt idx="626">
                  <c:v>10.448333333333332</c:v>
                </c:pt>
                <c:pt idx="627">
                  <c:v>10.465</c:v>
                </c:pt>
                <c:pt idx="628">
                  <c:v>10.481666666666666</c:v>
                </c:pt>
                <c:pt idx="629">
                  <c:v>10.498333333333333</c:v>
                </c:pt>
                <c:pt idx="630">
                  <c:v>10.514999999999999</c:v>
                </c:pt>
                <c:pt idx="631">
                  <c:v>10.531666666666666</c:v>
                </c:pt>
                <c:pt idx="632">
                  <c:v>10.548333333333334</c:v>
                </c:pt>
                <c:pt idx="633">
                  <c:v>10.565</c:v>
                </c:pt>
                <c:pt idx="634">
                  <c:v>10.581666666666667</c:v>
                </c:pt>
                <c:pt idx="635">
                  <c:v>10.598333333333333</c:v>
                </c:pt>
                <c:pt idx="636">
                  <c:v>10.615</c:v>
                </c:pt>
                <c:pt idx="637">
                  <c:v>10.631666666666666</c:v>
                </c:pt>
                <c:pt idx="638">
                  <c:v>10.648333333333333</c:v>
                </c:pt>
                <c:pt idx="639">
                  <c:v>10.664999999999999</c:v>
                </c:pt>
                <c:pt idx="640">
                  <c:v>10.681666666666667</c:v>
                </c:pt>
                <c:pt idx="641">
                  <c:v>10.698333333333332</c:v>
                </c:pt>
                <c:pt idx="642">
                  <c:v>10.715</c:v>
                </c:pt>
                <c:pt idx="643">
                  <c:v>10.731666666666666</c:v>
                </c:pt>
                <c:pt idx="644">
                  <c:v>10.748333333333333</c:v>
                </c:pt>
                <c:pt idx="645">
                  <c:v>10.764999999999999</c:v>
                </c:pt>
                <c:pt idx="646">
                  <c:v>10.781666666666666</c:v>
                </c:pt>
                <c:pt idx="647">
                  <c:v>10.798333333333334</c:v>
                </c:pt>
                <c:pt idx="648">
                  <c:v>10.815</c:v>
                </c:pt>
                <c:pt idx="649">
                  <c:v>10.831666666666667</c:v>
                </c:pt>
                <c:pt idx="650">
                  <c:v>10.848333333333333</c:v>
                </c:pt>
                <c:pt idx="651">
                  <c:v>10.865</c:v>
                </c:pt>
                <c:pt idx="652">
                  <c:v>10.881666666666666</c:v>
                </c:pt>
                <c:pt idx="653">
                  <c:v>10.898333333333333</c:v>
                </c:pt>
                <c:pt idx="654">
                  <c:v>10.914999999999999</c:v>
                </c:pt>
                <c:pt idx="655">
                  <c:v>10.931666666666667</c:v>
                </c:pt>
                <c:pt idx="656">
                  <c:v>10.948333333333332</c:v>
                </c:pt>
                <c:pt idx="657">
                  <c:v>10.965</c:v>
                </c:pt>
                <c:pt idx="658">
                  <c:v>10.981666666666666</c:v>
                </c:pt>
                <c:pt idx="659">
                  <c:v>10.998333333333333</c:v>
                </c:pt>
                <c:pt idx="660">
                  <c:v>11.014999999999999</c:v>
                </c:pt>
                <c:pt idx="661">
                  <c:v>11.031666666666666</c:v>
                </c:pt>
                <c:pt idx="662">
                  <c:v>11.048333333333334</c:v>
                </c:pt>
                <c:pt idx="663">
                  <c:v>11.065</c:v>
                </c:pt>
                <c:pt idx="664">
                  <c:v>11.081666666666667</c:v>
                </c:pt>
                <c:pt idx="665">
                  <c:v>11.098333333333333</c:v>
                </c:pt>
                <c:pt idx="666">
                  <c:v>11.115</c:v>
                </c:pt>
                <c:pt idx="667">
                  <c:v>11.131666666666666</c:v>
                </c:pt>
                <c:pt idx="668">
                  <c:v>11.148333333333333</c:v>
                </c:pt>
                <c:pt idx="669">
                  <c:v>11.164999999999999</c:v>
                </c:pt>
                <c:pt idx="670">
                  <c:v>11.181666666666667</c:v>
                </c:pt>
                <c:pt idx="671">
                  <c:v>11.198333333333332</c:v>
                </c:pt>
                <c:pt idx="672">
                  <c:v>11.215</c:v>
                </c:pt>
                <c:pt idx="673">
                  <c:v>11.231666666666666</c:v>
                </c:pt>
                <c:pt idx="674">
                  <c:v>11.248333333333333</c:v>
                </c:pt>
                <c:pt idx="675">
                  <c:v>11.264999999999999</c:v>
                </c:pt>
                <c:pt idx="676">
                  <c:v>11.281666666666666</c:v>
                </c:pt>
                <c:pt idx="677">
                  <c:v>11.298333333333334</c:v>
                </c:pt>
                <c:pt idx="678">
                  <c:v>11.315</c:v>
                </c:pt>
                <c:pt idx="679">
                  <c:v>11.331666666666667</c:v>
                </c:pt>
                <c:pt idx="680">
                  <c:v>11.348333333333333</c:v>
                </c:pt>
                <c:pt idx="681">
                  <c:v>11.365</c:v>
                </c:pt>
                <c:pt idx="682">
                  <c:v>11.381666666666666</c:v>
                </c:pt>
                <c:pt idx="683">
                  <c:v>11.398333333333333</c:v>
                </c:pt>
                <c:pt idx="684">
                  <c:v>11.414999999999999</c:v>
                </c:pt>
                <c:pt idx="685">
                  <c:v>11.431666666666667</c:v>
                </c:pt>
                <c:pt idx="686">
                  <c:v>11.448333333333332</c:v>
                </c:pt>
                <c:pt idx="687">
                  <c:v>11.465</c:v>
                </c:pt>
                <c:pt idx="688">
                  <c:v>11.481666666666666</c:v>
                </c:pt>
                <c:pt idx="689">
                  <c:v>11.498333333333333</c:v>
                </c:pt>
                <c:pt idx="690">
                  <c:v>11.514999999999999</c:v>
                </c:pt>
                <c:pt idx="691">
                  <c:v>11.531666666666666</c:v>
                </c:pt>
                <c:pt idx="692">
                  <c:v>11.548333333333334</c:v>
                </c:pt>
                <c:pt idx="693">
                  <c:v>11.565</c:v>
                </c:pt>
                <c:pt idx="694">
                  <c:v>11.581666666666667</c:v>
                </c:pt>
                <c:pt idx="695">
                  <c:v>11.598333333333333</c:v>
                </c:pt>
                <c:pt idx="696">
                  <c:v>11.615</c:v>
                </c:pt>
                <c:pt idx="697">
                  <c:v>11.631666666666666</c:v>
                </c:pt>
                <c:pt idx="698">
                  <c:v>11.648333333333333</c:v>
                </c:pt>
                <c:pt idx="699">
                  <c:v>11.664999999999999</c:v>
                </c:pt>
                <c:pt idx="700">
                  <c:v>11.681666666666667</c:v>
                </c:pt>
                <c:pt idx="701">
                  <c:v>11.698333333333332</c:v>
                </c:pt>
                <c:pt idx="702">
                  <c:v>11.715</c:v>
                </c:pt>
                <c:pt idx="703">
                  <c:v>11.731666666666666</c:v>
                </c:pt>
                <c:pt idx="704">
                  <c:v>11.748333333333333</c:v>
                </c:pt>
                <c:pt idx="705">
                  <c:v>11.764999999999999</c:v>
                </c:pt>
                <c:pt idx="706">
                  <c:v>11.781666666666666</c:v>
                </c:pt>
                <c:pt idx="707">
                  <c:v>11.798333333333334</c:v>
                </c:pt>
                <c:pt idx="708">
                  <c:v>11.815</c:v>
                </c:pt>
                <c:pt idx="709">
                  <c:v>11.831666666666667</c:v>
                </c:pt>
                <c:pt idx="710">
                  <c:v>11.848333333333333</c:v>
                </c:pt>
                <c:pt idx="711">
                  <c:v>11.865</c:v>
                </c:pt>
                <c:pt idx="712">
                  <c:v>11.881666666666666</c:v>
                </c:pt>
                <c:pt idx="713">
                  <c:v>11.898333333333333</c:v>
                </c:pt>
                <c:pt idx="714">
                  <c:v>11.914999999999999</c:v>
                </c:pt>
                <c:pt idx="715">
                  <c:v>11.931666666666667</c:v>
                </c:pt>
                <c:pt idx="716">
                  <c:v>11.948333333333332</c:v>
                </c:pt>
                <c:pt idx="717">
                  <c:v>11.965</c:v>
                </c:pt>
                <c:pt idx="718">
                  <c:v>11.981666666666666</c:v>
                </c:pt>
                <c:pt idx="719">
                  <c:v>11.998333333333333</c:v>
                </c:pt>
                <c:pt idx="720">
                  <c:v>12.014999999999999</c:v>
                </c:pt>
                <c:pt idx="721">
                  <c:v>12.031666666666666</c:v>
                </c:pt>
                <c:pt idx="722">
                  <c:v>12.048333333333334</c:v>
                </c:pt>
                <c:pt idx="723">
                  <c:v>12.065</c:v>
                </c:pt>
                <c:pt idx="724">
                  <c:v>12.081666666666667</c:v>
                </c:pt>
                <c:pt idx="725">
                  <c:v>12.098333333333333</c:v>
                </c:pt>
                <c:pt idx="726">
                  <c:v>12.115</c:v>
                </c:pt>
                <c:pt idx="727">
                  <c:v>12.131666666666666</c:v>
                </c:pt>
                <c:pt idx="728">
                  <c:v>12.148333333333333</c:v>
                </c:pt>
                <c:pt idx="729">
                  <c:v>12.164999999999999</c:v>
                </c:pt>
                <c:pt idx="730">
                  <c:v>12.181666666666667</c:v>
                </c:pt>
                <c:pt idx="731">
                  <c:v>12.198333333333332</c:v>
                </c:pt>
                <c:pt idx="732">
                  <c:v>12.215</c:v>
                </c:pt>
                <c:pt idx="733">
                  <c:v>12.231666666666666</c:v>
                </c:pt>
                <c:pt idx="734">
                  <c:v>12.248333333333333</c:v>
                </c:pt>
                <c:pt idx="735">
                  <c:v>12.264999999999999</c:v>
                </c:pt>
                <c:pt idx="736">
                  <c:v>12.281666666666666</c:v>
                </c:pt>
                <c:pt idx="737">
                  <c:v>12.298333333333334</c:v>
                </c:pt>
                <c:pt idx="738">
                  <c:v>12.315</c:v>
                </c:pt>
                <c:pt idx="739">
                  <c:v>12.331666666666667</c:v>
                </c:pt>
                <c:pt idx="740">
                  <c:v>12.348333333333333</c:v>
                </c:pt>
                <c:pt idx="741">
                  <c:v>12.365</c:v>
                </c:pt>
                <c:pt idx="742">
                  <c:v>12.381666666666666</c:v>
                </c:pt>
                <c:pt idx="743">
                  <c:v>12.398333333333333</c:v>
                </c:pt>
                <c:pt idx="744">
                  <c:v>12.414999999999999</c:v>
                </c:pt>
                <c:pt idx="745">
                  <c:v>12.431666666666667</c:v>
                </c:pt>
                <c:pt idx="746">
                  <c:v>12.448333333333332</c:v>
                </c:pt>
                <c:pt idx="747">
                  <c:v>12.465</c:v>
                </c:pt>
                <c:pt idx="748">
                  <c:v>12.481666666666666</c:v>
                </c:pt>
                <c:pt idx="749">
                  <c:v>12.498333333333333</c:v>
                </c:pt>
                <c:pt idx="750">
                  <c:v>12.514999999999999</c:v>
                </c:pt>
                <c:pt idx="751">
                  <c:v>12.531666666666666</c:v>
                </c:pt>
                <c:pt idx="752">
                  <c:v>12.548333333333334</c:v>
                </c:pt>
                <c:pt idx="753">
                  <c:v>12.565</c:v>
                </c:pt>
                <c:pt idx="754">
                  <c:v>12.581666666666667</c:v>
                </c:pt>
                <c:pt idx="755">
                  <c:v>12.598333333333333</c:v>
                </c:pt>
                <c:pt idx="756">
                  <c:v>12.615</c:v>
                </c:pt>
                <c:pt idx="757">
                  <c:v>12.631666666666666</c:v>
                </c:pt>
                <c:pt idx="758">
                  <c:v>12.648333333333333</c:v>
                </c:pt>
                <c:pt idx="759">
                  <c:v>12.664999999999999</c:v>
                </c:pt>
                <c:pt idx="760">
                  <c:v>12.681666666666667</c:v>
                </c:pt>
                <c:pt idx="761">
                  <c:v>12.698333333333332</c:v>
                </c:pt>
                <c:pt idx="762">
                  <c:v>12.715</c:v>
                </c:pt>
                <c:pt idx="763">
                  <c:v>12.731666666666666</c:v>
                </c:pt>
                <c:pt idx="764">
                  <c:v>12.748333333333333</c:v>
                </c:pt>
                <c:pt idx="765">
                  <c:v>12.764999999999999</c:v>
                </c:pt>
                <c:pt idx="766">
                  <c:v>12.781666666666666</c:v>
                </c:pt>
                <c:pt idx="767">
                  <c:v>12.798333333333334</c:v>
                </c:pt>
                <c:pt idx="768">
                  <c:v>12.815</c:v>
                </c:pt>
                <c:pt idx="769">
                  <c:v>12.831666666666667</c:v>
                </c:pt>
                <c:pt idx="770">
                  <c:v>12.848333333333333</c:v>
                </c:pt>
                <c:pt idx="771">
                  <c:v>12.865</c:v>
                </c:pt>
                <c:pt idx="772">
                  <c:v>12.881666666666666</c:v>
                </c:pt>
                <c:pt idx="773">
                  <c:v>12.898333333333333</c:v>
                </c:pt>
                <c:pt idx="774">
                  <c:v>12.914999999999999</c:v>
                </c:pt>
                <c:pt idx="775">
                  <c:v>12.931666666666667</c:v>
                </c:pt>
                <c:pt idx="776">
                  <c:v>12.948333333333332</c:v>
                </c:pt>
                <c:pt idx="777">
                  <c:v>12.965</c:v>
                </c:pt>
                <c:pt idx="778">
                  <c:v>12.981666666666666</c:v>
                </c:pt>
                <c:pt idx="779">
                  <c:v>12.998333333333333</c:v>
                </c:pt>
                <c:pt idx="780">
                  <c:v>13.014999999999999</c:v>
                </c:pt>
                <c:pt idx="781">
                  <c:v>13.031666666666666</c:v>
                </c:pt>
                <c:pt idx="782">
                  <c:v>13.048333333333334</c:v>
                </c:pt>
                <c:pt idx="783">
                  <c:v>13.065</c:v>
                </c:pt>
                <c:pt idx="784">
                  <c:v>13.081666666666667</c:v>
                </c:pt>
                <c:pt idx="785">
                  <c:v>13.098333333333333</c:v>
                </c:pt>
                <c:pt idx="786">
                  <c:v>13.115</c:v>
                </c:pt>
                <c:pt idx="787">
                  <c:v>13.131666666666666</c:v>
                </c:pt>
                <c:pt idx="788">
                  <c:v>13.148333333333333</c:v>
                </c:pt>
                <c:pt idx="789">
                  <c:v>13.164999999999999</c:v>
                </c:pt>
                <c:pt idx="790">
                  <c:v>13.181666666666667</c:v>
                </c:pt>
                <c:pt idx="791">
                  <c:v>13.198333333333332</c:v>
                </c:pt>
                <c:pt idx="792">
                  <c:v>13.215</c:v>
                </c:pt>
                <c:pt idx="793">
                  <c:v>13.231666666666666</c:v>
                </c:pt>
                <c:pt idx="794">
                  <c:v>13.248333333333333</c:v>
                </c:pt>
                <c:pt idx="795">
                  <c:v>13.264999999999999</c:v>
                </c:pt>
                <c:pt idx="796">
                  <c:v>13.281666666666666</c:v>
                </c:pt>
                <c:pt idx="797">
                  <c:v>13.298333333333334</c:v>
                </c:pt>
                <c:pt idx="798">
                  <c:v>13.315</c:v>
                </c:pt>
                <c:pt idx="799">
                  <c:v>13.331666666666667</c:v>
                </c:pt>
                <c:pt idx="800">
                  <c:v>13.348333333333333</c:v>
                </c:pt>
                <c:pt idx="801">
                  <c:v>13.365</c:v>
                </c:pt>
                <c:pt idx="802">
                  <c:v>13.381666666666666</c:v>
                </c:pt>
                <c:pt idx="803">
                  <c:v>13.398333333333333</c:v>
                </c:pt>
                <c:pt idx="804">
                  <c:v>13.414999999999999</c:v>
                </c:pt>
                <c:pt idx="805">
                  <c:v>13.431666666666667</c:v>
                </c:pt>
                <c:pt idx="806">
                  <c:v>13.448333333333332</c:v>
                </c:pt>
                <c:pt idx="807">
                  <c:v>13.465</c:v>
                </c:pt>
                <c:pt idx="808">
                  <c:v>13.481666666666666</c:v>
                </c:pt>
                <c:pt idx="809">
                  <c:v>13.498333333333333</c:v>
                </c:pt>
                <c:pt idx="810">
                  <c:v>13.514999999999999</c:v>
                </c:pt>
                <c:pt idx="811">
                  <c:v>13.531666666666666</c:v>
                </c:pt>
                <c:pt idx="812">
                  <c:v>13.548333333333334</c:v>
                </c:pt>
                <c:pt idx="813">
                  <c:v>13.565</c:v>
                </c:pt>
                <c:pt idx="814">
                  <c:v>13.581666666666667</c:v>
                </c:pt>
                <c:pt idx="815">
                  <c:v>13.598333333333333</c:v>
                </c:pt>
                <c:pt idx="816">
                  <c:v>13.615</c:v>
                </c:pt>
                <c:pt idx="817">
                  <c:v>13.631666666666666</c:v>
                </c:pt>
                <c:pt idx="818">
                  <c:v>13.648333333333333</c:v>
                </c:pt>
                <c:pt idx="819">
                  <c:v>13.664999999999999</c:v>
                </c:pt>
                <c:pt idx="820">
                  <c:v>13.681666666666667</c:v>
                </c:pt>
                <c:pt idx="821">
                  <c:v>13.698333333333332</c:v>
                </c:pt>
                <c:pt idx="822">
                  <c:v>13.715</c:v>
                </c:pt>
                <c:pt idx="823">
                  <c:v>13.731666666666666</c:v>
                </c:pt>
                <c:pt idx="824">
                  <c:v>13.748333333333333</c:v>
                </c:pt>
                <c:pt idx="825">
                  <c:v>13.764999999999999</c:v>
                </c:pt>
                <c:pt idx="826">
                  <c:v>13.781666666666666</c:v>
                </c:pt>
                <c:pt idx="827">
                  <c:v>13.798333333333334</c:v>
                </c:pt>
                <c:pt idx="828">
                  <c:v>13.815</c:v>
                </c:pt>
                <c:pt idx="829">
                  <c:v>13.831666666666667</c:v>
                </c:pt>
                <c:pt idx="830">
                  <c:v>13.848333333333333</c:v>
                </c:pt>
                <c:pt idx="831">
                  <c:v>13.865</c:v>
                </c:pt>
                <c:pt idx="832">
                  <c:v>13.881666666666666</c:v>
                </c:pt>
                <c:pt idx="833">
                  <c:v>13.898333333333333</c:v>
                </c:pt>
                <c:pt idx="834">
                  <c:v>13.914999999999999</c:v>
                </c:pt>
                <c:pt idx="835">
                  <c:v>13.931666666666667</c:v>
                </c:pt>
                <c:pt idx="836">
                  <c:v>13.948333333333332</c:v>
                </c:pt>
                <c:pt idx="837">
                  <c:v>13.965</c:v>
                </c:pt>
                <c:pt idx="838">
                  <c:v>13.981666666666666</c:v>
                </c:pt>
                <c:pt idx="839">
                  <c:v>13.998333333333333</c:v>
                </c:pt>
                <c:pt idx="840">
                  <c:v>14.014999999999999</c:v>
                </c:pt>
                <c:pt idx="841">
                  <c:v>14.031666666666666</c:v>
                </c:pt>
                <c:pt idx="842">
                  <c:v>14.048333333333334</c:v>
                </c:pt>
                <c:pt idx="843">
                  <c:v>14.065</c:v>
                </c:pt>
                <c:pt idx="844">
                  <c:v>14.081666666666667</c:v>
                </c:pt>
                <c:pt idx="845">
                  <c:v>14.098333333333333</c:v>
                </c:pt>
                <c:pt idx="846">
                  <c:v>14.115</c:v>
                </c:pt>
                <c:pt idx="847">
                  <c:v>14.131666666666666</c:v>
                </c:pt>
                <c:pt idx="848">
                  <c:v>14.148333333333333</c:v>
                </c:pt>
                <c:pt idx="849">
                  <c:v>14.164999999999999</c:v>
                </c:pt>
                <c:pt idx="850">
                  <c:v>14.181666666666667</c:v>
                </c:pt>
                <c:pt idx="851">
                  <c:v>14.198333333333332</c:v>
                </c:pt>
                <c:pt idx="852">
                  <c:v>14.215</c:v>
                </c:pt>
                <c:pt idx="853">
                  <c:v>14.231666666666666</c:v>
                </c:pt>
                <c:pt idx="854">
                  <c:v>14.248333333333333</c:v>
                </c:pt>
                <c:pt idx="855">
                  <c:v>14.264999999999999</c:v>
                </c:pt>
                <c:pt idx="856">
                  <c:v>14.281666666666666</c:v>
                </c:pt>
                <c:pt idx="857">
                  <c:v>14.298333333333334</c:v>
                </c:pt>
                <c:pt idx="858">
                  <c:v>14.315</c:v>
                </c:pt>
                <c:pt idx="859">
                  <c:v>14.331666666666667</c:v>
                </c:pt>
                <c:pt idx="860">
                  <c:v>14.348333333333333</c:v>
                </c:pt>
                <c:pt idx="861">
                  <c:v>14.365</c:v>
                </c:pt>
                <c:pt idx="862">
                  <c:v>14.381666666666666</c:v>
                </c:pt>
                <c:pt idx="863">
                  <c:v>14.398333333333333</c:v>
                </c:pt>
                <c:pt idx="864">
                  <c:v>14.414999999999999</c:v>
                </c:pt>
                <c:pt idx="865">
                  <c:v>14.431666666666667</c:v>
                </c:pt>
                <c:pt idx="866">
                  <c:v>14.448333333333332</c:v>
                </c:pt>
                <c:pt idx="867">
                  <c:v>14.465</c:v>
                </c:pt>
                <c:pt idx="868">
                  <c:v>14.481666666666666</c:v>
                </c:pt>
                <c:pt idx="869">
                  <c:v>14.498333333333333</c:v>
                </c:pt>
                <c:pt idx="870">
                  <c:v>14.514999999999999</c:v>
                </c:pt>
                <c:pt idx="871">
                  <c:v>14.531666666666666</c:v>
                </c:pt>
                <c:pt idx="872">
                  <c:v>14.548333333333334</c:v>
                </c:pt>
                <c:pt idx="873">
                  <c:v>14.565</c:v>
                </c:pt>
                <c:pt idx="874">
                  <c:v>14.581666666666667</c:v>
                </c:pt>
                <c:pt idx="875">
                  <c:v>14.598333333333333</c:v>
                </c:pt>
                <c:pt idx="876">
                  <c:v>14.615</c:v>
                </c:pt>
                <c:pt idx="877">
                  <c:v>14.631666666666666</c:v>
                </c:pt>
                <c:pt idx="878">
                  <c:v>14.648333333333333</c:v>
                </c:pt>
                <c:pt idx="879">
                  <c:v>14.664999999999999</c:v>
                </c:pt>
                <c:pt idx="880">
                  <c:v>14.681666666666667</c:v>
                </c:pt>
                <c:pt idx="881">
                  <c:v>14.698333333333332</c:v>
                </c:pt>
                <c:pt idx="882">
                  <c:v>14.715</c:v>
                </c:pt>
                <c:pt idx="883">
                  <c:v>14.731666666666666</c:v>
                </c:pt>
                <c:pt idx="884">
                  <c:v>14.748333333333333</c:v>
                </c:pt>
                <c:pt idx="885">
                  <c:v>14.764999999999999</c:v>
                </c:pt>
                <c:pt idx="886">
                  <c:v>14.781666666666666</c:v>
                </c:pt>
                <c:pt idx="887">
                  <c:v>14.798333333333334</c:v>
                </c:pt>
                <c:pt idx="888">
                  <c:v>14.815</c:v>
                </c:pt>
                <c:pt idx="889">
                  <c:v>14.831666666666667</c:v>
                </c:pt>
                <c:pt idx="890">
                  <c:v>14.848333333333333</c:v>
                </c:pt>
                <c:pt idx="891">
                  <c:v>14.865</c:v>
                </c:pt>
                <c:pt idx="892">
                  <c:v>14.881666666666666</c:v>
                </c:pt>
                <c:pt idx="893">
                  <c:v>14.898333333333333</c:v>
                </c:pt>
                <c:pt idx="894">
                  <c:v>14.914999999999999</c:v>
                </c:pt>
                <c:pt idx="895">
                  <c:v>14.931666666666667</c:v>
                </c:pt>
                <c:pt idx="896">
                  <c:v>14.948333333333332</c:v>
                </c:pt>
                <c:pt idx="897">
                  <c:v>14.965</c:v>
                </c:pt>
                <c:pt idx="898">
                  <c:v>14.981666666666666</c:v>
                </c:pt>
                <c:pt idx="899">
                  <c:v>14.998333333333333</c:v>
                </c:pt>
                <c:pt idx="900">
                  <c:v>15.014999999999999</c:v>
                </c:pt>
                <c:pt idx="901">
                  <c:v>15.031666666666666</c:v>
                </c:pt>
                <c:pt idx="902">
                  <c:v>15.048333333333334</c:v>
                </c:pt>
                <c:pt idx="903">
                  <c:v>15.065</c:v>
                </c:pt>
                <c:pt idx="904">
                  <c:v>15.081666666666667</c:v>
                </c:pt>
                <c:pt idx="905">
                  <c:v>15.098333333333333</c:v>
                </c:pt>
                <c:pt idx="906">
                  <c:v>15.115</c:v>
                </c:pt>
                <c:pt idx="907">
                  <c:v>15.131666666666666</c:v>
                </c:pt>
                <c:pt idx="908">
                  <c:v>15.148333333333333</c:v>
                </c:pt>
                <c:pt idx="909">
                  <c:v>15.164999999999999</c:v>
                </c:pt>
                <c:pt idx="910">
                  <c:v>15.181666666666667</c:v>
                </c:pt>
                <c:pt idx="911">
                  <c:v>15.198333333333332</c:v>
                </c:pt>
                <c:pt idx="912">
                  <c:v>15.215</c:v>
                </c:pt>
                <c:pt idx="913">
                  <c:v>15.231666666666666</c:v>
                </c:pt>
                <c:pt idx="914">
                  <c:v>15.248333333333333</c:v>
                </c:pt>
                <c:pt idx="915">
                  <c:v>15.264999999999999</c:v>
                </c:pt>
                <c:pt idx="916">
                  <c:v>15.281666666666666</c:v>
                </c:pt>
                <c:pt idx="917">
                  <c:v>15.298333333333334</c:v>
                </c:pt>
                <c:pt idx="918">
                  <c:v>15.315</c:v>
                </c:pt>
                <c:pt idx="919">
                  <c:v>15.331666666666667</c:v>
                </c:pt>
                <c:pt idx="920">
                  <c:v>15.348333333333333</c:v>
                </c:pt>
                <c:pt idx="921">
                  <c:v>15.365</c:v>
                </c:pt>
                <c:pt idx="922">
                  <c:v>15.381666666666666</c:v>
                </c:pt>
                <c:pt idx="923">
                  <c:v>15.398333333333333</c:v>
                </c:pt>
                <c:pt idx="924">
                  <c:v>15.414999999999999</c:v>
                </c:pt>
                <c:pt idx="925">
                  <c:v>15.431666666666667</c:v>
                </c:pt>
                <c:pt idx="926">
                  <c:v>15.448333333333332</c:v>
                </c:pt>
                <c:pt idx="927">
                  <c:v>15.465</c:v>
                </c:pt>
                <c:pt idx="928">
                  <c:v>15.481666666666666</c:v>
                </c:pt>
                <c:pt idx="929">
                  <c:v>15.498333333333333</c:v>
                </c:pt>
                <c:pt idx="930">
                  <c:v>15.514999999999999</c:v>
                </c:pt>
                <c:pt idx="931">
                  <c:v>15.531666666666666</c:v>
                </c:pt>
                <c:pt idx="932">
                  <c:v>15.548333333333334</c:v>
                </c:pt>
                <c:pt idx="933">
                  <c:v>15.565</c:v>
                </c:pt>
                <c:pt idx="934">
                  <c:v>15.581666666666667</c:v>
                </c:pt>
                <c:pt idx="935">
                  <c:v>15.598333333333333</c:v>
                </c:pt>
                <c:pt idx="936">
                  <c:v>15.615</c:v>
                </c:pt>
                <c:pt idx="937">
                  <c:v>15.631666666666666</c:v>
                </c:pt>
                <c:pt idx="938">
                  <c:v>15.648333333333333</c:v>
                </c:pt>
                <c:pt idx="939">
                  <c:v>15.664999999999999</c:v>
                </c:pt>
                <c:pt idx="940">
                  <c:v>15.681666666666667</c:v>
                </c:pt>
                <c:pt idx="941">
                  <c:v>15.698333333333332</c:v>
                </c:pt>
                <c:pt idx="942">
                  <c:v>15.715</c:v>
                </c:pt>
                <c:pt idx="943">
                  <c:v>15.731666666666666</c:v>
                </c:pt>
                <c:pt idx="944">
                  <c:v>15.748333333333333</c:v>
                </c:pt>
                <c:pt idx="945">
                  <c:v>15.764999999999999</c:v>
                </c:pt>
                <c:pt idx="946">
                  <c:v>15.781666666666666</c:v>
                </c:pt>
                <c:pt idx="947">
                  <c:v>15.798333333333334</c:v>
                </c:pt>
                <c:pt idx="948">
                  <c:v>15.815</c:v>
                </c:pt>
                <c:pt idx="949">
                  <c:v>15.831666666666667</c:v>
                </c:pt>
                <c:pt idx="950">
                  <c:v>15.848333333333333</c:v>
                </c:pt>
                <c:pt idx="951">
                  <c:v>15.865</c:v>
                </c:pt>
                <c:pt idx="952">
                  <c:v>15.881666666666666</c:v>
                </c:pt>
                <c:pt idx="953">
                  <c:v>15.898333333333333</c:v>
                </c:pt>
                <c:pt idx="954">
                  <c:v>15.914999999999999</c:v>
                </c:pt>
                <c:pt idx="955">
                  <c:v>15.931666666666667</c:v>
                </c:pt>
                <c:pt idx="956">
                  <c:v>15.948333333333332</c:v>
                </c:pt>
                <c:pt idx="957">
                  <c:v>15.965</c:v>
                </c:pt>
                <c:pt idx="958">
                  <c:v>15.981666666666666</c:v>
                </c:pt>
                <c:pt idx="959">
                  <c:v>15.998333333333333</c:v>
                </c:pt>
                <c:pt idx="960">
                  <c:v>16.015000000000001</c:v>
                </c:pt>
                <c:pt idx="961">
                  <c:v>16.031666666666666</c:v>
                </c:pt>
                <c:pt idx="962">
                  <c:v>16.048333333333332</c:v>
                </c:pt>
                <c:pt idx="963">
                  <c:v>16.065000000000001</c:v>
                </c:pt>
                <c:pt idx="964">
                  <c:v>16.081666666666667</c:v>
                </c:pt>
                <c:pt idx="965">
                  <c:v>16.098333333333333</c:v>
                </c:pt>
                <c:pt idx="966">
                  <c:v>16.114999999999998</c:v>
                </c:pt>
                <c:pt idx="967">
                  <c:v>16.131666666666668</c:v>
                </c:pt>
                <c:pt idx="968">
                  <c:v>16.148333333333333</c:v>
                </c:pt>
                <c:pt idx="969">
                  <c:v>16.164999999999999</c:v>
                </c:pt>
                <c:pt idx="970">
                  <c:v>16.181666666666665</c:v>
                </c:pt>
                <c:pt idx="971">
                  <c:v>16.198333333333334</c:v>
                </c:pt>
                <c:pt idx="972">
                  <c:v>16.215</c:v>
                </c:pt>
                <c:pt idx="973">
                  <c:v>16.231666666666666</c:v>
                </c:pt>
                <c:pt idx="974">
                  <c:v>16.248333333333331</c:v>
                </c:pt>
                <c:pt idx="975">
                  <c:v>16.265000000000001</c:v>
                </c:pt>
                <c:pt idx="976">
                  <c:v>16.281666666666666</c:v>
                </c:pt>
                <c:pt idx="977">
                  <c:v>16.298333333333332</c:v>
                </c:pt>
                <c:pt idx="978">
                  <c:v>16.315000000000001</c:v>
                </c:pt>
                <c:pt idx="979">
                  <c:v>16.331666666666667</c:v>
                </c:pt>
                <c:pt idx="980">
                  <c:v>16.348333333333333</c:v>
                </c:pt>
                <c:pt idx="981">
                  <c:v>16.364999999999998</c:v>
                </c:pt>
                <c:pt idx="982">
                  <c:v>16.381666666666668</c:v>
                </c:pt>
                <c:pt idx="983">
                  <c:v>16.398333333333333</c:v>
                </c:pt>
                <c:pt idx="984">
                  <c:v>16.414999999999999</c:v>
                </c:pt>
                <c:pt idx="985">
                  <c:v>16.431666666666665</c:v>
                </c:pt>
                <c:pt idx="986">
                  <c:v>16.448333333333334</c:v>
                </c:pt>
                <c:pt idx="987">
                  <c:v>16.465</c:v>
                </c:pt>
                <c:pt idx="988">
                  <c:v>16.481666666666666</c:v>
                </c:pt>
                <c:pt idx="989">
                  <c:v>16.498333333333331</c:v>
                </c:pt>
                <c:pt idx="990">
                  <c:v>16.515000000000001</c:v>
                </c:pt>
                <c:pt idx="991">
                  <c:v>16.531666666666666</c:v>
                </c:pt>
                <c:pt idx="992">
                  <c:v>16.548333333333332</c:v>
                </c:pt>
                <c:pt idx="993">
                  <c:v>16.565000000000001</c:v>
                </c:pt>
                <c:pt idx="994">
                  <c:v>16.581666666666667</c:v>
                </c:pt>
                <c:pt idx="995">
                  <c:v>16.598333333333333</c:v>
                </c:pt>
                <c:pt idx="996">
                  <c:v>16.614999999999998</c:v>
                </c:pt>
                <c:pt idx="997">
                  <c:v>16.631666666666668</c:v>
                </c:pt>
                <c:pt idx="998">
                  <c:v>16.648333333333333</c:v>
                </c:pt>
                <c:pt idx="999">
                  <c:v>16.664999999999999</c:v>
                </c:pt>
                <c:pt idx="1000">
                  <c:v>16.681666666666665</c:v>
                </c:pt>
                <c:pt idx="1001">
                  <c:v>16.698333333333334</c:v>
                </c:pt>
                <c:pt idx="1002">
                  <c:v>16.715</c:v>
                </c:pt>
                <c:pt idx="1003">
                  <c:v>16.731666666666666</c:v>
                </c:pt>
                <c:pt idx="1004">
                  <c:v>16.748333333333331</c:v>
                </c:pt>
                <c:pt idx="1005">
                  <c:v>16.765000000000001</c:v>
                </c:pt>
                <c:pt idx="1006">
                  <c:v>16.781666666666666</c:v>
                </c:pt>
                <c:pt idx="1007">
                  <c:v>16.798333333333332</c:v>
                </c:pt>
                <c:pt idx="1008">
                  <c:v>16.815000000000001</c:v>
                </c:pt>
                <c:pt idx="1009">
                  <c:v>16.831666666666667</c:v>
                </c:pt>
                <c:pt idx="1010">
                  <c:v>16.848333333333333</c:v>
                </c:pt>
                <c:pt idx="1011">
                  <c:v>16.864999999999998</c:v>
                </c:pt>
                <c:pt idx="1012">
                  <c:v>16.881666666666668</c:v>
                </c:pt>
                <c:pt idx="1013">
                  <c:v>16.898333333333333</c:v>
                </c:pt>
                <c:pt idx="1014">
                  <c:v>16.914999999999999</c:v>
                </c:pt>
                <c:pt idx="1015">
                  <c:v>16.931666666666665</c:v>
                </c:pt>
                <c:pt idx="1016">
                  <c:v>16.948333333333334</c:v>
                </c:pt>
                <c:pt idx="1017">
                  <c:v>16.965</c:v>
                </c:pt>
                <c:pt idx="1018">
                  <c:v>16.981666666666666</c:v>
                </c:pt>
                <c:pt idx="1019">
                  <c:v>16.998333333333331</c:v>
                </c:pt>
                <c:pt idx="1020">
                  <c:v>17.015000000000001</c:v>
                </c:pt>
                <c:pt idx="1021">
                  <c:v>17.031666666666666</c:v>
                </c:pt>
                <c:pt idx="1022">
                  <c:v>17.048333333333332</c:v>
                </c:pt>
                <c:pt idx="1023">
                  <c:v>17.065000000000001</c:v>
                </c:pt>
                <c:pt idx="1024">
                  <c:v>17.081666666666667</c:v>
                </c:pt>
                <c:pt idx="1025">
                  <c:v>17.098333333333336</c:v>
                </c:pt>
                <c:pt idx="1026">
                  <c:v>17.115000000000002</c:v>
                </c:pt>
                <c:pt idx="1027">
                  <c:v>17.131666666666668</c:v>
                </c:pt>
                <c:pt idx="1028">
                  <c:v>17.148333333333333</c:v>
                </c:pt>
                <c:pt idx="1029">
                  <c:v>17.165000000000003</c:v>
                </c:pt>
                <c:pt idx="1030">
                  <c:v>17.181666666666668</c:v>
                </c:pt>
                <c:pt idx="1031">
                  <c:v>17.198333333333334</c:v>
                </c:pt>
                <c:pt idx="1032">
                  <c:v>17.215</c:v>
                </c:pt>
                <c:pt idx="1033">
                  <c:v>17.231666666666669</c:v>
                </c:pt>
                <c:pt idx="1034">
                  <c:v>17.248333333333335</c:v>
                </c:pt>
                <c:pt idx="1035">
                  <c:v>17.265000000000001</c:v>
                </c:pt>
                <c:pt idx="1036">
                  <c:v>17.28166666666667</c:v>
                </c:pt>
                <c:pt idx="1037">
                  <c:v>17.298333333333336</c:v>
                </c:pt>
                <c:pt idx="1038">
                  <c:v>17.315000000000001</c:v>
                </c:pt>
                <c:pt idx="1039">
                  <c:v>17.331666666666667</c:v>
                </c:pt>
                <c:pt idx="1040">
                  <c:v>17.348333333333336</c:v>
                </c:pt>
                <c:pt idx="1041">
                  <c:v>17.365000000000002</c:v>
                </c:pt>
                <c:pt idx="1042">
                  <c:v>17.381666666666668</c:v>
                </c:pt>
                <c:pt idx="1043">
                  <c:v>17.398333333333333</c:v>
                </c:pt>
                <c:pt idx="1044">
                  <c:v>17.415000000000003</c:v>
                </c:pt>
                <c:pt idx="1045">
                  <c:v>17.431666666666668</c:v>
                </c:pt>
                <c:pt idx="1046">
                  <c:v>17.448333333333334</c:v>
                </c:pt>
                <c:pt idx="1047">
                  <c:v>17.465</c:v>
                </c:pt>
                <c:pt idx="1048">
                  <c:v>17.481666666666669</c:v>
                </c:pt>
                <c:pt idx="1049">
                  <c:v>17.498333333333335</c:v>
                </c:pt>
                <c:pt idx="1050">
                  <c:v>17.515000000000001</c:v>
                </c:pt>
                <c:pt idx="1051">
                  <c:v>17.53166666666667</c:v>
                </c:pt>
                <c:pt idx="1052">
                  <c:v>17.548333333333336</c:v>
                </c:pt>
                <c:pt idx="1053">
                  <c:v>17.565000000000001</c:v>
                </c:pt>
                <c:pt idx="1054">
                  <c:v>17.581666666666667</c:v>
                </c:pt>
                <c:pt idx="1055">
                  <c:v>17.598333333333336</c:v>
                </c:pt>
                <c:pt idx="1056">
                  <c:v>17.615000000000002</c:v>
                </c:pt>
                <c:pt idx="1057">
                  <c:v>17.631666666666668</c:v>
                </c:pt>
                <c:pt idx="1058">
                  <c:v>17.648333333333333</c:v>
                </c:pt>
                <c:pt idx="1059">
                  <c:v>17.665000000000003</c:v>
                </c:pt>
                <c:pt idx="1060">
                  <c:v>17.681666666666668</c:v>
                </c:pt>
                <c:pt idx="1061">
                  <c:v>17.698333333333334</c:v>
                </c:pt>
                <c:pt idx="1062">
                  <c:v>17.715</c:v>
                </c:pt>
                <c:pt idx="1063">
                  <c:v>17.731666666666669</c:v>
                </c:pt>
                <c:pt idx="1064">
                  <c:v>17.748333333333335</c:v>
                </c:pt>
                <c:pt idx="1065">
                  <c:v>17.765000000000001</c:v>
                </c:pt>
                <c:pt idx="1066">
                  <c:v>17.78166666666667</c:v>
                </c:pt>
                <c:pt idx="1067">
                  <c:v>17.798333333333336</c:v>
                </c:pt>
                <c:pt idx="1068">
                  <c:v>17.815000000000001</c:v>
                </c:pt>
                <c:pt idx="1069">
                  <c:v>17.831666666666667</c:v>
                </c:pt>
                <c:pt idx="1070">
                  <c:v>17.848333333333336</c:v>
                </c:pt>
                <c:pt idx="1071">
                  <c:v>17.865000000000002</c:v>
                </c:pt>
                <c:pt idx="1072">
                  <c:v>17.881666666666668</c:v>
                </c:pt>
                <c:pt idx="1073">
                  <c:v>17.898333333333333</c:v>
                </c:pt>
                <c:pt idx="1074">
                  <c:v>17.915000000000003</c:v>
                </c:pt>
                <c:pt idx="1075">
                  <c:v>17.931666666666668</c:v>
                </c:pt>
                <c:pt idx="1076">
                  <c:v>17.948333333333334</c:v>
                </c:pt>
                <c:pt idx="1077">
                  <c:v>17.965</c:v>
                </c:pt>
                <c:pt idx="1078">
                  <c:v>17.981666666666669</c:v>
                </c:pt>
                <c:pt idx="1079">
                  <c:v>17.998333333333335</c:v>
                </c:pt>
                <c:pt idx="1080">
                  <c:v>18.015000000000001</c:v>
                </c:pt>
                <c:pt idx="1081">
                  <c:v>18.03166666666667</c:v>
                </c:pt>
                <c:pt idx="1082">
                  <c:v>18.048333333333336</c:v>
                </c:pt>
                <c:pt idx="1083">
                  <c:v>18.065000000000001</c:v>
                </c:pt>
                <c:pt idx="1084">
                  <c:v>18.081666666666667</c:v>
                </c:pt>
                <c:pt idx="1085">
                  <c:v>18.098333333333336</c:v>
                </c:pt>
                <c:pt idx="1086">
                  <c:v>18.115000000000002</c:v>
                </c:pt>
                <c:pt idx="1087">
                  <c:v>18.131666666666668</c:v>
                </c:pt>
                <c:pt idx="1088">
                  <c:v>18.148333333333333</c:v>
                </c:pt>
                <c:pt idx="1089">
                  <c:v>18.165000000000003</c:v>
                </c:pt>
                <c:pt idx="1090">
                  <c:v>18.181666666666668</c:v>
                </c:pt>
                <c:pt idx="1091">
                  <c:v>18.198333333333334</c:v>
                </c:pt>
                <c:pt idx="1092">
                  <c:v>18.215</c:v>
                </c:pt>
                <c:pt idx="1093">
                  <c:v>18.231666666666669</c:v>
                </c:pt>
                <c:pt idx="1094">
                  <c:v>18.248333333333335</c:v>
                </c:pt>
                <c:pt idx="1095">
                  <c:v>18.265000000000001</c:v>
                </c:pt>
                <c:pt idx="1096">
                  <c:v>18.28166666666667</c:v>
                </c:pt>
                <c:pt idx="1097">
                  <c:v>18.298333333333336</c:v>
                </c:pt>
                <c:pt idx="1098">
                  <c:v>18.315000000000001</c:v>
                </c:pt>
                <c:pt idx="1099">
                  <c:v>18.331666666666667</c:v>
                </c:pt>
                <c:pt idx="1100">
                  <c:v>18.348333333333336</c:v>
                </c:pt>
                <c:pt idx="1101">
                  <c:v>18.365000000000002</c:v>
                </c:pt>
                <c:pt idx="1102">
                  <c:v>18.381666666666668</c:v>
                </c:pt>
                <c:pt idx="1103">
                  <c:v>18.398333333333333</c:v>
                </c:pt>
                <c:pt idx="1104">
                  <c:v>18.415000000000003</c:v>
                </c:pt>
                <c:pt idx="1105">
                  <c:v>18.431666666666668</c:v>
                </c:pt>
                <c:pt idx="1106">
                  <c:v>18.448333333333334</c:v>
                </c:pt>
                <c:pt idx="1107">
                  <c:v>18.465</c:v>
                </c:pt>
                <c:pt idx="1108">
                  <c:v>18.481666666666669</c:v>
                </c:pt>
                <c:pt idx="1109">
                  <c:v>18.498333333333335</c:v>
                </c:pt>
                <c:pt idx="1110">
                  <c:v>18.515000000000001</c:v>
                </c:pt>
                <c:pt idx="1111">
                  <c:v>18.53166666666667</c:v>
                </c:pt>
                <c:pt idx="1112">
                  <c:v>18.548333333333336</c:v>
                </c:pt>
                <c:pt idx="1113">
                  <c:v>18.565000000000001</c:v>
                </c:pt>
                <c:pt idx="1114">
                  <c:v>18.581666666666667</c:v>
                </c:pt>
                <c:pt idx="1115">
                  <c:v>18.598333333333336</c:v>
                </c:pt>
                <c:pt idx="1116">
                  <c:v>18.615000000000002</c:v>
                </c:pt>
                <c:pt idx="1117">
                  <c:v>18.631666666666668</c:v>
                </c:pt>
                <c:pt idx="1118">
                  <c:v>18.648333333333333</c:v>
                </c:pt>
                <c:pt idx="1119">
                  <c:v>18.665000000000003</c:v>
                </c:pt>
                <c:pt idx="1120">
                  <c:v>18.681666666666668</c:v>
                </c:pt>
                <c:pt idx="1121">
                  <c:v>18.698333333333334</c:v>
                </c:pt>
                <c:pt idx="1122">
                  <c:v>18.715</c:v>
                </c:pt>
                <c:pt idx="1123">
                  <c:v>18.731666666666669</c:v>
                </c:pt>
                <c:pt idx="1124">
                  <c:v>18.748333333333335</c:v>
                </c:pt>
                <c:pt idx="1125">
                  <c:v>18.765000000000001</c:v>
                </c:pt>
                <c:pt idx="1126">
                  <c:v>18.78166666666667</c:v>
                </c:pt>
                <c:pt idx="1127">
                  <c:v>18.798333333333336</c:v>
                </c:pt>
                <c:pt idx="1128">
                  <c:v>18.815000000000001</c:v>
                </c:pt>
                <c:pt idx="1129">
                  <c:v>18.831666666666667</c:v>
                </c:pt>
                <c:pt idx="1130">
                  <c:v>18.848333333333336</c:v>
                </c:pt>
                <c:pt idx="1131">
                  <c:v>18.865000000000002</c:v>
                </c:pt>
                <c:pt idx="1132">
                  <c:v>18.881666666666668</c:v>
                </c:pt>
                <c:pt idx="1133">
                  <c:v>18.898333333333333</c:v>
                </c:pt>
                <c:pt idx="1134">
                  <c:v>18.915000000000003</c:v>
                </c:pt>
                <c:pt idx="1135">
                  <c:v>18.931666666666668</c:v>
                </c:pt>
                <c:pt idx="1136">
                  <c:v>18.948333333333334</c:v>
                </c:pt>
                <c:pt idx="1137">
                  <c:v>18.965</c:v>
                </c:pt>
                <c:pt idx="1138">
                  <c:v>18.981666666666669</c:v>
                </c:pt>
                <c:pt idx="1139">
                  <c:v>18.998333333333335</c:v>
                </c:pt>
                <c:pt idx="1140">
                  <c:v>19.015000000000001</c:v>
                </c:pt>
                <c:pt idx="1141">
                  <c:v>19.03166666666667</c:v>
                </c:pt>
                <c:pt idx="1142">
                  <c:v>19.048333333333336</c:v>
                </c:pt>
                <c:pt idx="1143">
                  <c:v>19.065000000000001</c:v>
                </c:pt>
                <c:pt idx="1144">
                  <c:v>19.081666666666667</c:v>
                </c:pt>
                <c:pt idx="1145">
                  <c:v>19.098333333333336</c:v>
                </c:pt>
                <c:pt idx="1146">
                  <c:v>19.115000000000002</c:v>
                </c:pt>
                <c:pt idx="1147">
                  <c:v>19.131666666666668</c:v>
                </c:pt>
                <c:pt idx="1148">
                  <c:v>19.148333333333333</c:v>
                </c:pt>
                <c:pt idx="1149">
                  <c:v>19.165000000000003</c:v>
                </c:pt>
                <c:pt idx="1150">
                  <c:v>19.181666666666668</c:v>
                </c:pt>
                <c:pt idx="1151">
                  <c:v>19.198333333333334</c:v>
                </c:pt>
                <c:pt idx="1152">
                  <c:v>19.215</c:v>
                </c:pt>
                <c:pt idx="1153">
                  <c:v>19.231666666666669</c:v>
                </c:pt>
                <c:pt idx="1154">
                  <c:v>19.248333333333335</c:v>
                </c:pt>
                <c:pt idx="1155">
                  <c:v>19.265000000000001</c:v>
                </c:pt>
                <c:pt idx="1156">
                  <c:v>19.28166666666667</c:v>
                </c:pt>
                <c:pt idx="1157">
                  <c:v>19.298333333333336</c:v>
                </c:pt>
                <c:pt idx="1158">
                  <c:v>19.315000000000001</c:v>
                </c:pt>
                <c:pt idx="1159">
                  <c:v>19.331666666666667</c:v>
                </c:pt>
                <c:pt idx="1160">
                  <c:v>19.348333333333336</c:v>
                </c:pt>
                <c:pt idx="1161">
                  <c:v>19.365000000000002</c:v>
                </c:pt>
                <c:pt idx="1162">
                  <c:v>19.381666666666668</c:v>
                </c:pt>
                <c:pt idx="1163">
                  <c:v>19.398333333333333</c:v>
                </c:pt>
                <c:pt idx="1164">
                  <c:v>19.415000000000003</c:v>
                </c:pt>
                <c:pt idx="1165">
                  <c:v>19.431666666666668</c:v>
                </c:pt>
                <c:pt idx="1166">
                  <c:v>19.448333333333334</c:v>
                </c:pt>
                <c:pt idx="1167">
                  <c:v>19.465</c:v>
                </c:pt>
                <c:pt idx="1168">
                  <c:v>19.481666666666669</c:v>
                </c:pt>
                <c:pt idx="1169">
                  <c:v>19.498333333333335</c:v>
                </c:pt>
                <c:pt idx="1170">
                  <c:v>19.515000000000001</c:v>
                </c:pt>
                <c:pt idx="1171">
                  <c:v>19.53166666666667</c:v>
                </c:pt>
                <c:pt idx="1172">
                  <c:v>19.548333333333336</c:v>
                </c:pt>
                <c:pt idx="1173">
                  <c:v>19.565000000000001</c:v>
                </c:pt>
                <c:pt idx="1174">
                  <c:v>19.581666666666667</c:v>
                </c:pt>
                <c:pt idx="1175">
                  <c:v>19.598333333333336</c:v>
                </c:pt>
                <c:pt idx="1176">
                  <c:v>19.615000000000002</c:v>
                </c:pt>
                <c:pt idx="1177">
                  <c:v>19.631666666666668</c:v>
                </c:pt>
                <c:pt idx="1178">
                  <c:v>19.648333333333333</c:v>
                </c:pt>
                <c:pt idx="1179">
                  <c:v>19.665000000000003</c:v>
                </c:pt>
                <c:pt idx="1180">
                  <c:v>19.681666666666668</c:v>
                </c:pt>
                <c:pt idx="1181">
                  <c:v>19.698333333333334</c:v>
                </c:pt>
                <c:pt idx="1182">
                  <c:v>19.715</c:v>
                </c:pt>
                <c:pt idx="1183">
                  <c:v>19.731666666666669</c:v>
                </c:pt>
                <c:pt idx="1184">
                  <c:v>19.748333333333335</c:v>
                </c:pt>
                <c:pt idx="1185">
                  <c:v>19.765000000000001</c:v>
                </c:pt>
                <c:pt idx="1186">
                  <c:v>19.78166666666667</c:v>
                </c:pt>
                <c:pt idx="1187">
                  <c:v>19.798333333333336</c:v>
                </c:pt>
                <c:pt idx="1188">
                  <c:v>19.815000000000001</c:v>
                </c:pt>
                <c:pt idx="1189">
                  <c:v>19.831666666666667</c:v>
                </c:pt>
                <c:pt idx="1190">
                  <c:v>19.848333333333336</c:v>
                </c:pt>
                <c:pt idx="1191">
                  <c:v>19.865000000000002</c:v>
                </c:pt>
                <c:pt idx="1192">
                  <c:v>19.881666666666668</c:v>
                </c:pt>
                <c:pt idx="1193">
                  <c:v>19.898333333333333</c:v>
                </c:pt>
                <c:pt idx="1194">
                  <c:v>19.915000000000003</c:v>
                </c:pt>
                <c:pt idx="1195">
                  <c:v>19.931666666666668</c:v>
                </c:pt>
                <c:pt idx="1196">
                  <c:v>19.948333333333334</c:v>
                </c:pt>
                <c:pt idx="1197">
                  <c:v>19.965</c:v>
                </c:pt>
                <c:pt idx="1198">
                  <c:v>19.981666666666669</c:v>
                </c:pt>
                <c:pt idx="1199">
                  <c:v>19.998333333333335</c:v>
                </c:pt>
                <c:pt idx="1200">
                  <c:v>20.015000000000001</c:v>
                </c:pt>
                <c:pt idx="1201">
                  <c:v>20.03166666666667</c:v>
                </c:pt>
                <c:pt idx="1202">
                  <c:v>20.048333333333336</c:v>
                </c:pt>
                <c:pt idx="1203">
                  <c:v>20.065000000000001</c:v>
                </c:pt>
                <c:pt idx="1204">
                  <c:v>20.081666666666667</c:v>
                </c:pt>
                <c:pt idx="1205">
                  <c:v>20.098333333333336</c:v>
                </c:pt>
                <c:pt idx="1206">
                  <c:v>20.115000000000002</c:v>
                </c:pt>
                <c:pt idx="1207">
                  <c:v>20.131666666666668</c:v>
                </c:pt>
                <c:pt idx="1208">
                  <c:v>20.148333333333333</c:v>
                </c:pt>
                <c:pt idx="1209">
                  <c:v>20.165000000000003</c:v>
                </c:pt>
                <c:pt idx="1210">
                  <c:v>20.181666666666668</c:v>
                </c:pt>
                <c:pt idx="1211">
                  <c:v>20.198333333333334</c:v>
                </c:pt>
                <c:pt idx="1212">
                  <c:v>20.215</c:v>
                </c:pt>
                <c:pt idx="1213">
                  <c:v>20.231666666666669</c:v>
                </c:pt>
                <c:pt idx="1214">
                  <c:v>20.248333333333335</c:v>
                </c:pt>
                <c:pt idx="1215">
                  <c:v>20.265000000000001</c:v>
                </c:pt>
                <c:pt idx="1216">
                  <c:v>20.28166666666667</c:v>
                </c:pt>
                <c:pt idx="1217">
                  <c:v>20.298333333333336</c:v>
                </c:pt>
                <c:pt idx="1218">
                  <c:v>20.315000000000001</c:v>
                </c:pt>
                <c:pt idx="1219">
                  <c:v>20.331666666666667</c:v>
                </c:pt>
                <c:pt idx="1220">
                  <c:v>20.348333333333336</c:v>
                </c:pt>
                <c:pt idx="1221">
                  <c:v>20.365000000000002</c:v>
                </c:pt>
                <c:pt idx="1222">
                  <c:v>20.381666666666668</c:v>
                </c:pt>
                <c:pt idx="1223">
                  <c:v>20.398333333333333</c:v>
                </c:pt>
                <c:pt idx="1224">
                  <c:v>20.415000000000003</c:v>
                </c:pt>
                <c:pt idx="1225">
                  <c:v>20.431666666666668</c:v>
                </c:pt>
                <c:pt idx="1226">
                  <c:v>20.448333333333334</c:v>
                </c:pt>
                <c:pt idx="1227">
                  <c:v>20.465</c:v>
                </c:pt>
                <c:pt idx="1228">
                  <c:v>20.481666666666669</c:v>
                </c:pt>
                <c:pt idx="1229">
                  <c:v>20.498333333333335</c:v>
                </c:pt>
                <c:pt idx="1230">
                  <c:v>20.515000000000001</c:v>
                </c:pt>
                <c:pt idx="1231">
                  <c:v>20.53166666666667</c:v>
                </c:pt>
                <c:pt idx="1232">
                  <c:v>20.548333333333336</c:v>
                </c:pt>
                <c:pt idx="1233">
                  <c:v>20.565000000000001</c:v>
                </c:pt>
                <c:pt idx="1234">
                  <c:v>20.581666666666667</c:v>
                </c:pt>
                <c:pt idx="1235">
                  <c:v>20.598333333333336</c:v>
                </c:pt>
                <c:pt idx="1236">
                  <c:v>20.615000000000002</c:v>
                </c:pt>
                <c:pt idx="1237">
                  <c:v>20.631666666666668</c:v>
                </c:pt>
                <c:pt idx="1238">
                  <c:v>20.648333333333333</c:v>
                </c:pt>
                <c:pt idx="1239">
                  <c:v>20.665000000000003</c:v>
                </c:pt>
                <c:pt idx="1240">
                  <c:v>20.681666666666668</c:v>
                </c:pt>
                <c:pt idx="1241">
                  <c:v>20.698333333333334</c:v>
                </c:pt>
                <c:pt idx="1242">
                  <c:v>20.715</c:v>
                </c:pt>
                <c:pt idx="1243">
                  <c:v>20.731666666666669</c:v>
                </c:pt>
                <c:pt idx="1244">
                  <c:v>20.748333333333335</c:v>
                </c:pt>
                <c:pt idx="1245">
                  <c:v>20.765000000000001</c:v>
                </c:pt>
                <c:pt idx="1246">
                  <c:v>20.78166666666667</c:v>
                </c:pt>
                <c:pt idx="1247">
                  <c:v>20.798333333333336</c:v>
                </c:pt>
                <c:pt idx="1248">
                  <c:v>20.815000000000001</c:v>
                </c:pt>
                <c:pt idx="1249">
                  <c:v>20.831666666666667</c:v>
                </c:pt>
                <c:pt idx="1250">
                  <c:v>20.848333333333336</c:v>
                </c:pt>
                <c:pt idx="1251">
                  <c:v>20.865000000000002</c:v>
                </c:pt>
                <c:pt idx="1252">
                  <c:v>20.881666666666668</c:v>
                </c:pt>
                <c:pt idx="1253">
                  <c:v>20.898333333333333</c:v>
                </c:pt>
                <c:pt idx="1254">
                  <c:v>20.915000000000003</c:v>
                </c:pt>
                <c:pt idx="1255">
                  <c:v>20.931666666666668</c:v>
                </c:pt>
                <c:pt idx="1256">
                  <c:v>20.948333333333334</c:v>
                </c:pt>
                <c:pt idx="1257">
                  <c:v>20.965</c:v>
                </c:pt>
                <c:pt idx="1258">
                  <c:v>20.981666666666669</c:v>
                </c:pt>
                <c:pt idx="1259">
                  <c:v>20.998333333333335</c:v>
                </c:pt>
                <c:pt idx="1260">
                  <c:v>21.015000000000001</c:v>
                </c:pt>
                <c:pt idx="1261">
                  <c:v>21.03166666666667</c:v>
                </c:pt>
                <c:pt idx="1262">
                  <c:v>21.048333333333336</c:v>
                </c:pt>
                <c:pt idx="1263">
                  <c:v>21.065000000000001</c:v>
                </c:pt>
                <c:pt idx="1264">
                  <c:v>21.081666666666667</c:v>
                </c:pt>
                <c:pt idx="1265">
                  <c:v>21.098333333333336</c:v>
                </c:pt>
                <c:pt idx="1266">
                  <c:v>21.115000000000002</c:v>
                </c:pt>
                <c:pt idx="1267">
                  <c:v>21.131666666666668</c:v>
                </c:pt>
                <c:pt idx="1268">
                  <c:v>21.148333333333333</c:v>
                </c:pt>
                <c:pt idx="1269">
                  <c:v>21.165000000000003</c:v>
                </c:pt>
                <c:pt idx="1270">
                  <c:v>21.181666666666668</c:v>
                </c:pt>
                <c:pt idx="1271">
                  <c:v>21.198333333333334</c:v>
                </c:pt>
                <c:pt idx="1272">
                  <c:v>21.215</c:v>
                </c:pt>
                <c:pt idx="1273">
                  <c:v>21.231666666666669</c:v>
                </c:pt>
                <c:pt idx="1274">
                  <c:v>21.248333333333335</c:v>
                </c:pt>
                <c:pt idx="1275">
                  <c:v>21.265000000000001</c:v>
                </c:pt>
                <c:pt idx="1276">
                  <c:v>21.28166666666667</c:v>
                </c:pt>
                <c:pt idx="1277">
                  <c:v>21.298333333333336</c:v>
                </c:pt>
                <c:pt idx="1278">
                  <c:v>21.315000000000001</c:v>
                </c:pt>
                <c:pt idx="1279">
                  <c:v>21.331666666666667</c:v>
                </c:pt>
                <c:pt idx="1280">
                  <c:v>21.348333333333336</c:v>
                </c:pt>
                <c:pt idx="1281">
                  <c:v>21.365000000000002</c:v>
                </c:pt>
                <c:pt idx="1282">
                  <c:v>21.381666666666668</c:v>
                </c:pt>
                <c:pt idx="1283">
                  <c:v>21.398333333333333</c:v>
                </c:pt>
                <c:pt idx="1284">
                  <c:v>21.415000000000003</c:v>
                </c:pt>
                <c:pt idx="1285">
                  <c:v>21.431666666666668</c:v>
                </c:pt>
                <c:pt idx="1286">
                  <c:v>21.448333333333334</c:v>
                </c:pt>
                <c:pt idx="1287">
                  <c:v>21.465</c:v>
                </c:pt>
                <c:pt idx="1288">
                  <c:v>21.481666666666669</c:v>
                </c:pt>
                <c:pt idx="1289">
                  <c:v>21.498333333333335</c:v>
                </c:pt>
                <c:pt idx="1290">
                  <c:v>21.515000000000001</c:v>
                </c:pt>
                <c:pt idx="1291">
                  <c:v>21.53166666666667</c:v>
                </c:pt>
                <c:pt idx="1292">
                  <c:v>21.548333333333336</c:v>
                </c:pt>
                <c:pt idx="1293">
                  <c:v>21.565000000000001</c:v>
                </c:pt>
                <c:pt idx="1294">
                  <c:v>21.581666666666667</c:v>
                </c:pt>
                <c:pt idx="1295">
                  <c:v>21.598333333333336</c:v>
                </c:pt>
                <c:pt idx="1296">
                  <c:v>21.615000000000002</c:v>
                </c:pt>
                <c:pt idx="1297">
                  <c:v>21.631666666666668</c:v>
                </c:pt>
                <c:pt idx="1298">
                  <c:v>21.648333333333333</c:v>
                </c:pt>
                <c:pt idx="1299">
                  <c:v>21.665000000000003</c:v>
                </c:pt>
                <c:pt idx="1300">
                  <c:v>21.681666666666668</c:v>
                </c:pt>
                <c:pt idx="1301">
                  <c:v>21.698333333333334</c:v>
                </c:pt>
                <c:pt idx="1302">
                  <c:v>21.715</c:v>
                </c:pt>
                <c:pt idx="1303">
                  <c:v>21.731666666666669</c:v>
                </c:pt>
                <c:pt idx="1304">
                  <c:v>21.748333333333335</c:v>
                </c:pt>
                <c:pt idx="1305">
                  <c:v>21.765000000000001</c:v>
                </c:pt>
                <c:pt idx="1306">
                  <c:v>21.78166666666667</c:v>
                </c:pt>
                <c:pt idx="1307">
                  <c:v>21.798333333333336</c:v>
                </c:pt>
                <c:pt idx="1308">
                  <c:v>21.815000000000001</c:v>
                </c:pt>
                <c:pt idx="1309">
                  <c:v>21.831666666666667</c:v>
                </c:pt>
                <c:pt idx="1310">
                  <c:v>21.848333333333336</c:v>
                </c:pt>
                <c:pt idx="1311">
                  <c:v>21.865000000000002</c:v>
                </c:pt>
                <c:pt idx="1312">
                  <c:v>21.881666666666668</c:v>
                </c:pt>
                <c:pt idx="1313">
                  <c:v>21.898333333333333</c:v>
                </c:pt>
                <c:pt idx="1314">
                  <c:v>21.915000000000003</c:v>
                </c:pt>
                <c:pt idx="1315">
                  <c:v>21.931666666666668</c:v>
                </c:pt>
                <c:pt idx="1316">
                  <c:v>21.948333333333334</c:v>
                </c:pt>
                <c:pt idx="1317">
                  <c:v>21.965</c:v>
                </c:pt>
                <c:pt idx="1318">
                  <c:v>21.981666666666669</c:v>
                </c:pt>
                <c:pt idx="1319">
                  <c:v>21.998333333333335</c:v>
                </c:pt>
                <c:pt idx="1320">
                  <c:v>22.015000000000001</c:v>
                </c:pt>
                <c:pt idx="1321">
                  <c:v>22.03166666666667</c:v>
                </c:pt>
                <c:pt idx="1322">
                  <c:v>22.048333333333336</c:v>
                </c:pt>
                <c:pt idx="1323">
                  <c:v>22.065000000000001</c:v>
                </c:pt>
                <c:pt idx="1324">
                  <c:v>22.081666666666667</c:v>
                </c:pt>
                <c:pt idx="1325">
                  <c:v>22.098333333333336</c:v>
                </c:pt>
                <c:pt idx="1326">
                  <c:v>22.115000000000002</c:v>
                </c:pt>
                <c:pt idx="1327">
                  <c:v>22.131666666666668</c:v>
                </c:pt>
                <c:pt idx="1328">
                  <c:v>22.148333333333333</c:v>
                </c:pt>
                <c:pt idx="1329">
                  <c:v>22.165000000000003</c:v>
                </c:pt>
                <c:pt idx="1330">
                  <c:v>22.181666666666668</c:v>
                </c:pt>
                <c:pt idx="1331">
                  <c:v>22.198333333333334</c:v>
                </c:pt>
                <c:pt idx="1332">
                  <c:v>22.215</c:v>
                </c:pt>
                <c:pt idx="1333">
                  <c:v>22.231666666666669</c:v>
                </c:pt>
                <c:pt idx="1334">
                  <c:v>22.248333333333335</c:v>
                </c:pt>
                <c:pt idx="1335">
                  <c:v>22.265000000000001</c:v>
                </c:pt>
                <c:pt idx="1336">
                  <c:v>22.28166666666667</c:v>
                </c:pt>
                <c:pt idx="1337">
                  <c:v>22.298333333333336</c:v>
                </c:pt>
                <c:pt idx="1338">
                  <c:v>22.315000000000001</c:v>
                </c:pt>
                <c:pt idx="1339">
                  <c:v>22.331666666666667</c:v>
                </c:pt>
                <c:pt idx="1340">
                  <c:v>22.348333333333336</c:v>
                </c:pt>
                <c:pt idx="1341">
                  <c:v>22.365000000000002</c:v>
                </c:pt>
                <c:pt idx="1342">
                  <c:v>22.381666666666668</c:v>
                </c:pt>
                <c:pt idx="1343">
                  <c:v>22.398333333333333</c:v>
                </c:pt>
                <c:pt idx="1344">
                  <c:v>22.415000000000003</c:v>
                </c:pt>
                <c:pt idx="1345">
                  <c:v>22.431666666666668</c:v>
                </c:pt>
                <c:pt idx="1346">
                  <c:v>22.448333333333334</c:v>
                </c:pt>
                <c:pt idx="1347">
                  <c:v>22.465</c:v>
                </c:pt>
                <c:pt idx="1348">
                  <c:v>22.481666666666669</c:v>
                </c:pt>
                <c:pt idx="1349">
                  <c:v>22.498333333333335</c:v>
                </c:pt>
                <c:pt idx="1350">
                  <c:v>22.515000000000001</c:v>
                </c:pt>
                <c:pt idx="1351">
                  <c:v>22.53166666666667</c:v>
                </c:pt>
                <c:pt idx="1352">
                  <c:v>22.548333333333336</c:v>
                </c:pt>
                <c:pt idx="1353">
                  <c:v>22.565000000000001</c:v>
                </c:pt>
                <c:pt idx="1354">
                  <c:v>22.581666666666667</c:v>
                </c:pt>
                <c:pt idx="1355">
                  <c:v>22.598333333333336</c:v>
                </c:pt>
                <c:pt idx="1356">
                  <c:v>22.615000000000002</c:v>
                </c:pt>
                <c:pt idx="1357">
                  <c:v>22.631666666666668</c:v>
                </c:pt>
                <c:pt idx="1358">
                  <c:v>22.648333333333333</c:v>
                </c:pt>
                <c:pt idx="1359">
                  <c:v>22.665000000000003</c:v>
                </c:pt>
                <c:pt idx="1360">
                  <c:v>22.681666666666668</c:v>
                </c:pt>
                <c:pt idx="1361">
                  <c:v>22.698333333333334</c:v>
                </c:pt>
                <c:pt idx="1362">
                  <c:v>22.715</c:v>
                </c:pt>
                <c:pt idx="1363">
                  <c:v>22.731666666666669</c:v>
                </c:pt>
                <c:pt idx="1364">
                  <c:v>22.748333333333335</c:v>
                </c:pt>
                <c:pt idx="1365">
                  <c:v>22.765000000000001</c:v>
                </c:pt>
                <c:pt idx="1366">
                  <c:v>22.78166666666667</c:v>
                </c:pt>
                <c:pt idx="1367">
                  <c:v>22.798333333333336</c:v>
                </c:pt>
                <c:pt idx="1368">
                  <c:v>22.815000000000001</c:v>
                </c:pt>
                <c:pt idx="1369">
                  <c:v>22.831666666666667</c:v>
                </c:pt>
                <c:pt idx="1370">
                  <c:v>22.848333333333336</c:v>
                </c:pt>
                <c:pt idx="1371">
                  <c:v>22.865000000000002</c:v>
                </c:pt>
                <c:pt idx="1372">
                  <c:v>22.881666666666668</c:v>
                </c:pt>
                <c:pt idx="1373">
                  <c:v>22.898333333333333</c:v>
                </c:pt>
                <c:pt idx="1374">
                  <c:v>22.915000000000003</c:v>
                </c:pt>
                <c:pt idx="1375">
                  <c:v>22.931666666666668</c:v>
                </c:pt>
                <c:pt idx="1376">
                  <c:v>22.948333333333334</c:v>
                </c:pt>
                <c:pt idx="1377">
                  <c:v>22.965</c:v>
                </c:pt>
                <c:pt idx="1378">
                  <c:v>22.981666666666669</c:v>
                </c:pt>
                <c:pt idx="1379">
                  <c:v>22.998333333333335</c:v>
                </c:pt>
                <c:pt idx="1380">
                  <c:v>23.015000000000001</c:v>
                </c:pt>
                <c:pt idx="1381">
                  <c:v>23.03166666666667</c:v>
                </c:pt>
                <c:pt idx="1382">
                  <c:v>23.048333333333336</c:v>
                </c:pt>
                <c:pt idx="1383">
                  <c:v>23.065000000000001</c:v>
                </c:pt>
                <c:pt idx="1384">
                  <c:v>23.081666666666667</c:v>
                </c:pt>
                <c:pt idx="1385">
                  <c:v>23.098333333333336</c:v>
                </c:pt>
                <c:pt idx="1386">
                  <c:v>23.115000000000002</c:v>
                </c:pt>
                <c:pt idx="1387">
                  <c:v>23.131666666666668</c:v>
                </c:pt>
                <c:pt idx="1388">
                  <c:v>23.148333333333333</c:v>
                </c:pt>
                <c:pt idx="1389">
                  <c:v>23.165000000000003</c:v>
                </c:pt>
                <c:pt idx="1390">
                  <c:v>23.181666666666668</c:v>
                </c:pt>
                <c:pt idx="1391">
                  <c:v>23.198333333333334</c:v>
                </c:pt>
                <c:pt idx="1392">
                  <c:v>23.215</c:v>
                </c:pt>
                <c:pt idx="1393">
                  <c:v>23.231666666666669</c:v>
                </c:pt>
                <c:pt idx="1394">
                  <c:v>23.248333333333335</c:v>
                </c:pt>
                <c:pt idx="1395">
                  <c:v>23.265000000000001</c:v>
                </c:pt>
                <c:pt idx="1396">
                  <c:v>23.28166666666667</c:v>
                </c:pt>
                <c:pt idx="1397">
                  <c:v>23.298333333333336</c:v>
                </c:pt>
                <c:pt idx="1398">
                  <c:v>23.315000000000001</c:v>
                </c:pt>
                <c:pt idx="1399">
                  <c:v>23.331666666666667</c:v>
                </c:pt>
                <c:pt idx="1400">
                  <c:v>23.348333333333336</c:v>
                </c:pt>
                <c:pt idx="1401">
                  <c:v>23.365000000000002</c:v>
                </c:pt>
                <c:pt idx="1402">
                  <c:v>23.381666666666668</c:v>
                </c:pt>
                <c:pt idx="1403">
                  <c:v>23.398333333333333</c:v>
                </c:pt>
                <c:pt idx="1404">
                  <c:v>23.415000000000003</c:v>
                </c:pt>
                <c:pt idx="1405">
                  <c:v>23.431666666666668</c:v>
                </c:pt>
                <c:pt idx="1406">
                  <c:v>23.448333333333334</c:v>
                </c:pt>
                <c:pt idx="1407">
                  <c:v>23.465</c:v>
                </c:pt>
                <c:pt idx="1408">
                  <c:v>23.481666666666669</c:v>
                </c:pt>
                <c:pt idx="1409">
                  <c:v>23.498333333333335</c:v>
                </c:pt>
                <c:pt idx="1410">
                  <c:v>23.515000000000001</c:v>
                </c:pt>
                <c:pt idx="1411">
                  <c:v>23.53166666666667</c:v>
                </c:pt>
                <c:pt idx="1412">
                  <c:v>23.548333333333336</c:v>
                </c:pt>
                <c:pt idx="1413">
                  <c:v>23.565000000000001</c:v>
                </c:pt>
                <c:pt idx="1414">
                  <c:v>23.581666666666667</c:v>
                </c:pt>
                <c:pt idx="1415">
                  <c:v>23.598333333333336</c:v>
                </c:pt>
                <c:pt idx="1416">
                  <c:v>23.615000000000002</c:v>
                </c:pt>
                <c:pt idx="1417">
                  <c:v>23.631666666666668</c:v>
                </c:pt>
                <c:pt idx="1418">
                  <c:v>23.648333333333333</c:v>
                </c:pt>
                <c:pt idx="1419">
                  <c:v>23.665000000000003</c:v>
                </c:pt>
                <c:pt idx="1420">
                  <c:v>23.681666666666668</c:v>
                </c:pt>
                <c:pt idx="1421">
                  <c:v>23.698333333333334</c:v>
                </c:pt>
                <c:pt idx="1422">
                  <c:v>23.715</c:v>
                </c:pt>
                <c:pt idx="1423">
                  <c:v>23.731666666666669</c:v>
                </c:pt>
                <c:pt idx="1424">
                  <c:v>23.748333333333335</c:v>
                </c:pt>
                <c:pt idx="1425">
                  <c:v>23.765000000000001</c:v>
                </c:pt>
                <c:pt idx="1426">
                  <c:v>23.78166666666667</c:v>
                </c:pt>
                <c:pt idx="1427">
                  <c:v>23.798333333333336</c:v>
                </c:pt>
                <c:pt idx="1428">
                  <c:v>23.815000000000001</c:v>
                </c:pt>
                <c:pt idx="1429">
                  <c:v>23.831666666666667</c:v>
                </c:pt>
                <c:pt idx="1430">
                  <c:v>23.848333333333336</c:v>
                </c:pt>
                <c:pt idx="1431">
                  <c:v>23.865000000000002</c:v>
                </c:pt>
                <c:pt idx="1432">
                  <c:v>23.881666666666668</c:v>
                </c:pt>
                <c:pt idx="1433">
                  <c:v>23.898333333333333</c:v>
                </c:pt>
                <c:pt idx="1434">
                  <c:v>23.915000000000003</c:v>
                </c:pt>
                <c:pt idx="1435">
                  <c:v>23.931666666666668</c:v>
                </c:pt>
                <c:pt idx="1436">
                  <c:v>23.948333333333334</c:v>
                </c:pt>
                <c:pt idx="1437">
                  <c:v>23.965</c:v>
                </c:pt>
                <c:pt idx="1438">
                  <c:v>23.981666666666669</c:v>
                </c:pt>
                <c:pt idx="1439">
                  <c:v>23.998333333333335</c:v>
                </c:pt>
                <c:pt idx="1440">
                  <c:v>24.015000000000001</c:v>
                </c:pt>
                <c:pt idx="1441">
                  <c:v>24.03166666666667</c:v>
                </c:pt>
                <c:pt idx="1442">
                  <c:v>24.048333333333336</c:v>
                </c:pt>
                <c:pt idx="1443">
                  <c:v>24.065000000000001</c:v>
                </c:pt>
                <c:pt idx="1444">
                  <c:v>24.081666666666667</c:v>
                </c:pt>
                <c:pt idx="1445">
                  <c:v>24.098333333333336</c:v>
                </c:pt>
                <c:pt idx="1446">
                  <c:v>24.115000000000002</c:v>
                </c:pt>
                <c:pt idx="1447">
                  <c:v>24.131666666666668</c:v>
                </c:pt>
                <c:pt idx="1448">
                  <c:v>24.148333333333333</c:v>
                </c:pt>
                <c:pt idx="1449">
                  <c:v>24.165000000000003</c:v>
                </c:pt>
                <c:pt idx="1450">
                  <c:v>24.181666666666668</c:v>
                </c:pt>
                <c:pt idx="1451">
                  <c:v>24.198333333333334</c:v>
                </c:pt>
                <c:pt idx="1452">
                  <c:v>24.215</c:v>
                </c:pt>
                <c:pt idx="1453">
                  <c:v>24.231666666666669</c:v>
                </c:pt>
                <c:pt idx="1454">
                  <c:v>24.248333333333335</c:v>
                </c:pt>
                <c:pt idx="1455">
                  <c:v>24.265000000000001</c:v>
                </c:pt>
                <c:pt idx="1456">
                  <c:v>24.28166666666667</c:v>
                </c:pt>
                <c:pt idx="1457">
                  <c:v>24.298333333333336</c:v>
                </c:pt>
                <c:pt idx="1458">
                  <c:v>24.315000000000001</c:v>
                </c:pt>
                <c:pt idx="1459">
                  <c:v>24.331666666666667</c:v>
                </c:pt>
                <c:pt idx="1460">
                  <c:v>24.348333333333336</c:v>
                </c:pt>
                <c:pt idx="1461">
                  <c:v>24.365000000000002</c:v>
                </c:pt>
                <c:pt idx="1462">
                  <c:v>24.381666666666668</c:v>
                </c:pt>
                <c:pt idx="1463">
                  <c:v>24.398333333333333</c:v>
                </c:pt>
                <c:pt idx="1464">
                  <c:v>24.415000000000003</c:v>
                </c:pt>
                <c:pt idx="1465">
                  <c:v>24.431666666666668</c:v>
                </c:pt>
                <c:pt idx="1466">
                  <c:v>24.448333333333334</c:v>
                </c:pt>
                <c:pt idx="1467">
                  <c:v>24.465</c:v>
                </c:pt>
                <c:pt idx="1468">
                  <c:v>24.481666666666669</c:v>
                </c:pt>
                <c:pt idx="1469">
                  <c:v>24.498333333333335</c:v>
                </c:pt>
                <c:pt idx="1470">
                  <c:v>24.515000000000001</c:v>
                </c:pt>
                <c:pt idx="1471">
                  <c:v>24.53166666666667</c:v>
                </c:pt>
                <c:pt idx="1472">
                  <c:v>24.548333333333336</c:v>
                </c:pt>
                <c:pt idx="1473">
                  <c:v>24.565000000000001</c:v>
                </c:pt>
                <c:pt idx="1474">
                  <c:v>24.581666666666667</c:v>
                </c:pt>
                <c:pt idx="1475">
                  <c:v>24.598333333333336</c:v>
                </c:pt>
                <c:pt idx="1476">
                  <c:v>24.615000000000002</c:v>
                </c:pt>
                <c:pt idx="1477">
                  <c:v>24.631666666666668</c:v>
                </c:pt>
                <c:pt idx="1478">
                  <c:v>24.648333333333333</c:v>
                </c:pt>
                <c:pt idx="1479">
                  <c:v>24.665000000000003</c:v>
                </c:pt>
                <c:pt idx="1480">
                  <c:v>24.681666666666668</c:v>
                </c:pt>
                <c:pt idx="1481">
                  <c:v>24.698333333333334</c:v>
                </c:pt>
                <c:pt idx="1482">
                  <c:v>24.715</c:v>
                </c:pt>
                <c:pt idx="1483">
                  <c:v>24.731666666666669</c:v>
                </c:pt>
                <c:pt idx="1484">
                  <c:v>24.748333333333335</c:v>
                </c:pt>
                <c:pt idx="1485">
                  <c:v>24.765000000000001</c:v>
                </c:pt>
                <c:pt idx="1486">
                  <c:v>24.78166666666667</c:v>
                </c:pt>
                <c:pt idx="1487">
                  <c:v>24.798333333333336</c:v>
                </c:pt>
                <c:pt idx="1488">
                  <c:v>24.815000000000001</c:v>
                </c:pt>
                <c:pt idx="1489">
                  <c:v>24.831666666666667</c:v>
                </c:pt>
                <c:pt idx="1490">
                  <c:v>24.848333333333336</c:v>
                </c:pt>
                <c:pt idx="1491">
                  <c:v>24.865000000000002</c:v>
                </c:pt>
                <c:pt idx="1492">
                  <c:v>24.881666666666668</c:v>
                </c:pt>
                <c:pt idx="1493">
                  <c:v>24.898333333333333</c:v>
                </c:pt>
                <c:pt idx="1494">
                  <c:v>24.915000000000003</c:v>
                </c:pt>
                <c:pt idx="1495">
                  <c:v>24.931666666666668</c:v>
                </c:pt>
                <c:pt idx="1496">
                  <c:v>24.948333333333334</c:v>
                </c:pt>
                <c:pt idx="1497">
                  <c:v>24.965</c:v>
                </c:pt>
                <c:pt idx="1498">
                  <c:v>24.981666666666669</c:v>
                </c:pt>
                <c:pt idx="1499">
                  <c:v>24.998333333333335</c:v>
                </c:pt>
                <c:pt idx="1500">
                  <c:v>25.015000000000001</c:v>
                </c:pt>
                <c:pt idx="1501">
                  <c:v>25.03166666666667</c:v>
                </c:pt>
                <c:pt idx="1502">
                  <c:v>25.048333333333336</c:v>
                </c:pt>
                <c:pt idx="1503">
                  <c:v>25.065000000000001</c:v>
                </c:pt>
                <c:pt idx="1504">
                  <c:v>25.081666666666667</c:v>
                </c:pt>
                <c:pt idx="1505">
                  <c:v>25.098333333333336</c:v>
                </c:pt>
                <c:pt idx="1506">
                  <c:v>25.115000000000002</c:v>
                </c:pt>
                <c:pt idx="1507">
                  <c:v>25.131666666666668</c:v>
                </c:pt>
                <c:pt idx="1508">
                  <c:v>25.148333333333333</c:v>
                </c:pt>
                <c:pt idx="1509">
                  <c:v>25.165000000000003</c:v>
                </c:pt>
                <c:pt idx="1510">
                  <c:v>25.181666666666668</c:v>
                </c:pt>
                <c:pt idx="1511">
                  <c:v>25.198333333333334</c:v>
                </c:pt>
                <c:pt idx="1512">
                  <c:v>25.215</c:v>
                </c:pt>
                <c:pt idx="1513">
                  <c:v>25.231666666666669</c:v>
                </c:pt>
                <c:pt idx="1514">
                  <c:v>25.248333333333335</c:v>
                </c:pt>
                <c:pt idx="1515">
                  <c:v>25.265000000000001</c:v>
                </c:pt>
                <c:pt idx="1516">
                  <c:v>25.28166666666667</c:v>
                </c:pt>
                <c:pt idx="1517">
                  <c:v>25.298333333333336</c:v>
                </c:pt>
                <c:pt idx="1518">
                  <c:v>25.315000000000001</c:v>
                </c:pt>
                <c:pt idx="1519">
                  <c:v>25.331666666666667</c:v>
                </c:pt>
                <c:pt idx="1520">
                  <c:v>25.348333333333336</c:v>
                </c:pt>
                <c:pt idx="1521">
                  <c:v>25.365000000000002</c:v>
                </c:pt>
                <c:pt idx="1522">
                  <c:v>25.381666666666668</c:v>
                </c:pt>
                <c:pt idx="1523">
                  <c:v>25.398333333333333</c:v>
                </c:pt>
                <c:pt idx="1524">
                  <c:v>25.415000000000003</c:v>
                </c:pt>
                <c:pt idx="1525">
                  <c:v>25.431666666666668</c:v>
                </c:pt>
                <c:pt idx="1526">
                  <c:v>25.448333333333334</c:v>
                </c:pt>
                <c:pt idx="1527">
                  <c:v>25.465</c:v>
                </c:pt>
                <c:pt idx="1528">
                  <c:v>25.481666666666669</c:v>
                </c:pt>
                <c:pt idx="1529">
                  <c:v>25.498333333333335</c:v>
                </c:pt>
                <c:pt idx="1530">
                  <c:v>25.515000000000001</c:v>
                </c:pt>
                <c:pt idx="1531">
                  <c:v>25.53166666666667</c:v>
                </c:pt>
                <c:pt idx="1532">
                  <c:v>25.548333333333336</c:v>
                </c:pt>
                <c:pt idx="1533">
                  <c:v>25.565000000000001</c:v>
                </c:pt>
                <c:pt idx="1534">
                  <c:v>25.581666666666667</c:v>
                </c:pt>
                <c:pt idx="1535">
                  <c:v>25.598333333333336</c:v>
                </c:pt>
                <c:pt idx="1536">
                  <c:v>25.615000000000002</c:v>
                </c:pt>
                <c:pt idx="1537">
                  <c:v>25.631666666666668</c:v>
                </c:pt>
                <c:pt idx="1538">
                  <c:v>25.648333333333333</c:v>
                </c:pt>
                <c:pt idx="1539">
                  <c:v>25.665000000000003</c:v>
                </c:pt>
                <c:pt idx="1540">
                  <c:v>25.681666666666668</c:v>
                </c:pt>
                <c:pt idx="1541">
                  <c:v>25.698333333333334</c:v>
                </c:pt>
                <c:pt idx="1542">
                  <c:v>25.715</c:v>
                </c:pt>
                <c:pt idx="1543">
                  <c:v>25.731666666666669</c:v>
                </c:pt>
                <c:pt idx="1544">
                  <c:v>25.748333333333335</c:v>
                </c:pt>
                <c:pt idx="1545">
                  <c:v>25.765000000000001</c:v>
                </c:pt>
                <c:pt idx="1546">
                  <c:v>25.78166666666667</c:v>
                </c:pt>
                <c:pt idx="1547">
                  <c:v>25.798333333333336</c:v>
                </c:pt>
                <c:pt idx="1548">
                  <c:v>25.815000000000001</c:v>
                </c:pt>
                <c:pt idx="1549">
                  <c:v>25.831666666666667</c:v>
                </c:pt>
                <c:pt idx="1550">
                  <c:v>25.848333333333336</c:v>
                </c:pt>
                <c:pt idx="1551">
                  <c:v>25.865000000000002</c:v>
                </c:pt>
                <c:pt idx="1552">
                  <c:v>25.881666666666668</c:v>
                </c:pt>
                <c:pt idx="1553">
                  <c:v>25.898333333333333</c:v>
                </c:pt>
                <c:pt idx="1554">
                  <c:v>25.915000000000003</c:v>
                </c:pt>
                <c:pt idx="1555">
                  <c:v>25.931666666666668</c:v>
                </c:pt>
                <c:pt idx="1556">
                  <c:v>25.948333333333334</c:v>
                </c:pt>
                <c:pt idx="1557">
                  <c:v>25.965</c:v>
                </c:pt>
                <c:pt idx="1558">
                  <c:v>25.981666666666669</c:v>
                </c:pt>
                <c:pt idx="1559">
                  <c:v>25.998333333333335</c:v>
                </c:pt>
                <c:pt idx="1560">
                  <c:v>26.015000000000001</c:v>
                </c:pt>
                <c:pt idx="1561">
                  <c:v>26.03166666666667</c:v>
                </c:pt>
                <c:pt idx="1562">
                  <c:v>26.048333333333336</c:v>
                </c:pt>
                <c:pt idx="1563">
                  <c:v>26.065000000000001</c:v>
                </c:pt>
                <c:pt idx="1564">
                  <c:v>26.081666666666667</c:v>
                </c:pt>
                <c:pt idx="1565">
                  <c:v>26.098333333333336</c:v>
                </c:pt>
                <c:pt idx="1566">
                  <c:v>26.115000000000002</c:v>
                </c:pt>
                <c:pt idx="1567">
                  <c:v>26.131666666666668</c:v>
                </c:pt>
                <c:pt idx="1568">
                  <c:v>26.148333333333333</c:v>
                </c:pt>
                <c:pt idx="1569">
                  <c:v>26.165000000000003</c:v>
                </c:pt>
                <c:pt idx="1570">
                  <c:v>26.181666666666668</c:v>
                </c:pt>
                <c:pt idx="1571">
                  <c:v>26.198333333333334</c:v>
                </c:pt>
                <c:pt idx="1572">
                  <c:v>26.215</c:v>
                </c:pt>
                <c:pt idx="1573">
                  <c:v>26.231666666666669</c:v>
                </c:pt>
                <c:pt idx="1574">
                  <c:v>26.248333333333335</c:v>
                </c:pt>
                <c:pt idx="1575">
                  <c:v>26.265000000000001</c:v>
                </c:pt>
                <c:pt idx="1576">
                  <c:v>26.28166666666667</c:v>
                </c:pt>
                <c:pt idx="1577">
                  <c:v>26.298333333333336</c:v>
                </c:pt>
                <c:pt idx="1578">
                  <c:v>26.315000000000001</c:v>
                </c:pt>
                <c:pt idx="1579">
                  <c:v>26.331666666666667</c:v>
                </c:pt>
                <c:pt idx="1580">
                  <c:v>26.348333333333336</c:v>
                </c:pt>
                <c:pt idx="1581">
                  <c:v>26.365000000000002</c:v>
                </c:pt>
                <c:pt idx="1582">
                  <c:v>26.381666666666668</c:v>
                </c:pt>
                <c:pt idx="1583">
                  <c:v>26.398333333333333</c:v>
                </c:pt>
                <c:pt idx="1584">
                  <c:v>26.415000000000003</c:v>
                </c:pt>
                <c:pt idx="1585">
                  <c:v>26.431666666666668</c:v>
                </c:pt>
                <c:pt idx="1586">
                  <c:v>26.448333333333334</c:v>
                </c:pt>
                <c:pt idx="1587">
                  <c:v>26.465</c:v>
                </c:pt>
                <c:pt idx="1588">
                  <c:v>26.481666666666669</c:v>
                </c:pt>
                <c:pt idx="1589">
                  <c:v>26.498333333333335</c:v>
                </c:pt>
                <c:pt idx="1590">
                  <c:v>26.515000000000001</c:v>
                </c:pt>
                <c:pt idx="1591">
                  <c:v>26.53166666666667</c:v>
                </c:pt>
                <c:pt idx="1592">
                  <c:v>26.548333333333336</c:v>
                </c:pt>
                <c:pt idx="1593">
                  <c:v>26.565000000000001</c:v>
                </c:pt>
                <c:pt idx="1594">
                  <c:v>26.581666666666667</c:v>
                </c:pt>
                <c:pt idx="1595">
                  <c:v>26.598333333333336</c:v>
                </c:pt>
                <c:pt idx="1596">
                  <c:v>26.615000000000002</c:v>
                </c:pt>
                <c:pt idx="1597">
                  <c:v>26.631666666666668</c:v>
                </c:pt>
                <c:pt idx="1598">
                  <c:v>26.648333333333333</c:v>
                </c:pt>
                <c:pt idx="1599">
                  <c:v>26.665000000000003</c:v>
                </c:pt>
                <c:pt idx="1600">
                  <c:v>26.681666666666668</c:v>
                </c:pt>
                <c:pt idx="1601">
                  <c:v>26.698333333333334</c:v>
                </c:pt>
                <c:pt idx="1602">
                  <c:v>26.715</c:v>
                </c:pt>
                <c:pt idx="1603">
                  <c:v>26.731666666666669</c:v>
                </c:pt>
                <c:pt idx="1604">
                  <c:v>26.748333333333335</c:v>
                </c:pt>
                <c:pt idx="1605">
                  <c:v>26.765000000000001</c:v>
                </c:pt>
                <c:pt idx="1606">
                  <c:v>26.78166666666667</c:v>
                </c:pt>
                <c:pt idx="1607">
                  <c:v>26.798333333333336</c:v>
                </c:pt>
                <c:pt idx="1608">
                  <c:v>26.815000000000001</c:v>
                </c:pt>
                <c:pt idx="1609">
                  <c:v>26.831666666666667</c:v>
                </c:pt>
                <c:pt idx="1610">
                  <c:v>26.848333333333336</c:v>
                </c:pt>
                <c:pt idx="1611">
                  <c:v>26.865000000000002</c:v>
                </c:pt>
                <c:pt idx="1612">
                  <c:v>26.881666666666668</c:v>
                </c:pt>
                <c:pt idx="1613">
                  <c:v>26.898333333333333</c:v>
                </c:pt>
                <c:pt idx="1614">
                  <c:v>26.915000000000003</c:v>
                </c:pt>
                <c:pt idx="1615">
                  <c:v>26.931666666666668</c:v>
                </c:pt>
                <c:pt idx="1616">
                  <c:v>26.948333333333334</c:v>
                </c:pt>
                <c:pt idx="1617">
                  <c:v>26.965</c:v>
                </c:pt>
                <c:pt idx="1618">
                  <c:v>26.981666666666669</c:v>
                </c:pt>
                <c:pt idx="1619">
                  <c:v>26.998333333333335</c:v>
                </c:pt>
                <c:pt idx="1620">
                  <c:v>27.015000000000001</c:v>
                </c:pt>
                <c:pt idx="1621">
                  <c:v>27.03166666666667</c:v>
                </c:pt>
                <c:pt idx="1622">
                  <c:v>27.048333333333336</c:v>
                </c:pt>
                <c:pt idx="1623">
                  <c:v>27.065000000000001</c:v>
                </c:pt>
                <c:pt idx="1624">
                  <c:v>27.081666666666667</c:v>
                </c:pt>
                <c:pt idx="1625">
                  <c:v>27.098333333333336</c:v>
                </c:pt>
                <c:pt idx="1626">
                  <c:v>27.115000000000002</c:v>
                </c:pt>
                <c:pt idx="1627">
                  <c:v>27.131666666666668</c:v>
                </c:pt>
                <c:pt idx="1628">
                  <c:v>27.148333333333333</c:v>
                </c:pt>
                <c:pt idx="1629">
                  <c:v>27.165000000000003</c:v>
                </c:pt>
                <c:pt idx="1630">
                  <c:v>27.181666666666668</c:v>
                </c:pt>
                <c:pt idx="1631">
                  <c:v>27.198333333333334</c:v>
                </c:pt>
                <c:pt idx="1632">
                  <c:v>27.215</c:v>
                </c:pt>
                <c:pt idx="1633">
                  <c:v>27.231666666666669</c:v>
                </c:pt>
                <c:pt idx="1634">
                  <c:v>27.248333333333335</c:v>
                </c:pt>
                <c:pt idx="1635">
                  <c:v>27.265000000000001</c:v>
                </c:pt>
                <c:pt idx="1636">
                  <c:v>27.28166666666667</c:v>
                </c:pt>
                <c:pt idx="1637">
                  <c:v>27.298333333333336</c:v>
                </c:pt>
                <c:pt idx="1638">
                  <c:v>27.315000000000001</c:v>
                </c:pt>
                <c:pt idx="1639">
                  <c:v>27.331666666666667</c:v>
                </c:pt>
                <c:pt idx="1640">
                  <c:v>27.348333333333336</c:v>
                </c:pt>
                <c:pt idx="1641">
                  <c:v>27.365000000000002</c:v>
                </c:pt>
                <c:pt idx="1642">
                  <c:v>27.381666666666668</c:v>
                </c:pt>
                <c:pt idx="1643">
                  <c:v>27.398333333333333</c:v>
                </c:pt>
                <c:pt idx="1644">
                  <c:v>27.415000000000003</c:v>
                </c:pt>
                <c:pt idx="1645">
                  <c:v>27.431666666666668</c:v>
                </c:pt>
                <c:pt idx="1646">
                  <c:v>27.448333333333334</c:v>
                </c:pt>
                <c:pt idx="1647">
                  <c:v>27.465</c:v>
                </c:pt>
                <c:pt idx="1648">
                  <c:v>27.481666666666669</c:v>
                </c:pt>
                <c:pt idx="1649">
                  <c:v>27.498333333333335</c:v>
                </c:pt>
                <c:pt idx="1650">
                  <c:v>27.515000000000001</c:v>
                </c:pt>
                <c:pt idx="1651">
                  <c:v>27.53166666666667</c:v>
                </c:pt>
                <c:pt idx="1652">
                  <c:v>27.548333333333336</c:v>
                </c:pt>
                <c:pt idx="1653">
                  <c:v>27.565000000000001</c:v>
                </c:pt>
                <c:pt idx="1654">
                  <c:v>27.581666666666667</c:v>
                </c:pt>
                <c:pt idx="1655">
                  <c:v>27.598333333333336</c:v>
                </c:pt>
                <c:pt idx="1656">
                  <c:v>27.615000000000002</c:v>
                </c:pt>
                <c:pt idx="1657">
                  <c:v>27.631666666666668</c:v>
                </c:pt>
                <c:pt idx="1658">
                  <c:v>27.648333333333333</c:v>
                </c:pt>
                <c:pt idx="1659">
                  <c:v>27.665000000000003</c:v>
                </c:pt>
                <c:pt idx="1660">
                  <c:v>27.681666666666668</c:v>
                </c:pt>
                <c:pt idx="1661">
                  <c:v>27.698333333333334</c:v>
                </c:pt>
                <c:pt idx="1662">
                  <c:v>27.715</c:v>
                </c:pt>
                <c:pt idx="1663">
                  <c:v>27.731666666666669</c:v>
                </c:pt>
                <c:pt idx="1664">
                  <c:v>27.748333333333335</c:v>
                </c:pt>
                <c:pt idx="1665">
                  <c:v>27.765000000000001</c:v>
                </c:pt>
                <c:pt idx="1666">
                  <c:v>27.78166666666667</c:v>
                </c:pt>
                <c:pt idx="1667">
                  <c:v>27.798333333333336</c:v>
                </c:pt>
                <c:pt idx="1668">
                  <c:v>27.815000000000001</c:v>
                </c:pt>
                <c:pt idx="1669">
                  <c:v>27.831666666666667</c:v>
                </c:pt>
                <c:pt idx="1670">
                  <c:v>27.848333333333336</c:v>
                </c:pt>
                <c:pt idx="1671">
                  <c:v>27.865000000000002</c:v>
                </c:pt>
                <c:pt idx="1672">
                  <c:v>27.881666666666668</c:v>
                </c:pt>
                <c:pt idx="1673">
                  <c:v>27.898333333333333</c:v>
                </c:pt>
                <c:pt idx="1674">
                  <c:v>27.915000000000003</c:v>
                </c:pt>
                <c:pt idx="1675">
                  <c:v>27.931666666666668</c:v>
                </c:pt>
                <c:pt idx="1676">
                  <c:v>27.948333333333334</c:v>
                </c:pt>
                <c:pt idx="1677">
                  <c:v>27.965</c:v>
                </c:pt>
                <c:pt idx="1678">
                  <c:v>27.981666666666669</c:v>
                </c:pt>
                <c:pt idx="1679">
                  <c:v>27.998333333333335</c:v>
                </c:pt>
                <c:pt idx="1680">
                  <c:v>28.015000000000001</c:v>
                </c:pt>
                <c:pt idx="1681">
                  <c:v>28.03166666666667</c:v>
                </c:pt>
                <c:pt idx="1682">
                  <c:v>28.048333333333336</c:v>
                </c:pt>
                <c:pt idx="1683">
                  <c:v>28.065000000000001</c:v>
                </c:pt>
                <c:pt idx="1684">
                  <c:v>28.081666666666667</c:v>
                </c:pt>
                <c:pt idx="1685">
                  <c:v>28.098333333333336</c:v>
                </c:pt>
                <c:pt idx="1686">
                  <c:v>28.115000000000002</c:v>
                </c:pt>
                <c:pt idx="1687">
                  <c:v>28.131666666666668</c:v>
                </c:pt>
                <c:pt idx="1688">
                  <c:v>28.148333333333333</c:v>
                </c:pt>
                <c:pt idx="1689">
                  <c:v>28.165000000000003</c:v>
                </c:pt>
                <c:pt idx="1690">
                  <c:v>28.181666666666668</c:v>
                </c:pt>
                <c:pt idx="1691">
                  <c:v>28.198333333333334</c:v>
                </c:pt>
                <c:pt idx="1692">
                  <c:v>28.215</c:v>
                </c:pt>
                <c:pt idx="1693">
                  <c:v>28.231666666666669</c:v>
                </c:pt>
                <c:pt idx="1694">
                  <c:v>28.248333333333335</c:v>
                </c:pt>
                <c:pt idx="1695">
                  <c:v>28.265000000000001</c:v>
                </c:pt>
                <c:pt idx="1696">
                  <c:v>28.28166666666667</c:v>
                </c:pt>
                <c:pt idx="1697">
                  <c:v>28.298333333333336</c:v>
                </c:pt>
                <c:pt idx="1698">
                  <c:v>28.315000000000001</c:v>
                </c:pt>
                <c:pt idx="1699">
                  <c:v>28.331666666666667</c:v>
                </c:pt>
                <c:pt idx="1700">
                  <c:v>28.348333333333336</c:v>
                </c:pt>
                <c:pt idx="1701">
                  <c:v>28.365000000000002</c:v>
                </c:pt>
                <c:pt idx="1702">
                  <c:v>28.381666666666668</c:v>
                </c:pt>
                <c:pt idx="1703">
                  <c:v>28.398333333333333</c:v>
                </c:pt>
                <c:pt idx="1704">
                  <c:v>28.415000000000003</c:v>
                </c:pt>
                <c:pt idx="1705">
                  <c:v>28.431666666666668</c:v>
                </c:pt>
                <c:pt idx="1706">
                  <c:v>28.448333333333334</c:v>
                </c:pt>
                <c:pt idx="1707">
                  <c:v>28.465</c:v>
                </c:pt>
                <c:pt idx="1708">
                  <c:v>28.481666666666669</c:v>
                </c:pt>
                <c:pt idx="1709">
                  <c:v>28.498333333333335</c:v>
                </c:pt>
                <c:pt idx="1710">
                  <c:v>28.515000000000001</c:v>
                </c:pt>
                <c:pt idx="1711">
                  <c:v>28.53166666666667</c:v>
                </c:pt>
                <c:pt idx="1712">
                  <c:v>28.548333333333336</c:v>
                </c:pt>
                <c:pt idx="1713">
                  <c:v>28.565000000000001</c:v>
                </c:pt>
                <c:pt idx="1714">
                  <c:v>28.581666666666667</c:v>
                </c:pt>
                <c:pt idx="1715">
                  <c:v>28.598333333333336</c:v>
                </c:pt>
                <c:pt idx="1716">
                  <c:v>28.615000000000002</c:v>
                </c:pt>
                <c:pt idx="1717">
                  <c:v>28.631666666666668</c:v>
                </c:pt>
                <c:pt idx="1718">
                  <c:v>28.648333333333333</c:v>
                </c:pt>
                <c:pt idx="1719">
                  <c:v>28.665000000000003</c:v>
                </c:pt>
                <c:pt idx="1720">
                  <c:v>28.681666666666668</c:v>
                </c:pt>
                <c:pt idx="1721">
                  <c:v>28.698333333333334</c:v>
                </c:pt>
                <c:pt idx="1722">
                  <c:v>28.715</c:v>
                </c:pt>
                <c:pt idx="1723">
                  <c:v>28.731666666666669</c:v>
                </c:pt>
                <c:pt idx="1724">
                  <c:v>28.748333333333335</c:v>
                </c:pt>
                <c:pt idx="1725">
                  <c:v>28.765000000000001</c:v>
                </c:pt>
                <c:pt idx="1726">
                  <c:v>28.78166666666667</c:v>
                </c:pt>
                <c:pt idx="1727">
                  <c:v>28.798333333333336</c:v>
                </c:pt>
                <c:pt idx="1728">
                  <c:v>28.815000000000001</c:v>
                </c:pt>
                <c:pt idx="1729">
                  <c:v>28.831666666666667</c:v>
                </c:pt>
                <c:pt idx="1730">
                  <c:v>28.848333333333336</c:v>
                </c:pt>
                <c:pt idx="1731">
                  <c:v>28.865000000000002</c:v>
                </c:pt>
                <c:pt idx="1732">
                  <c:v>28.881666666666668</c:v>
                </c:pt>
                <c:pt idx="1733">
                  <c:v>28.898333333333333</c:v>
                </c:pt>
                <c:pt idx="1734">
                  <c:v>28.915000000000003</c:v>
                </c:pt>
                <c:pt idx="1735">
                  <c:v>28.931666666666668</c:v>
                </c:pt>
                <c:pt idx="1736">
                  <c:v>28.948333333333334</c:v>
                </c:pt>
                <c:pt idx="1737">
                  <c:v>28.965</c:v>
                </c:pt>
                <c:pt idx="1738">
                  <c:v>28.981666666666669</c:v>
                </c:pt>
                <c:pt idx="1739">
                  <c:v>28.998333333333335</c:v>
                </c:pt>
                <c:pt idx="1740">
                  <c:v>29.015000000000001</c:v>
                </c:pt>
                <c:pt idx="1741">
                  <c:v>29.03166666666667</c:v>
                </c:pt>
                <c:pt idx="1742">
                  <c:v>29.048333333333336</c:v>
                </c:pt>
                <c:pt idx="1743">
                  <c:v>29.065000000000001</c:v>
                </c:pt>
                <c:pt idx="1744">
                  <c:v>29.081666666666667</c:v>
                </c:pt>
                <c:pt idx="1745">
                  <c:v>29.098333333333336</c:v>
                </c:pt>
                <c:pt idx="1746">
                  <c:v>29.115000000000002</c:v>
                </c:pt>
                <c:pt idx="1747">
                  <c:v>29.131666666666668</c:v>
                </c:pt>
                <c:pt idx="1748">
                  <c:v>29.148333333333333</c:v>
                </c:pt>
                <c:pt idx="1749">
                  <c:v>29.165000000000003</c:v>
                </c:pt>
                <c:pt idx="1750">
                  <c:v>29.181666666666668</c:v>
                </c:pt>
                <c:pt idx="1751">
                  <c:v>29.198333333333334</c:v>
                </c:pt>
                <c:pt idx="1752">
                  <c:v>29.215</c:v>
                </c:pt>
                <c:pt idx="1753">
                  <c:v>29.231666666666669</c:v>
                </c:pt>
                <c:pt idx="1754">
                  <c:v>29.248333333333335</c:v>
                </c:pt>
                <c:pt idx="1755">
                  <c:v>29.265000000000001</c:v>
                </c:pt>
                <c:pt idx="1756">
                  <c:v>29.28166666666667</c:v>
                </c:pt>
                <c:pt idx="1757">
                  <c:v>29.298333333333336</c:v>
                </c:pt>
                <c:pt idx="1758">
                  <c:v>29.315000000000001</c:v>
                </c:pt>
                <c:pt idx="1759">
                  <c:v>29.331666666666667</c:v>
                </c:pt>
                <c:pt idx="1760">
                  <c:v>29.348333333333336</c:v>
                </c:pt>
                <c:pt idx="1761">
                  <c:v>29.365000000000002</c:v>
                </c:pt>
                <c:pt idx="1762">
                  <c:v>29.381666666666668</c:v>
                </c:pt>
                <c:pt idx="1763">
                  <c:v>29.398333333333333</c:v>
                </c:pt>
                <c:pt idx="1764">
                  <c:v>29.415000000000003</c:v>
                </c:pt>
                <c:pt idx="1765">
                  <c:v>29.431666666666668</c:v>
                </c:pt>
                <c:pt idx="1766">
                  <c:v>29.448333333333334</c:v>
                </c:pt>
                <c:pt idx="1767">
                  <c:v>29.465</c:v>
                </c:pt>
                <c:pt idx="1768">
                  <c:v>29.481666666666669</c:v>
                </c:pt>
                <c:pt idx="1769">
                  <c:v>29.498333333333335</c:v>
                </c:pt>
                <c:pt idx="1770">
                  <c:v>29.515000000000001</c:v>
                </c:pt>
                <c:pt idx="1771">
                  <c:v>29.53166666666667</c:v>
                </c:pt>
                <c:pt idx="1772">
                  <c:v>29.548333333333336</c:v>
                </c:pt>
                <c:pt idx="1773">
                  <c:v>29.565000000000001</c:v>
                </c:pt>
                <c:pt idx="1774">
                  <c:v>29.581666666666667</c:v>
                </c:pt>
                <c:pt idx="1775">
                  <c:v>29.598333333333336</c:v>
                </c:pt>
                <c:pt idx="1776">
                  <c:v>29.615000000000002</c:v>
                </c:pt>
                <c:pt idx="1777">
                  <c:v>29.631666666666668</c:v>
                </c:pt>
                <c:pt idx="1778">
                  <c:v>29.648333333333333</c:v>
                </c:pt>
                <c:pt idx="1779">
                  <c:v>29.665000000000003</c:v>
                </c:pt>
                <c:pt idx="1780">
                  <c:v>29.681666666666668</c:v>
                </c:pt>
                <c:pt idx="1781">
                  <c:v>29.698333333333334</c:v>
                </c:pt>
                <c:pt idx="1782">
                  <c:v>29.715</c:v>
                </c:pt>
                <c:pt idx="1783">
                  <c:v>29.731666666666669</c:v>
                </c:pt>
                <c:pt idx="1784">
                  <c:v>29.748333333333335</c:v>
                </c:pt>
                <c:pt idx="1785">
                  <c:v>29.765000000000001</c:v>
                </c:pt>
                <c:pt idx="1786">
                  <c:v>29.78166666666667</c:v>
                </c:pt>
                <c:pt idx="1787">
                  <c:v>29.798333333333336</c:v>
                </c:pt>
                <c:pt idx="1788">
                  <c:v>29.815000000000001</c:v>
                </c:pt>
                <c:pt idx="1789">
                  <c:v>29.831666666666667</c:v>
                </c:pt>
                <c:pt idx="1790">
                  <c:v>29.848333333333336</c:v>
                </c:pt>
                <c:pt idx="1791">
                  <c:v>29.865000000000002</c:v>
                </c:pt>
                <c:pt idx="1792">
                  <c:v>29.881666666666668</c:v>
                </c:pt>
                <c:pt idx="1793">
                  <c:v>29.898333333333333</c:v>
                </c:pt>
                <c:pt idx="1794">
                  <c:v>29.915000000000003</c:v>
                </c:pt>
                <c:pt idx="1795">
                  <c:v>29.931666666666668</c:v>
                </c:pt>
                <c:pt idx="1796">
                  <c:v>29.948333333333334</c:v>
                </c:pt>
                <c:pt idx="1797">
                  <c:v>29.965</c:v>
                </c:pt>
                <c:pt idx="1798">
                  <c:v>29.981666666666669</c:v>
                </c:pt>
                <c:pt idx="1799">
                  <c:v>29.998333333333335</c:v>
                </c:pt>
                <c:pt idx="1800">
                  <c:v>30.015000000000001</c:v>
                </c:pt>
                <c:pt idx="1801">
                  <c:v>30.03166666666667</c:v>
                </c:pt>
                <c:pt idx="1802">
                  <c:v>30.048333333333336</c:v>
                </c:pt>
                <c:pt idx="1803">
                  <c:v>30.065000000000001</c:v>
                </c:pt>
                <c:pt idx="1804">
                  <c:v>30.081666666666667</c:v>
                </c:pt>
                <c:pt idx="1805">
                  <c:v>30.098333333333336</c:v>
                </c:pt>
                <c:pt idx="1806">
                  <c:v>30.115000000000002</c:v>
                </c:pt>
                <c:pt idx="1807">
                  <c:v>30.131666666666668</c:v>
                </c:pt>
                <c:pt idx="1808">
                  <c:v>30.148333333333333</c:v>
                </c:pt>
                <c:pt idx="1809">
                  <c:v>30.165000000000003</c:v>
                </c:pt>
                <c:pt idx="1810">
                  <c:v>30.181666666666668</c:v>
                </c:pt>
                <c:pt idx="1811">
                  <c:v>30.198333333333334</c:v>
                </c:pt>
                <c:pt idx="1812">
                  <c:v>30.215</c:v>
                </c:pt>
                <c:pt idx="1813">
                  <c:v>30.231666666666669</c:v>
                </c:pt>
                <c:pt idx="1814">
                  <c:v>30.248333333333335</c:v>
                </c:pt>
                <c:pt idx="1815">
                  <c:v>30.265000000000001</c:v>
                </c:pt>
                <c:pt idx="1816">
                  <c:v>30.28166666666667</c:v>
                </c:pt>
                <c:pt idx="1817">
                  <c:v>30.298333333333336</c:v>
                </c:pt>
                <c:pt idx="1818">
                  <c:v>30.315000000000001</c:v>
                </c:pt>
                <c:pt idx="1819">
                  <c:v>30.331666666666667</c:v>
                </c:pt>
                <c:pt idx="1820">
                  <c:v>30.348333333333336</c:v>
                </c:pt>
                <c:pt idx="1821">
                  <c:v>30.365000000000002</c:v>
                </c:pt>
                <c:pt idx="1822">
                  <c:v>30.381666666666668</c:v>
                </c:pt>
                <c:pt idx="1823">
                  <c:v>30.398333333333333</c:v>
                </c:pt>
                <c:pt idx="1824">
                  <c:v>30.415000000000003</c:v>
                </c:pt>
                <c:pt idx="1825">
                  <c:v>30.431666666666668</c:v>
                </c:pt>
                <c:pt idx="1826">
                  <c:v>30.448333333333334</c:v>
                </c:pt>
                <c:pt idx="1827">
                  <c:v>30.465</c:v>
                </c:pt>
                <c:pt idx="1828">
                  <c:v>30.481666666666669</c:v>
                </c:pt>
                <c:pt idx="1829">
                  <c:v>30.498333333333335</c:v>
                </c:pt>
                <c:pt idx="1830">
                  <c:v>30.515000000000001</c:v>
                </c:pt>
                <c:pt idx="1831">
                  <c:v>30.53166666666667</c:v>
                </c:pt>
                <c:pt idx="1832">
                  <c:v>30.548333333333336</c:v>
                </c:pt>
                <c:pt idx="1833">
                  <c:v>30.565000000000001</c:v>
                </c:pt>
                <c:pt idx="1834">
                  <c:v>30.581666666666667</c:v>
                </c:pt>
                <c:pt idx="1835">
                  <c:v>30.598333333333336</c:v>
                </c:pt>
                <c:pt idx="1836">
                  <c:v>30.615000000000002</c:v>
                </c:pt>
                <c:pt idx="1837">
                  <c:v>30.631666666666668</c:v>
                </c:pt>
                <c:pt idx="1838">
                  <c:v>30.648333333333333</c:v>
                </c:pt>
                <c:pt idx="1839">
                  <c:v>30.665000000000003</c:v>
                </c:pt>
                <c:pt idx="1840">
                  <c:v>30.681666666666668</c:v>
                </c:pt>
                <c:pt idx="1841">
                  <c:v>30.698333333333334</c:v>
                </c:pt>
                <c:pt idx="1842">
                  <c:v>30.715</c:v>
                </c:pt>
                <c:pt idx="1843">
                  <c:v>30.731666666666669</c:v>
                </c:pt>
                <c:pt idx="1844">
                  <c:v>30.748333333333335</c:v>
                </c:pt>
                <c:pt idx="1845">
                  <c:v>30.765000000000001</c:v>
                </c:pt>
                <c:pt idx="1846">
                  <c:v>30.78166666666667</c:v>
                </c:pt>
                <c:pt idx="1847">
                  <c:v>30.798333333333336</c:v>
                </c:pt>
                <c:pt idx="1848">
                  <c:v>30.815000000000001</c:v>
                </c:pt>
                <c:pt idx="1849">
                  <c:v>30.831666666666667</c:v>
                </c:pt>
                <c:pt idx="1850">
                  <c:v>30.848333333333336</c:v>
                </c:pt>
                <c:pt idx="1851">
                  <c:v>30.865000000000002</c:v>
                </c:pt>
                <c:pt idx="1852">
                  <c:v>30.881666666666668</c:v>
                </c:pt>
                <c:pt idx="1853">
                  <c:v>30.898333333333333</c:v>
                </c:pt>
                <c:pt idx="1854">
                  <c:v>30.915000000000003</c:v>
                </c:pt>
                <c:pt idx="1855">
                  <c:v>30.931666666666668</c:v>
                </c:pt>
                <c:pt idx="1856">
                  <c:v>30.948333333333334</c:v>
                </c:pt>
                <c:pt idx="1857">
                  <c:v>30.965</c:v>
                </c:pt>
                <c:pt idx="1858">
                  <c:v>30.981666666666669</c:v>
                </c:pt>
                <c:pt idx="1859">
                  <c:v>30.998333333333335</c:v>
                </c:pt>
                <c:pt idx="1860">
                  <c:v>31.015000000000001</c:v>
                </c:pt>
                <c:pt idx="1861">
                  <c:v>31.03166666666667</c:v>
                </c:pt>
                <c:pt idx="1862">
                  <c:v>31.048333333333336</c:v>
                </c:pt>
                <c:pt idx="1863">
                  <c:v>31.065000000000001</c:v>
                </c:pt>
                <c:pt idx="1864">
                  <c:v>31.081666666666667</c:v>
                </c:pt>
                <c:pt idx="1865">
                  <c:v>31.098333333333336</c:v>
                </c:pt>
                <c:pt idx="1866">
                  <c:v>31.115000000000002</c:v>
                </c:pt>
                <c:pt idx="1867">
                  <c:v>31.131666666666668</c:v>
                </c:pt>
                <c:pt idx="1868">
                  <c:v>31.148333333333333</c:v>
                </c:pt>
                <c:pt idx="1869">
                  <c:v>31.165000000000003</c:v>
                </c:pt>
                <c:pt idx="1870">
                  <c:v>31.181666666666668</c:v>
                </c:pt>
                <c:pt idx="1871">
                  <c:v>31.198333333333334</c:v>
                </c:pt>
                <c:pt idx="1872">
                  <c:v>31.215</c:v>
                </c:pt>
                <c:pt idx="1873">
                  <c:v>31.231666666666669</c:v>
                </c:pt>
                <c:pt idx="1874">
                  <c:v>31.248333333333335</c:v>
                </c:pt>
                <c:pt idx="1875">
                  <c:v>31.265000000000001</c:v>
                </c:pt>
                <c:pt idx="1876">
                  <c:v>31.28166666666667</c:v>
                </c:pt>
                <c:pt idx="1877">
                  <c:v>31.298333333333336</c:v>
                </c:pt>
                <c:pt idx="1878">
                  <c:v>31.315000000000001</c:v>
                </c:pt>
                <c:pt idx="1879">
                  <c:v>31.331666666666667</c:v>
                </c:pt>
                <c:pt idx="1880">
                  <c:v>31.348333333333336</c:v>
                </c:pt>
                <c:pt idx="1881">
                  <c:v>31.365000000000002</c:v>
                </c:pt>
                <c:pt idx="1882">
                  <c:v>31.381666666666668</c:v>
                </c:pt>
                <c:pt idx="1883">
                  <c:v>31.398333333333333</c:v>
                </c:pt>
                <c:pt idx="1884">
                  <c:v>31.415000000000003</c:v>
                </c:pt>
                <c:pt idx="1885">
                  <c:v>31.431666666666668</c:v>
                </c:pt>
                <c:pt idx="1886">
                  <c:v>31.448333333333334</c:v>
                </c:pt>
                <c:pt idx="1887">
                  <c:v>31.465</c:v>
                </c:pt>
                <c:pt idx="1888">
                  <c:v>31.481666666666669</c:v>
                </c:pt>
                <c:pt idx="1889">
                  <c:v>31.498333333333335</c:v>
                </c:pt>
                <c:pt idx="1890">
                  <c:v>31.515000000000001</c:v>
                </c:pt>
                <c:pt idx="1891">
                  <c:v>31.53166666666667</c:v>
                </c:pt>
                <c:pt idx="1892">
                  <c:v>31.548333333333336</c:v>
                </c:pt>
                <c:pt idx="1893">
                  <c:v>31.565000000000001</c:v>
                </c:pt>
                <c:pt idx="1894">
                  <c:v>31.581666666666667</c:v>
                </c:pt>
                <c:pt idx="1895">
                  <c:v>31.598333333333336</c:v>
                </c:pt>
                <c:pt idx="1896">
                  <c:v>31.615000000000002</c:v>
                </c:pt>
              </c:numCache>
            </c:numRef>
          </c:xVal>
          <c:yVal>
            <c:numRef>
              <c:f>Sheet2!$C$2:$C$1898</c:f>
              <c:numCache>
                <c:formatCode>General</c:formatCode>
                <c:ptCount val="1897"/>
                <c:pt idx="0">
                  <c:v>1.2989389490785559</c:v>
                </c:pt>
                <c:pt idx="1">
                  <c:v>1.2979712459578601</c:v>
                </c:pt>
                <c:pt idx="2">
                  <c:v>1.29698461233163</c:v>
                </c:pt>
                <c:pt idx="3">
                  <c:v>1.295965843762839</c:v>
                </c:pt>
                <c:pt idx="4">
                  <c:v>1.2948554880420129</c:v>
                </c:pt>
                <c:pt idx="5">
                  <c:v>1.2936039449059731</c:v>
                </c:pt>
                <c:pt idx="6">
                  <c:v>1.2921986376074091</c:v>
                </c:pt>
                <c:pt idx="7">
                  <c:v>1.290716377451993</c:v>
                </c:pt>
                <c:pt idx="8">
                  <c:v>1.289343844672761</c:v>
                </c:pt>
                <c:pt idx="9">
                  <c:v>1.2884499903397619</c:v>
                </c:pt>
                <c:pt idx="10">
                  <c:v>1.2885986622650001</c:v>
                </c:pt>
                <c:pt idx="11">
                  <c:v>1.290569862643784</c:v>
                </c:pt>
                <c:pt idx="12">
                  <c:v>1.295265951102323</c:v>
                </c:pt>
                <c:pt idx="13">
                  <c:v>1.303409172844703</c:v>
                </c:pt>
                <c:pt idx="14">
                  <c:v>1.3156164590464039</c:v>
                </c:pt>
                <c:pt idx="15">
                  <c:v>1.3322995823283139</c:v>
                </c:pt>
                <c:pt idx="16">
                  <c:v>1.353376823759519</c:v>
                </c:pt>
                <c:pt idx="17">
                  <c:v>1.3774056864416619</c:v>
                </c:pt>
                <c:pt idx="18">
                  <c:v>1.4023996070233851</c:v>
                </c:pt>
                <c:pt idx="19">
                  <c:v>1.426898100707096</c:v>
                </c:pt>
                <c:pt idx="20">
                  <c:v>1.450090916966934</c:v>
                </c:pt>
                <c:pt idx="21">
                  <c:v>1.4718091237023609</c:v>
                </c:pt>
                <c:pt idx="22">
                  <c:v>1.49233582211091</c:v>
                </c:pt>
                <c:pt idx="23">
                  <c:v>1.5118149247051811</c:v>
                </c:pt>
                <c:pt idx="24">
                  <c:v>1.5303982451248761</c:v>
                </c:pt>
                <c:pt idx="25">
                  <c:v>1.548429350476821</c:v>
                </c:pt>
                <c:pt idx="26">
                  <c:v>1.5660810862432659</c:v>
                </c:pt>
                <c:pt idx="27">
                  <c:v>1.5831538700163881</c:v>
                </c:pt>
                <c:pt idx="28">
                  <c:v>1.599333838120826</c:v>
                </c:pt>
                <c:pt idx="29">
                  <c:v>1.614324729875011</c:v>
                </c:pt>
                <c:pt idx="30">
                  <c:v>1.627782217163273</c:v>
                </c:pt>
                <c:pt idx="31">
                  <c:v>1.6395549386722701</c:v>
                </c:pt>
                <c:pt idx="32">
                  <c:v>1.6497130120861281</c:v>
                </c:pt>
                <c:pt idx="33">
                  <c:v>1.658420989251028</c:v>
                </c:pt>
                <c:pt idx="34">
                  <c:v>1.6658456732070981</c:v>
                </c:pt>
                <c:pt idx="35">
                  <c:v>1.6721439084976359</c:v>
                </c:pt>
                <c:pt idx="36">
                  <c:v>1.6774802233205801</c:v>
                </c:pt>
                <c:pt idx="37">
                  <c:v>1.6820353107792121</c:v>
                </c:pt>
                <c:pt idx="38">
                  <c:v>1.686045517824557</c:v>
                </c:pt>
                <c:pt idx="39">
                  <c:v>1.6897306573568891</c:v>
                </c:pt>
                <c:pt idx="40">
                  <c:v>1.693276228339984</c:v>
                </c:pt>
                <c:pt idx="41">
                  <c:v>1.696875075872923</c:v>
                </c:pt>
                <c:pt idx="42">
                  <c:v>1.7007451694200431</c:v>
                </c:pt>
                <c:pt idx="43">
                  <c:v>1.7050943300113499</c:v>
                </c:pt>
                <c:pt idx="44">
                  <c:v>1.7101333054546239</c:v>
                </c:pt>
                <c:pt idx="45">
                  <c:v>1.716146912271699</c:v>
                </c:pt>
                <c:pt idx="46">
                  <c:v>1.723456094354614</c:v>
                </c:pt>
                <c:pt idx="47">
                  <c:v>1.7323643765626451</c:v>
                </c:pt>
                <c:pt idx="48">
                  <c:v>1.7430984437818069</c:v>
                </c:pt>
                <c:pt idx="49">
                  <c:v>1.7557993437291779</c:v>
                </c:pt>
                <c:pt idx="50">
                  <c:v>1.7705706360696991</c:v>
                </c:pt>
                <c:pt idx="51">
                  <c:v>1.787205786771884</c:v>
                </c:pt>
                <c:pt idx="52">
                  <c:v>1.8054347408232609</c:v>
                </c:pt>
                <c:pt idx="53">
                  <c:v>1.8249642742255281</c:v>
                </c:pt>
                <c:pt idx="54">
                  <c:v>1.84572510971972</c:v>
                </c:pt>
                <c:pt idx="55">
                  <c:v>1.8680924435581761</c:v>
                </c:pt>
                <c:pt idx="56">
                  <c:v>1.89227399856407</c:v>
                </c:pt>
                <c:pt idx="57">
                  <c:v>1.9178777794056401</c:v>
                </c:pt>
                <c:pt idx="58">
                  <c:v>1.9443679027051131</c:v>
                </c:pt>
                <c:pt idx="59">
                  <c:v>1.9715042230062041</c:v>
                </c:pt>
                <c:pt idx="60">
                  <c:v>1.9993195380105739</c:v>
                </c:pt>
                <c:pt idx="61">
                  <c:v>2.027835465318347</c:v>
                </c:pt>
                <c:pt idx="62">
                  <c:v>2.0569763672202108</c:v>
                </c:pt>
                <c:pt idx="63">
                  <c:v>2.0865492157034242</c:v>
                </c:pt>
                <c:pt idx="64">
                  <c:v>2.116354978825953</c:v>
                </c:pt>
                <c:pt idx="65">
                  <c:v>2.146218614823951</c:v>
                </c:pt>
                <c:pt idx="66">
                  <c:v>2.1759052263077421</c:v>
                </c:pt>
                <c:pt idx="67">
                  <c:v>2.205216457471344</c:v>
                </c:pt>
                <c:pt idx="68">
                  <c:v>2.2340294308019302</c:v>
                </c:pt>
                <c:pt idx="69">
                  <c:v>2.2622821220538598</c:v>
                </c:pt>
                <c:pt idx="70">
                  <c:v>2.289971444517918</c:v>
                </c:pt>
                <c:pt idx="71">
                  <c:v>2.317133902819017</c:v>
                </c:pt>
                <c:pt idx="72">
                  <c:v>2.3438221747257582</c:v>
                </c:pt>
                <c:pt idx="73">
                  <c:v>2.3701390853056949</c:v>
                </c:pt>
                <c:pt idx="74">
                  <c:v>2.3962027953727811</c:v>
                </c:pt>
                <c:pt idx="75">
                  <c:v>2.4221529464860021</c:v>
                </c:pt>
                <c:pt idx="76">
                  <c:v>2.4480990095062278</c:v>
                </c:pt>
                <c:pt idx="77">
                  <c:v>2.4741300631463412</c:v>
                </c:pt>
                <c:pt idx="78">
                  <c:v>2.5003295610806719</c:v>
                </c:pt>
                <c:pt idx="79">
                  <c:v>2.526783622604464</c:v>
                </c:pt>
                <c:pt idx="80">
                  <c:v>2.5535352651416332</c:v>
                </c:pt>
                <c:pt idx="81">
                  <c:v>2.5805409601352078</c:v>
                </c:pt>
                <c:pt idx="82">
                  <c:v>2.607718517958308</c:v>
                </c:pt>
                <c:pt idx="83">
                  <c:v>2.6349625176179581</c:v>
                </c:pt>
                <c:pt idx="84">
                  <c:v>2.6621860622772249</c:v>
                </c:pt>
                <c:pt idx="85">
                  <c:v>2.6893274739552639</c:v>
                </c:pt>
                <c:pt idx="86">
                  <c:v>2.7163477114117769</c:v>
                </c:pt>
                <c:pt idx="87">
                  <c:v>2.7432448106666629</c:v>
                </c:pt>
                <c:pt idx="88">
                  <c:v>2.7700577828638031</c:v>
                </c:pt>
                <c:pt idx="89">
                  <c:v>2.7968384966750541</c:v>
                </c:pt>
                <c:pt idx="90">
                  <c:v>2.82361437895575</c:v>
                </c:pt>
                <c:pt idx="91">
                  <c:v>2.850349217211626</c:v>
                </c:pt>
                <c:pt idx="92">
                  <c:v>2.8769857868469129</c:v>
                </c:pt>
                <c:pt idx="93">
                  <c:v>2.9034735380857049</c:v>
                </c:pt>
                <c:pt idx="94">
                  <c:v>2.9297464813365108</c:v>
                </c:pt>
                <c:pt idx="95">
                  <c:v>2.9557326244135158</c:v>
                </c:pt>
                <c:pt idx="96">
                  <c:v>2.9813525786630759</c:v>
                </c:pt>
                <c:pt idx="97">
                  <c:v>3.0065370151843722</c:v>
                </c:pt>
                <c:pt idx="98">
                  <c:v>3.0312441030366588</c:v>
                </c:pt>
                <c:pt idx="99">
                  <c:v>3.05545933620057</c:v>
                </c:pt>
                <c:pt idx="100">
                  <c:v>3.0792012805484812</c:v>
                </c:pt>
                <c:pt idx="101">
                  <c:v>3.1025078365577921</c:v>
                </c:pt>
                <c:pt idx="102">
                  <c:v>3.125395295777329</c:v>
                </c:pt>
                <c:pt idx="103">
                  <c:v>3.1478297993309181</c:v>
                </c:pt>
                <c:pt idx="104">
                  <c:v>3.1698223071420228</c:v>
                </c:pt>
                <c:pt idx="105">
                  <c:v>3.1916305303017838</c:v>
                </c:pt>
                <c:pt idx="106">
                  <c:v>3.2137967447249141</c:v>
                </c:pt>
                <c:pt idx="107">
                  <c:v>3.2368269850568132</c:v>
                </c:pt>
                <c:pt idx="108">
                  <c:v>3.2611365094220548</c:v>
                </c:pt>
                <c:pt idx="109">
                  <c:v>3.2867446761423018</c:v>
                </c:pt>
                <c:pt idx="110">
                  <c:v>3.3128896855172809</c:v>
                </c:pt>
                <c:pt idx="111">
                  <c:v>3.3389592494399638</c:v>
                </c:pt>
                <c:pt idx="112">
                  <c:v>3.3650785421108131</c:v>
                </c:pt>
                <c:pt idx="113">
                  <c:v>3.3915054554956838</c:v>
                </c:pt>
                <c:pt idx="114">
                  <c:v>3.4183731825652921</c:v>
                </c:pt>
                <c:pt idx="115">
                  <c:v>3.4455308164767531</c:v>
                </c:pt>
                <c:pt idx="116">
                  <c:v>3.4728214463809421</c:v>
                </c:pt>
                <c:pt idx="117">
                  <c:v>3.500246055178303</c:v>
                </c:pt>
                <c:pt idx="118">
                  <c:v>3.5278299923006751</c:v>
                </c:pt>
                <c:pt idx="119">
                  <c:v>3.555565679873693</c:v>
                </c:pt>
                <c:pt idx="120">
                  <c:v>3.5834037650084798</c:v>
                </c:pt>
                <c:pt idx="121">
                  <c:v>3.6112551172899909</c:v>
                </c:pt>
                <c:pt idx="122">
                  <c:v>3.6390287484307349</c:v>
                </c:pt>
                <c:pt idx="123">
                  <c:v>3.666655108441025</c:v>
                </c:pt>
                <c:pt idx="124">
                  <c:v>3.694085532671497</c:v>
                </c:pt>
                <c:pt idx="125">
                  <c:v>3.7212850808323532</c:v>
                </c:pt>
                <c:pt idx="126">
                  <c:v>3.7482182513144351</c:v>
                </c:pt>
                <c:pt idx="127">
                  <c:v>3.774849565547941</c:v>
                </c:pt>
                <c:pt idx="128">
                  <c:v>3.8011529052493298</c:v>
                </c:pt>
                <c:pt idx="129">
                  <c:v>3.8271032845415802</c:v>
                </c:pt>
                <c:pt idx="130">
                  <c:v>3.852695780910774</c:v>
                </c:pt>
                <c:pt idx="131">
                  <c:v>3.8779779578472611</c:v>
                </c:pt>
                <c:pt idx="132">
                  <c:v>3.9030027221789632</c:v>
                </c:pt>
                <c:pt idx="133">
                  <c:v>3.927794597636364</c:v>
                </c:pt>
                <c:pt idx="134">
                  <c:v>3.9522814145591609</c:v>
                </c:pt>
                <c:pt idx="135">
                  <c:v>3.9763414810413158</c:v>
                </c:pt>
                <c:pt idx="136">
                  <c:v>3.9998345953486218</c:v>
                </c:pt>
                <c:pt idx="137">
                  <c:v>4.0226428834084</c:v>
                </c:pt>
                <c:pt idx="138">
                  <c:v>4.0446077451917457</c:v>
                </c:pt>
                <c:pt idx="139">
                  <c:v>4.065504157133625</c:v>
                </c:pt>
                <c:pt idx="140">
                  <c:v>4.0851408748866467</c:v>
                </c:pt>
                <c:pt idx="141">
                  <c:v>4.1034118906955364</c:v>
                </c:pt>
                <c:pt idx="142">
                  <c:v>4.1203244661235194</c:v>
                </c:pt>
                <c:pt idx="143">
                  <c:v>4.1360552221390972</c:v>
                </c:pt>
                <c:pt idx="144">
                  <c:v>4.1510002385611822</c:v>
                </c:pt>
                <c:pt idx="145">
                  <c:v>4.1655506748722004</c:v>
                </c:pt>
                <c:pt idx="146">
                  <c:v>4.1800365420795274</c:v>
                </c:pt>
                <c:pt idx="147">
                  <c:v>4.1947197790219724</c:v>
                </c:pt>
                <c:pt idx="148">
                  <c:v>4.2097652938576786</c:v>
                </c:pt>
                <c:pt idx="149">
                  <c:v>4.2252779900298236</c:v>
                </c:pt>
                <c:pt idx="150">
                  <c:v>4.2412834247377669</c:v>
                </c:pt>
                <c:pt idx="151">
                  <c:v>4.2577275740082952</c:v>
                </c:pt>
                <c:pt idx="152">
                  <c:v>4.2745041815139384</c:v>
                </c:pt>
                <c:pt idx="153">
                  <c:v>4.291487920162079</c:v>
                </c:pt>
                <c:pt idx="154">
                  <c:v>4.3085630401553354</c:v>
                </c:pt>
                <c:pt idx="155">
                  <c:v>4.3256052269420673</c:v>
                </c:pt>
                <c:pt idx="156">
                  <c:v>4.3425093598661348</c:v>
                </c:pt>
                <c:pt idx="157">
                  <c:v>4.3591858415157851</c:v>
                </c:pt>
                <c:pt idx="158">
                  <c:v>4.3755525228729262</c:v>
                </c:pt>
                <c:pt idx="159">
                  <c:v>4.3915498112115721</c:v>
                </c:pt>
                <c:pt idx="160">
                  <c:v>4.4071453793212374</c:v>
                </c:pt>
                <c:pt idx="161">
                  <c:v>4.4223228247972797</c:v>
                </c:pt>
                <c:pt idx="162">
                  <c:v>4.4370747996373909</c:v>
                </c:pt>
                <c:pt idx="163">
                  <c:v>4.4513909578483322</c:v>
                </c:pt>
                <c:pt idx="164">
                  <c:v>4.4652422246437062</c:v>
                </c:pt>
                <c:pt idx="165">
                  <c:v>4.4785816692886877</c:v>
                </c:pt>
                <c:pt idx="166">
                  <c:v>4.4913690757178442</c:v>
                </c:pt>
                <c:pt idx="167">
                  <c:v>4.5035841904430836</c:v>
                </c:pt>
                <c:pt idx="168">
                  <c:v>4.5152327792985876</c:v>
                </c:pt>
                <c:pt idx="169">
                  <c:v>4.5263340658787419</c:v>
                </c:pt>
                <c:pt idx="170">
                  <c:v>4.5369278887056979</c:v>
                </c:pt>
                <c:pt idx="171">
                  <c:v>4.5470825131044794</c:v>
                </c:pt>
                <c:pt idx="172">
                  <c:v>4.5569173402726513</c:v>
                </c:pt>
                <c:pt idx="173">
                  <c:v>4.5666362532415246</c:v>
                </c:pt>
                <c:pt idx="174">
                  <c:v>4.576510322200372</c:v>
                </c:pt>
                <c:pt idx="175">
                  <c:v>4.5868533960130069</c:v>
                </c:pt>
                <c:pt idx="176">
                  <c:v>4.5981896491953584</c:v>
                </c:pt>
                <c:pt idx="177">
                  <c:v>4.6113827980994007</c:v>
                </c:pt>
                <c:pt idx="178">
                  <c:v>4.6275546074561866</c:v>
                </c:pt>
                <c:pt idx="179">
                  <c:v>4.6476752608580174</c:v>
                </c:pt>
                <c:pt idx="180">
                  <c:v>4.6722657881282004</c:v>
                </c:pt>
                <c:pt idx="181">
                  <c:v>4.7012746377742403</c:v>
                </c:pt>
                <c:pt idx="182">
                  <c:v>4.7342018931176986</c:v>
                </c:pt>
                <c:pt idx="183">
                  <c:v>4.7702332407020869</c:v>
                </c:pt>
                <c:pt idx="184">
                  <c:v>4.8085009819367404</c:v>
                </c:pt>
                <c:pt idx="185">
                  <c:v>4.8480859205946256</c:v>
                </c:pt>
                <c:pt idx="186">
                  <c:v>4.8881271789080696</c:v>
                </c:pt>
                <c:pt idx="187">
                  <c:v>4.927979187938222</c:v>
                </c:pt>
                <c:pt idx="188">
                  <c:v>4.9672897745083731</c:v>
                </c:pt>
                <c:pt idx="189">
                  <c:v>5.0059770697995338</c:v>
                </c:pt>
                <c:pt idx="190">
                  <c:v>5.0440087208856701</c:v>
                </c:pt>
                <c:pt idx="191">
                  <c:v>5.0812638954935334</c:v>
                </c:pt>
                <c:pt idx="192">
                  <c:v>5.117571876948003</c:v>
                </c:pt>
                <c:pt idx="193">
                  <c:v>5.1527935553432007</c:v>
                </c:pt>
                <c:pt idx="194">
                  <c:v>5.1868105701648624</c:v>
                </c:pt>
                <c:pt idx="195">
                  <c:v>5.219504505413461</c:v>
                </c:pt>
                <c:pt idx="196">
                  <c:v>5.2507782677784034</c:v>
                </c:pt>
                <c:pt idx="197">
                  <c:v>5.2805262029614388</c:v>
                </c:pt>
                <c:pt idx="198">
                  <c:v>5.308620090451952</c:v>
                </c:pt>
                <c:pt idx="199">
                  <c:v>5.3349829589199214</c:v>
                </c:pt>
                <c:pt idx="200">
                  <c:v>5.3596021678932173</c:v>
                </c:pt>
                <c:pt idx="201">
                  <c:v>5.3825406035586196</c:v>
                </c:pt>
                <c:pt idx="202">
                  <c:v>5.4038753754314381</c:v>
                </c:pt>
                <c:pt idx="203">
                  <c:v>5.4236682832978946</c:v>
                </c:pt>
                <c:pt idx="204">
                  <c:v>5.4419520490332296</c:v>
                </c:pt>
                <c:pt idx="205">
                  <c:v>5.4587004725154511</c:v>
                </c:pt>
                <c:pt idx="206">
                  <c:v>5.4739120106798778</c:v>
                </c:pt>
                <c:pt idx="207">
                  <c:v>5.4876583431169514</c:v>
                </c:pt>
                <c:pt idx="208">
                  <c:v>5.5001305231047901</c:v>
                </c:pt>
                <c:pt idx="209">
                  <c:v>5.5115214423894301</c:v>
                </c:pt>
                <c:pt idx="210">
                  <c:v>5.5220143600208846</c:v>
                </c:pt>
                <c:pt idx="211">
                  <c:v>5.5317630220499794</c:v>
                </c:pt>
                <c:pt idx="212">
                  <c:v>5.5408598143448744</c:v>
                </c:pt>
                <c:pt idx="213">
                  <c:v>5.5493775229995528</c:v>
                </c:pt>
                <c:pt idx="214">
                  <c:v>5.5573834709633747</c:v>
                </c:pt>
                <c:pt idx="215">
                  <c:v>5.5649337925168343</c:v>
                </c:pt>
                <c:pt idx="216">
                  <c:v>5.5720765464191846</c:v>
                </c:pt>
                <c:pt idx="217">
                  <c:v>5.5788493939183539</c:v>
                </c:pt>
                <c:pt idx="218">
                  <c:v>5.58527674653544</c:v>
                </c:pt>
                <c:pt idx="219">
                  <c:v>5.5913586100513557</c:v>
                </c:pt>
                <c:pt idx="220">
                  <c:v>5.5970747892056174</c:v>
                </c:pt>
                <c:pt idx="221">
                  <c:v>5.6024050818934974</c:v>
                </c:pt>
                <c:pt idx="222">
                  <c:v>5.6073382902751652</c:v>
                </c:pt>
                <c:pt idx="223">
                  <c:v>5.6118785343765767</c:v>
                </c:pt>
                <c:pt idx="224">
                  <c:v>5.616041131279176</c:v>
                </c:pt>
                <c:pt idx="225">
                  <c:v>5.6198432918708194</c:v>
                </c:pt>
                <c:pt idx="226">
                  <c:v>5.6233059297082217</c:v>
                </c:pt>
                <c:pt idx="227">
                  <c:v>5.6264633438591893</c:v>
                </c:pt>
                <c:pt idx="228">
                  <c:v>5.629369218752311</c:v>
                </c:pt>
                <c:pt idx="229">
                  <c:v>5.6321190752001309</c:v>
                </c:pt>
                <c:pt idx="230">
                  <c:v>5.6348563658693118</c:v>
                </c:pt>
                <c:pt idx="231">
                  <c:v>5.6377563614461703</c:v>
                </c:pt>
                <c:pt idx="232">
                  <c:v>5.6409974460085586</c:v>
                </c:pt>
                <c:pt idx="233">
                  <c:v>5.6447398597434661</c:v>
                </c:pt>
                <c:pt idx="234">
                  <c:v>5.6491143372556154</c:v>
                </c:pt>
                <c:pt idx="235">
                  <c:v>5.6541932430914068</c:v>
                </c:pt>
                <c:pt idx="236">
                  <c:v>5.6599729672358983</c:v>
                </c:pt>
                <c:pt idx="237">
                  <c:v>5.6663930865618184</c:v>
                </c:pt>
                <c:pt idx="238">
                  <c:v>5.6733650289724444</c:v>
                </c:pt>
                <c:pt idx="239">
                  <c:v>5.6807581485374348</c:v>
                </c:pt>
                <c:pt idx="240">
                  <c:v>5.688401520695856</c:v>
                </c:pt>
                <c:pt idx="241">
                  <c:v>5.6960669838103177</c:v>
                </c:pt>
                <c:pt idx="242">
                  <c:v>5.7035258688041788</c:v>
                </c:pt>
                <c:pt idx="243">
                  <c:v>5.7105954269212802</c:v>
                </c:pt>
                <c:pt idx="244">
                  <c:v>5.7171333280312604</c:v>
                </c:pt>
                <c:pt idx="245">
                  <c:v>5.7230440070540549</c:v>
                </c:pt>
                <c:pt idx="246">
                  <c:v>5.7282827638267619</c:v>
                </c:pt>
                <c:pt idx="247">
                  <c:v>5.7328398500920814</c:v>
                </c:pt>
                <c:pt idx="248">
                  <c:v>5.7367293465459364</c:v>
                </c:pt>
                <c:pt idx="249">
                  <c:v>5.7399830922607276</c:v>
                </c:pt>
                <c:pt idx="250">
                  <c:v>5.7426381762167891</c:v>
                </c:pt>
                <c:pt idx="251">
                  <c:v>5.7447302290947126</c:v>
                </c:pt>
                <c:pt idx="252">
                  <c:v>5.7462876375463257</c:v>
                </c:pt>
                <c:pt idx="253">
                  <c:v>5.7473257360384409</c:v>
                </c:pt>
                <c:pt idx="254">
                  <c:v>5.7478398369951167</c:v>
                </c:pt>
                <c:pt idx="255">
                  <c:v>5.747827090838765</c:v>
                </c:pt>
                <c:pt idx="256">
                  <c:v>5.7472734411522106</c:v>
                </c:pt>
                <c:pt idx="257">
                  <c:v>5.7461438196093004</c:v>
                </c:pt>
                <c:pt idx="258">
                  <c:v>5.7443948817361941</c:v>
                </c:pt>
                <c:pt idx="259">
                  <c:v>5.7419973164943174</c:v>
                </c:pt>
                <c:pt idx="260">
                  <c:v>5.738937947304855</c:v>
                </c:pt>
                <c:pt idx="261">
                  <c:v>5.7352133988543184</c:v>
                </c:pt>
                <c:pt idx="262">
                  <c:v>5.7308189969102248</c:v>
                </c:pt>
                <c:pt idx="263">
                  <c:v>5.7257396534421359</c:v>
                </c:pt>
                <c:pt idx="264">
                  <c:v>5.7199635610576944</c:v>
                </c:pt>
                <c:pt idx="265">
                  <c:v>5.7134997852275777</c:v>
                </c:pt>
                <c:pt idx="266">
                  <c:v>5.7063598033876826</c:v>
                </c:pt>
                <c:pt idx="267">
                  <c:v>5.6985440215154277</c:v>
                </c:pt>
                <c:pt idx="268">
                  <c:v>5.690063709304817</c:v>
                </c:pt>
                <c:pt idx="269">
                  <c:v>5.6809724281252816</c:v>
                </c:pt>
                <c:pt idx="270">
                  <c:v>5.6713341467868954</c:v>
                </c:pt>
                <c:pt idx="271">
                  <c:v>5.6612029391691321</c:v>
                </c:pt>
                <c:pt idx="272">
                  <c:v>5.6506436366805577</c:v>
                </c:pt>
                <c:pt idx="273">
                  <c:v>5.6397113815814128</c:v>
                </c:pt>
                <c:pt idx="274">
                  <c:v>5.6284531610972266</c:v>
                </c:pt>
                <c:pt idx="275">
                  <c:v>5.6169291415142846</c:v>
                </c:pt>
                <c:pt idx="276">
                  <c:v>5.6051829708570908</c:v>
                </c:pt>
                <c:pt idx="277">
                  <c:v>5.5932292155535146</c:v>
                </c:pt>
                <c:pt idx="278">
                  <c:v>5.5811143218785828</c:v>
                </c:pt>
                <c:pt idx="279">
                  <c:v>5.568918267465409</c:v>
                </c:pt>
                <c:pt idx="280">
                  <c:v>5.5567219105751242</c:v>
                </c:pt>
                <c:pt idx="281">
                  <c:v>5.5445993770753406</c:v>
                </c:pt>
                <c:pt idx="282">
                  <c:v>5.5326174862684452</c:v>
                </c:pt>
                <c:pt idx="283">
                  <c:v>5.5208554713123608</c:v>
                </c:pt>
                <c:pt idx="284">
                  <c:v>5.5094338885609799</c:v>
                </c:pt>
                <c:pt idx="285">
                  <c:v>5.4984789116316426</c:v>
                </c:pt>
                <c:pt idx="286">
                  <c:v>5.4881354119008039</c:v>
                </c:pt>
                <c:pt idx="287">
                  <c:v>5.478537101442071</c:v>
                </c:pt>
                <c:pt idx="288">
                  <c:v>5.4697896386925047</c:v>
                </c:pt>
                <c:pt idx="289">
                  <c:v>5.4619739479401854</c:v>
                </c:pt>
                <c:pt idx="290">
                  <c:v>5.4551471806864917</c:v>
                </c:pt>
                <c:pt idx="291">
                  <c:v>5.4493351706966218</c:v>
                </c:pt>
                <c:pt idx="292">
                  <c:v>5.4445363428773907</c:v>
                </c:pt>
                <c:pt idx="293">
                  <c:v>5.4407217974009141</c:v>
                </c:pt>
                <c:pt idx="294">
                  <c:v>5.4378411217069953</c:v>
                </c:pt>
                <c:pt idx="295">
                  <c:v>5.43582161128659</c:v>
                </c:pt>
                <c:pt idx="296">
                  <c:v>5.434579844468959</c:v>
                </c:pt>
                <c:pt idx="297">
                  <c:v>5.4340155344892827</c:v>
                </c:pt>
                <c:pt idx="298">
                  <c:v>5.4340504250435426</c:v>
                </c:pt>
                <c:pt idx="299">
                  <c:v>5.4346166655276891</c:v>
                </c:pt>
                <c:pt idx="300">
                  <c:v>5.4356574854286013</c:v>
                </c:pt>
                <c:pt idx="301">
                  <c:v>5.4371254616881588</c:v>
                </c:pt>
                <c:pt idx="302">
                  <c:v>5.4389731029694097</c:v>
                </c:pt>
                <c:pt idx="303">
                  <c:v>5.441141267293653</c:v>
                </c:pt>
                <c:pt idx="304">
                  <c:v>5.4435678411403856</c:v>
                </c:pt>
                <c:pt idx="305">
                  <c:v>5.4461889062722832</c:v>
                </c:pt>
                <c:pt idx="306">
                  <c:v>5.4489484268925086</c:v>
                </c:pt>
                <c:pt idx="307">
                  <c:v>5.4517992661695738</c:v>
                </c:pt>
                <c:pt idx="308">
                  <c:v>5.4546985473900174</c:v>
                </c:pt>
                <c:pt idx="309">
                  <c:v>5.4575949167810194</c:v>
                </c:pt>
                <c:pt idx="310">
                  <c:v>5.4604303478872618</c:v>
                </c:pt>
                <c:pt idx="311">
                  <c:v>5.4631479213400143</c:v>
                </c:pt>
                <c:pt idx="312">
                  <c:v>5.4656975270097199</c:v>
                </c:pt>
                <c:pt idx="313">
                  <c:v>5.4680370735849388</c:v>
                </c:pt>
                <c:pt idx="314">
                  <c:v>5.4701327916117428</c:v>
                </c:pt>
                <c:pt idx="315">
                  <c:v>5.4719536667176376</c:v>
                </c:pt>
                <c:pt idx="316">
                  <c:v>5.4734763031918394</c:v>
                </c:pt>
                <c:pt idx="317">
                  <c:v>5.4746794212151588</c:v>
                </c:pt>
                <c:pt idx="318">
                  <c:v>5.4755380584240294</c:v>
                </c:pt>
                <c:pt idx="319">
                  <c:v>5.4760253682264839</c:v>
                </c:pt>
                <c:pt idx="320">
                  <c:v>5.4761123792343636</c:v>
                </c:pt>
                <c:pt idx="321">
                  <c:v>5.4757697236510143</c:v>
                </c:pt>
                <c:pt idx="322">
                  <c:v>5.4749452918227206</c:v>
                </c:pt>
                <c:pt idx="323">
                  <c:v>5.4735710333085734</c:v>
                </c:pt>
                <c:pt idx="324">
                  <c:v>5.4715543042181842</c:v>
                </c:pt>
                <c:pt idx="325">
                  <c:v>5.468815801297934</c:v>
                </c:pt>
                <c:pt idx="326">
                  <c:v>5.4653079110723164</c:v>
                </c:pt>
                <c:pt idx="327">
                  <c:v>5.4610189187098648</c:v>
                </c:pt>
                <c:pt idx="328">
                  <c:v>5.455970506866084</c:v>
                </c:pt>
                <c:pt idx="329">
                  <c:v>5.4502030672324704</c:v>
                </c:pt>
                <c:pt idx="330">
                  <c:v>5.443762414254139</c:v>
                </c:pt>
                <c:pt idx="331">
                  <c:v>5.4366976069021957</c:v>
                </c:pt>
                <c:pt idx="332">
                  <c:v>5.4290664586304711</c:v>
                </c:pt>
                <c:pt idx="333">
                  <c:v>5.4209263673278398</c:v>
                </c:pt>
                <c:pt idx="334">
                  <c:v>5.4123343485093018</c:v>
                </c:pt>
                <c:pt idx="335">
                  <c:v>5.4033484274537589</c:v>
                </c:pt>
                <c:pt idx="336">
                  <c:v>5.3940253388782793</c:v>
                </c:pt>
                <c:pt idx="337">
                  <c:v>5.384442964131491</c:v>
                </c:pt>
                <c:pt idx="338">
                  <c:v>5.374717454230642</c:v>
                </c:pt>
                <c:pt idx="339">
                  <c:v>5.3649664857666624</c:v>
                </c:pt>
                <c:pt idx="340">
                  <c:v>5.35532835589051</c:v>
                </c:pt>
                <c:pt idx="341">
                  <c:v>5.3459282754511026</c:v>
                </c:pt>
                <c:pt idx="342">
                  <c:v>5.336842588773357</c:v>
                </c:pt>
                <c:pt idx="343">
                  <c:v>5.3281216755424996</c:v>
                </c:pt>
                <c:pt idx="344">
                  <c:v>5.3197984611676503</c:v>
                </c:pt>
                <c:pt idx="345">
                  <c:v>5.3118905029497192</c:v>
                </c:pt>
                <c:pt idx="346">
                  <c:v>5.3044079681642771</c:v>
                </c:pt>
                <c:pt idx="347">
                  <c:v>5.29734007023327</c:v>
                </c:pt>
                <c:pt idx="348">
                  <c:v>5.2906646567550792</c:v>
                </c:pt>
                <c:pt idx="349">
                  <c:v>5.2843394377396704</c:v>
                </c:pt>
                <c:pt idx="350">
                  <c:v>5.2783011198088507</c:v>
                </c:pt>
                <c:pt idx="351">
                  <c:v>5.2724556507401461</c:v>
                </c:pt>
                <c:pt idx="352">
                  <c:v>5.2666984407274802</c:v>
                </c:pt>
                <c:pt idx="353">
                  <c:v>5.2609123201741772</c:v>
                </c:pt>
                <c:pt idx="354">
                  <c:v>5.2549930279560151</c:v>
                </c:pt>
                <c:pt idx="355">
                  <c:v>5.2488582154329722</c:v>
                </c:pt>
                <c:pt idx="356">
                  <c:v>5.2424452193197819</c:v>
                </c:pt>
                <c:pt idx="357">
                  <c:v>5.2357126946682619</c:v>
                </c:pt>
                <c:pt idx="358">
                  <c:v>5.2286453005796591</c:v>
                </c:pt>
                <c:pt idx="359">
                  <c:v>5.2212536298524714</c:v>
                </c:pt>
                <c:pt idx="360">
                  <c:v>5.2135657515076863</c:v>
                </c:pt>
                <c:pt idx="361">
                  <c:v>5.2056127285390614</c:v>
                </c:pt>
                <c:pt idx="362">
                  <c:v>5.1974438607355946</c:v>
                </c:pt>
                <c:pt idx="363">
                  <c:v>5.1891338311610724</c:v>
                </c:pt>
                <c:pt idx="364">
                  <c:v>5.1807500540713702</c:v>
                </c:pt>
                <c:pt idx="365">
                  <c:v>5.1723516272921284</c:v>
                </c:pt>
                <c:pt idx="366">
                  <c:v>5.1639822893827096</c:v>
                </c:pt>
                <c:pt idx="367">
                  <c:v>5.155642133468139</c:v>
                </c:pt>
                <c:pt idx="368">
                  <c:v>5.1472992850934807</c:v>
                </c:pt>
                <c:pt idx="369">
                  <c:v>5.138907931198939</c:v>
                </c:pt>
                <c:pt idx="370">
                  <c:v>5.130412748866517</c:v>
                </c:pt>
                <c:pt idx="371">
                  <c:v>5.1217666052775996</c:v>
                </c:pt>
                <c:pt idx="372">
                  <c:v>5.1129263422151254</c:v>
                </c:pt>
                <c:pt idx="373">
                  <c:v>5.1038506323604809</c:v>
                </c:pt>
                <c:pt idx="374">
                  <c:v>5.0945062013769498</c:v>
                </c:pt>
                <c:pt idx="375">
                  <c:v>5.0848662637935869</c:v>
                </c:pt>
                <c:pt idx="376">
                  <c:v>5.0749094467194746</c:v>
                </c:pt>
                <c:pt idx="377">
                  <c:v>5.0646203023520249</c:v>
                </c:pt>
                <c:pt idx="378">
                  <c:v>5.0539890107224172</c:v>
                </c:pt>
                <c:pt idx="379">
                  <c:v>5.0430126746443111</c:v>
                </c:pt>
                <c:pt idx="380">
                  <c:v>5.0316916401905631</c:v>
                </c:pt>
                <c:pt idx="381">
                  <c:v>5.0200298392830147</c:v>
                </c:pt>
                <c:pt idx="382">
                  <c:v>5.0080339028352432</c:v>
                </c:pt>
                <c:pt idx="383">
                  <c:v>4.995716524742301</c:v>
                </c:pt>
                <c:pt idx="384">
                  <c:v>4.9830967682080107</c:v>
                </c:pt>
                <c:pt idx="385">
                  <c:v>4.9701945363651561</c:v>
                </c:pt>
                <c:pt idx="386">
                  <c:v>4.9570285416579649</c:v>
                </c:pt>
                <c:pt idx="387">
                  <c:v>4.9436216948544356</c:v>
                </c:pt>
                <c:pt idx="388">
                  <c:v>4.9300034348862498</c:v>
                </c:pt>
                <c:pt idx="389">
                  <c:v>4.9162049565998629</c:v>
                </c:pt>
                <c:pt idx="390">
                  <c:v>4.9022544783070376</c:v>
                </c:pt>
                <c:pt idx="391">
                  <c:v>4.8881819652359386</c:v>
                </c:pt>
                <c:pt idx="392">
                  <c:v>4.8740172635539372</c:v>
                </c:pt>
                <c:pt idx="393">
                  <c:v>4.8597889132046994</c:v>
                </c:pt>
                <c:pt idx="394">
                  <c:v>4.8455250704263397</c:v>
                </c:pt>
                <c:pt idx="395">
                  <c:v>4.8312508663365783</c:v>
                </c:pt>
                <c:pt idx="396">
                  <c:v>4.8169847345094237</c:v>
                </c:pt>
                <c:pt idx="397">
                  <c:v>4.8027372449134367</c:v>
                </c:pt>
                <c:pt idx="398">
                  <c:v>4.7885185350387216</c:v>
                </c:pt>
                <c:pt idx="399">
                  <c:v>4.774340752358242</c:v>
                </c:pt>
                <c:pt idx="400">
                  <c:v>4.7602217511597402</c:v>
                </c:pt>
                <c:pt idx="401">
                  <c:v>4.7461814419727597</c:v>
                </c:pt>
                <c:pt idx="402">
                  <c:v>4.7322523954094029</c:v>
                </c:pt>
                <c:pt idx="403">
                  <c:v>4.7184709996462173</c:v>
                </c:pt>
                <c:pt idx="404">
                  <c:v>4.7048822772920351</c:v>
                </c:pt>
                <c:pt idx="405">
                  <c:v>4.6915319580783494</c:v>
                </c:pt>
                <c:pt idx="406">
                  <c:v>4.6784590344472532</c:v>
                </c:pt>
                <c:pt idx="407">
                  <c:v>4.6656891407730621</c:v>
                </c:pt>
                <c:pt idx="408">
                  <c:v>4.653232135374088</c:v>
                </c:pt>
                <c:pt idx="409">
                  <c:v>4.6410910884399827</c:v>
                </c:pt>
                <c:pt idx="410">
                  <c:v>4.6292558161855633</c:v>
                </c:pt>
                <c:pt idx="411">
                  <c:v>4.6176702181637346</c:v>
                </c:pt>
                <c:pt idx="412">
                  <c:v>4.6062441379222649</c:v>
                </c:pt>
                <c:pt idx="413">
                  <c:v>4.5948832220918376</c:v>
                </c:pt>
                <c:pt idx="414">
                  <c:v>4.5835099073363867</c:v>
                </c:pt>
                <c:pt idx="415">
                  <c:v>4.572078990649195</c:v>
                </c:pt>
                <c:pt idx="416">
                  <c:v>4.5605834514894434</c:v>
                </c:pt>
                <c:pt idx="417">
                  <c:v>4.5490274892265763</c:v>
                </c:pt>
                <c:pt idx="418">
                  <c:v>4.5374266326846158</c:v>
                </c:pt>
                <c:pt idx="419">
                  <c:v>4.5257789876833634</c:v>
                </c:pt>
                <c:pt idx="420">
                  <c:v>4.5140936805454341</c:v>
                </c:pt>
                <c:pt idx="421">
                  <c:v>4.502379031148867</c:v>
                </c:pt>
                <c:pt idx="422">
                  <c:v>4.4906475411014419</c:v>
                </c:pt>
                <c:pt idx="423">
                  <c:v>4.4789169619866458</c:v>
                </c:pt>
                <c:pt idx="424">
                  <c:v>4.4671962144817439</c:v>
                </c:pt>
                <c:pt idx="425">
                  <c:v>4.4555034555257329</c:v>
                </c:pt>
                <c:pt idx="426">
                  <c:v>4.4438505031534028</c:v>
                </c:pt>
                <c:pt idx="427">
                  <c:v>4.4322459419320186</c:v>
                </c:pt>
                <c:pt idx="428">
                  <c:v>4.4206928223950968</c:v>
                </c:pt>
                <c:pt idx="429">
                  <c:v>4.4091949890570126</c:v>
                </c:pt>
                <c:pt idx="430">
                  <c:v>4.3977594482003513</c:v>
                </c:pt>
                <c:pt idx="431">
                  <c:v>4.386389332533323</c:v>
                </c:pt>
                <c:pt idx="432">
                  <c:v>4.3750804751082084</c:v>
                </c:pt>
                <c:pt idx="433">
                  <c:v>4.3638310740582824</c:v>
                </c:pt>
                <c:pt idx="434">
                  <c:v>4.3526478769625241</c:v>
                </c:pt>
                <c:pt idx="435">
                  <c:v>4.3415403245490287</c:v>
                </c:pt>
                <c:pt idx="436">
                  <c:v>4.3305078048024823</c:v>
                </c:pt>
                <c:pt idx="437">
                  <c:v>4.3195444229514681</c:v>
                </c:pt>
                <c:pt idx="438">
                  <c:v>4.3086411477650266</c:v>
                </c:pt>
                <c:pt idx="439">
                  <c:v>4.2977811191360642</c:v>
                </c:pt>
                <c:pt idx="440">
                  <c:v>4.2869479539056901</c:v>
                </c:pt>
                <c:pt idx="441">
                  <c:v>4.2761212086969822</c:v>
                </c:pt>
                <c:pt idx="442">
                  <c:v>4.2652778110086738</c:v>
                </c:pt>
                <c:pt idx="443">
                  <c:v>4.2543992012568506</c:v>
                </c:pt>
                <c:pt idx="444">
                  <c:v>4.243474041488005</c:v>
                </c:pt>
                <c:pt idx="445">
                  <c:v>4.232503421889632</c:v>
                </c:pt>
                <c:pt idx="446">
                  <c:v>4.2214934137505766</c:v>
                </c:pt>
                <c:pt idx="447">
                  <c:v>4.2104501177948999</c:v>
                </c:pt>
                <c:pt idx="448">
                  <c:v>4.1993795466979646</c:v>
                </c:pt>
                <c:pt idx="449">
                  <c:v>4.1882867845315159</c:v>
                </c:pt>
                <c:pt idx="450">
                  <c:v>4.1771755887580646</c:v>
                </c:pt>
                <c:pt idx="451">
                  <c:v>4.1660516572752018</c:v>
                </c:pt>
                <c:pt idx="452">
                  <c:v>4.154920337092495</c:v>
                </c:pt>
                <c:pt idx="453">
                  <c:v>4.1437865694143028</c:v>
                </c:pt>
                <c:pt idx="454">
                  <c:v>4.1326532769018707</c:v>
                </c:pt>
                <c:pt idx="455">
                  <c:v>4.1215189991900161</c:v>
                </c:pt>
                <c:pt idx="456">
                  <c:v>4.1103827244163309</c:v>
                </c:pt>
                <c:pt idx="457">
                  <c:v>4.0992415939227387</c:v>
                </c:pt>
                <c:pt idx="458">
                  <c:v>4.0880874204250057</c:v>
                </c:pt>
                <c:pt idx="459">
                  <c:v>4.0769137514767646</c:v>
                </c:pt>
                <c:pt idx="460">
                  <c:v>4.0657151021607554</c:v>
                </c:pt>
                <c:pt idx="461">
                  <c:v>4.0544856917431904</c:v>
                </c:pt>
                <c:pt idx="462">
                  <c:v>4.0432214985927004</c:v>
                </c:pt>
                <c:pt idx="463">
                  <c:v>4.031920797688846</c:v>
                </c:pt>
                <c:pt idx="464">
                  <c:v>4.0205849632169981</c:v>
                </c:pt>
                <c:pt idx="465">
                  <c:v>4.0092153202441869</c:v>
                </c:pt>
                <c:pt idx="466">
                  <c:v>3.9978119439425859</c:v>
                </c:pt>
                <c:pt idx="467">
                  <c:v>3.986375013029178</c:v>
                </c:pt>
                <c:pt idx="468">
                  <c:v>3.9749021372685531</c:v>
                </c:pt>
                <c:pt idx="469">
                  <c:v>3.9633882931996962</c:v>
                </c:pt>
                <c:pt idx="470">
                  <c:v>3.9518302938092709</c:v>
                </c:pt>
                <c:pt idx="471">
                  <c:v>3.940226568305885</c:v>
                </c:pt>
                <c:pt idx="472">
                  <c:v>3.9285769048253609</c:v>
                </c:pt>
                <c:pt idx="473">
                  <c:v>3.9168829310066879</c:v>
                </c:pt>
                <c:pt idx="474">
                  <c:v>3.905149662360202</c:v>
                </c:pt>
                <c:pt idx="475">
                  <c:v>3.8933842775906129</c:v>
                </c:pt>
                <c:pt idx="476">
                  <c:v>3.8815936385500538</c:v>
                </c:pt>
                <c:pt idx="477">
                  <c:v>3.8697842351361271</c:v>
                </c:pt>
                <c:pt idx="478">
                  <c:v>3.8579621496957022</c:v>
                </c:pt>
                <c:pt idx="479">
                  <c:v>3.8461337531091941</c:v>
                </c:pt>
                <c:pt idx="480">
                  <c:v>3.834306723644588</c:v>
                </c:pt>
                <c:pt idx="481">
                  <c:v>3.8224878796311161</c:v>
                </c:pt>
                <c:pt idx="482">
                  <c:v>3.810682460606158</c:v>
                </c:pt>
                <c:pt idx="483">
                  <c:v>3.7988915667493819</c:v>
                </c:pt>
                <c:pt idx="484">
                  <c:v>3.7871084921395148</c:v>
                </c:pt>
                <c:pt idx="485">
                  <c:v>3.7753152263915979</c:v>
                </c:pt>
                <c:pt idx="486">
                  <c:v>3.7634897515537848</c:v>
                </c:pt>
                <c:pt idx="487">
                  <c:v>3.751615251179258</c:v>
                </c:pt>
                <c:pt idx="488">
                  <c:v>3.7396810398321958</c:v>
                </c:pt>
                <c:pt idx="489">
                  <c:v>3.7276843943622948</c:v>
                </c:pt>
                <c:pt idx="490">
                  <c:v>3.71562642550807</c:v>
                </c:pt>
                <c:pt idx="491">
                  <c:v>3.703511024625179</c:v>
                </c:pt>
                <c:pt idx="492">
                  <c:v>3.6913471204653372</c:v>
                </c:pt>
                <c:pt idx="493">
                  <c:v>3.6791471886523901</c:v>
                </c:pt>
                <c:pt idx="494">
                  <c:v>3.6669295077133599</c:v>
                </c:pt>
                <c:pt idx="495">
                  <c:v>3.6547145846043771</c:v>
                </c:pt>
                <c:pt idx="496">
                  <c:v>3.6425287200998682</c:v>
                </c:pt>
                <c:pt idx="497">
                  <c:v>3.6304211657507839</c:v>
                </c:pt>
                <c:pt idx="498">
                  <c:v>3.6184626034185441</c:v>
                </c:pt>
                <c:pt idx="499">
                  <c:v>3.606733353507575</c:v>
                </c:pt>
                <c:pt idx="500">
                  <c:v>3.5953273448731622</c:v>
                </c:pt>
                <c:pt idx="501">
                  <c:v>3.5843281031037808</c:v>
                </c:pt>
                <c:pt idx="502">
                  <c:v>3.5737998164405438</c:v>
                </c:pt>
                <c:pt idx="503">
                  <c:v>3.563790142837596</c:v>
                </c:pt>
                <c:pt idx="504">
                  <c:v>3.5543384487415759</c:v>
                </c:pt>
                <c:pt idx="505">
                  <c:v>3.545488775940413</c:v>
                </c:pt>
                <c:pt idx="506">
                  <c:v>3.5372782835021459</c:v>
                </c:pt>
                <c:pt idx="507">
                  <c:v>3.5297220926451001</c:v>
                </c:pt>
                <c:pt idx="508">
                  <c:v>3.522781873257808</c:v>
                </c:pt>
                <c:pt idx="509">
                  <c:v>3.516371419374257</c:v>
                </c:pt>
                <c:pt idx="510">
                  <c:v>3.510385720036715</c:v>
                </c:pt>
                <c:pt idx="511">
                  <c:v>3.5047320856917108</c:v>
                </c:pt>
                <c:pt idx="512">
                  <c:v>3.499344412368167</c:v>
                </c:pt>
                <c:pt idx="513">
                  <c:v>3.4941719576870618</c:v>
                </c:pt>
                <c:pt idx="514">
                  <c:v>3.489169618411367</c:v>
                </c:pt>
                <c:pt idx="515">
                  <c:v>3.484293435875994</c:v>
                </c:pt>
                <c:pt idx="516">
                  <c:v>3.4795051072571268</c:v>
                </c:pt>
                <c:pt idx="517">
                  <c:v>3.474769081755535</c:v>
                </c:pt>
                <c:pt idx="518">
                  <c:v>3.4700435692195279</c:v>
                </c:pt>
                <c:pt idx="519">
                  <c:v>3.4652954281461672</c:v>
                </c:pt>
                <c:pt idx="520">
                  <c:v>3.4605098326221739</c:v>
                </c:pt>
                <c:pt idx="521">
                  <c:v>3.45569160263668</c:v>
                </c:pt>
                <c:pt idx="522">
                  <c:v>3.45087121354439</c:v>
                </c:pt>
                <c:pt idx="523">
                  <c:v>3.4460917901965171</c:v>
                </c:pt>
                <c:pt idx="524">
                  <c:v>3.4413953020415819</c:v>
                </c:pt>
                <c:pt idx="525">
                  <c:v>3.4368170091291961</c:v>
                </c:pt>
                <c:pt idx="526">
                  <c:v>3.4323858589033289</c:v>
                </c:pt>
                <c:pt idx="527">
                  <c:v>3.4281144583203091</c:v>
                </c:pt>
                <c:pt idx="528">
                  <c:v>3.4240072616250621</c:v>
                </c:pt>
                <c:pt idx="529">
                  <c:v>3.4200554954726581</c:v>
                </c:pt>
                <c:pt idx="530">
                  <c:v>3.4162295633044009</c:v>
                </c:pt>
                <c:pt idx="531">
                  <c:v>3.4124984783472598</c:v>
                </c:pt>
                <c:pt idx="532">
                  <c:v>3.4088298079369568</c:v>
                </c:pt>
                <c:pt idx="533">
                  <c:v>3.4051901990434299</c:v>
                </c:pt>
                <c:pt idx="534">
                  <c:v>3.4015451892349771</c:v>
                </c:pt>
                <c:pt idx="535">
                  <c:v>3.3978567883831841</c:v>
                </c:pt>
                <c:pt idx="536">
                  <c:v>3.3940902723425079</c:v>
                </c:pt>
                <c:pt idx="537">
                  <c:v>3.3902195070344781</c:v>
                </c:pt>
                <c:pt idx="538">
                  <c:v>3.3862264268757039</c:v>
                </c:pt>
                <c:pt idx="539">
                  <c:v>3.382097269420437</c:v>
                </c:pt>
                <c:pt idx="540">
                  <c:v>3.3778123869332162</c:v>
                </c:pt>
                <c:pt idx="541">
                  <c:v>3.373343875712028</c:v>
                </c:pt>
                <c:pt idx="542">
                  <c:v>3.368661870694226</c:v>
                </c:pt>
                <c:pt idx="543">
                  <c:v>3.363739345651652</c:v>
                </c:pt>
                <c:pt idx="544">
                  <c:v>3.3585596222455378</c:v>
                </c:pt>
                <c:pt idx="545">
                  <c:v>3.3531165988911642</c:v>
                </c:pt>
                <c:pt idx="546">
                  <c:v>3.347414796094192</c:v>
                </c:pt>
                <c:pt idx="547">
                  <c:v>3.341463936865066</c:v>
                </c:pt>
                <c:pt idx="548">
                  <c:v>3.3352769685322872</c:v>
                </c:pt>
                <c:pt idx="549">
                  <c:v>3.3288681211707289</c:v>
                </c:pt>
                <c:pt idx="550">
                  <c:v>3.322250049726756</c:v>
                </c:pt>
                <c:pt idx="551">
                  <c:v>3.3154366655061751</c:v>
                </c:pt>
                <c:pt idx="552">
                  <c:v>3.308444063217518</c:v>
                </c:pt>
                <c:pt idx="553">
                  <c:v>3.3012919783546968</c:v>
                </c:pt>
                <c:pt idx="554">
                  <c:v>3.2939999705766798</c:v>
                </c:pt>
                <c:pt idx="555">
                  <c:v>3.2865875422281201</c:v>
                </c:pt>
                <c:pt idx="556">
                  <c:v>3.279077095708741</c:v>
                </c:pt>
                <c:pt idx="557">
                  <c:v>3.2714946969053869</c:v>
                </c:pt>
                <c:pt idx="558">
                  <c:v>3.263871085571445</c:v>
                </c:pt>
                <c:pt idx="559">
                  <c:v>3.2562388288700741</c:v>
                </c:pt>
                <c:pt idx="560">
                  <c:v>3.2486352806415408</c:v>
                </c:pt>
                <c:pt idx="561">
                  <c:v>3.2411027006687512</c:v>
                </c:pt>
                <c:pt idx="562">
                  <c:v>3.233677810748711</c:v>
                </c:pt>
                <c:pt idx="563">
                  <c:v>3.226394343927403</c:v>
                </c:pt>
                <c:pt idx="564">
                  <c:v>3.2192834889967359</c:v>
                </c:pt>
                <c:pt idx="565">
                  <c:v>3.2123728146681998</c:v>
                </c:pt>
                <c:pt idx="566">
                  <c:v>3.205682511162451</c:v>
                </c:pt>
                <c:pt idx="567">
                  <c:v>3.1992255310110189</c:v>
                </c:pt>
                <c:pt idx="568">
                  <c:v>3.1930098624798799</c:v>
                </c:pt>
                <c:pt idx="569">
                  <c:v>3.1870439214434758</c:v>
                </c:pt>
                <c:pt idx="570">
                  <c:v>3.18133689119612</c:v>
                </c:pt>
                <c:pt idx="571">
                  <c:v>3.1758972225177069</c:v>
                </c:pt>
                <c:pt idx="572">
                  <c:v>3.1707280607000832</c:v>
                </c:pt>
                <c:pt idx="573">
                  <c:v>3.1658271660416419</c:v>
                </c:pt>
                <c:pt idx="574">
                  <c:v>3.1611879141704629</c:v>
                </c:pt>
                <c:pt idx="575">
                  <c:v>3.1568016199149649</c:v>
                </c:pt>
                <c:pt idx="576">
                  <c:v>3.1526621311848491</c:v>
                </c:pt>
                <c:pt idx="577">
                  <c:v>3.1487624179880211</c:v>
                </c:pt>
                <c:pt idx="578">
                  <c:v>3.1450974281482789</c:v>
                </c:pt>
                <c:pt idx="579">
                  <c:v>3.1416598068263468</c:v>
                </c:pt>
                <c:pt idx="580">
                  <c:v>3.1384393518584739</c:v>
                </c:pt>
                <c:pt idx="581">
                  <c:v>3.1354237694158371</c:v>
                </c:pt>
                <c:pt idx="582">
                  <c:v>3.132597993986256</c:v>
                </c:pt>
                <c:pt idx="583">
                  <c:v>3.129939611486781</c:v>
                </c:pt>
                <c:pt idx="584">
                  <c:v>3.1274179433735312</c:v>
                </c:pt>
                <c:pt idx="585">
                  <c:v>3.1249916559036879</c:v>
                </c:pt>
                <c:pt idx="586">
                  <c:v>3.122613445334081</c:v>
                </c:pt>
                <c:pt idx="587">
                  <c:v>3.120244713686164</c:v>
                </c:pt>
                <c:pt idx="588">
                  <c:v>3.1178606657580752</c:v>
                </c:pt>
                <c:pt idx="589">
                  <c:v>3.1154451241458001</c:v>
                </c:pt>
                <c:pt idx="590">
                  <c:v>3.1129932207059818</c:v>
                </c:pt>
                <c:pt idx="591">
                  <c:v>3.1105096117455382</c:v>
                </c:pt>
                <c:pt idx="592">
                  <c:v>3.1080048509918852</c:v>
                </c:pt>
                <c:pt idx="593">
                  <c:v>3.105488814083639</c:v>
                </c:pt>
                <c:pt idx="594">
                  <c:v>3.102969537271806</c:v>
                </c:pt>
                <c:pt idx="595">
                  <c:v>3.1004534739958132</c:v>
                </c:pt>
                <c:pt idx="596">
                  <c:v>3.097945724242523</c:v>
                </c:pt>
                <c:pt idx="597">
                  <c:v>3.0954516943780401</c:v>
                </c:pt>
                <c:pt idx="598">
                  <c:v>3.0929825366183148</c:v>
                </c:pt>
                <c:pt idx="599">
                  <c:v>3.0905531142289639</c:v>
                </c:pt>
                <c:pt idx="600">
                  <c:v>3.08817839836742</c:v>
                </c:pt>
                <c:pt idx="601">
                  <c:v>3.0858804045232469</c:v>
                </c:pt>
                <c:pt idx="602">
                  <c:v>3.083688961686645</c:v>
                </c:pt>
                <c:pt idx="603">
                  <c:v>3.081674600539797</c:v>
                </c:pt>
                <c:pt idx="604">
                  <c:v>3.079922905179131</c:v>
                </c:pt>
                <c:pt idx="605">
                  <c:v>3.0785395075876321</c:v>
                </c:pt>
                <c:pt idx="606">
                  <c:v>3.077623163762313</c:v>
                </c:pt>
                <c:pt idx="607">
                  <c:v>3.077297764876374</c:v>
                </c:pt>
                <c:pt idx="608">
                  <c:v>3.077703936979594</c:v>
                </c:pt>
                <c:pt idx="609">
                  <c:v>3.078922152146693</c:v>
                </c:pt>
                <c:pt idx="610">
                  <c:v>3.0808470586662682</c:v>
                </c:pt>
                <c:pt idx="611">
                  <c:v>3.0832716094723618</c:v>
                </c:pt>
                <c:pt idx="612">
                  <c:v>3.0859875134163519</c:v>
                </c:pt>
                <c:pt idx="613">
                  <c:v>3.0888294903007929</c:v>
                </c:pt>
                <c:pt idx="614">
                  <c:v>3.0916849172780672</c:v>
                </c:pt>
                <c:pt idx="615">
                  <c:v>3.0944819873588769</c:v>
                </c:pt>
                <c:pt idx="616">
                  <c:v>3.0972119820473418</c:v>
                </c:pt>
                <c:pt idx="617">
                  <c:v>3.0998961953080131</c:v>
                </c:pt>
                <c:pt idx="618">
                  <c:v>3.1025827872419138</c:v>
                </c:pt>
                <c:pt idx="619">
                  <c:v>3.1053563189834108</c:v>
                </c:pt>
                <c:pt idx="620">
                  <c:v>3.108218648044951</c:v>
                </c:pt>
                <c:pt idx="621">
                  <c:v>3.1110559556647428</c:v>
                </c:pt>
                <c:pt idx="622">
                  <c:v>3.113623575919378</c:v>
                </c:pt>
                <c:pt idx="623">
                  <c:v>3.1155620123376861</c:v>
                </c:pt>
                <c:pt idx="624">
                  <c:v>3.1164659021825099</c:v>
                </c:pt>
                <c:pt idx="625">
                  <c:v>3.116176704420099</c:v>
                </c:pt>
                <c:pt idx="626">
                  <c:v>3.1149702188735389</c:v>
                </c:pt>
                <c:pt idx="627">
                  <c:v>3.1132493930209879</c:v>
                </c:pt>
                <c:pt idx="628">
                  <c:v>3.1119406533199081</c:v>
                </c:pt>
                <c:pt idx="629">
                  <c:v>3.113347489899549</c:v>
                </c:pt>
                <c:pt idx="630">
                  <c:v>3.1222888241803148</c:v>
                </c:pt>
                <c:pt idx="631">
                  <c:v>3.1439243083130859</c:v>
                </c:pt>
                <c:pt idx="632">
                  <c:v>3.180426202267832</c:v>
                </c:pt>
                <c:pt idx="633">
                  <c:v>3.230945805398433</c:v>
                </c:pt>
                <c:pt idx="634">
                  <c:v>3.293174374622347</c:v>
                </c:pt>
                <c:pt idx="635">
                  <c:v>3.3644799214928862</c:v>
                </c:pt>
                <c:pt idx="636">
                  <c:v>3.4425685040333902</c:v>
                </c:pt>
                <c:pt idx="637">
                  <c:v>3.5255619956926139</c:v>
                </c:pt>
                <c:pt idx="638">
                  <c:v>3.6118551217875088</c:v>
                </c:pt>
                <c:pt idx="639">
                  <c:v>3.7000761113426259</c:v>
                </c:pt>
                <c:pt idx="640">
                  <c:v>3.788814055731041</c:v>
                </c:pt>
                <c:pt idx="641">
                  <c:v>3.876457386469542</c:v>
                </c:pt>
                <c:pt idx="642">
                  <c:v>3.961281824318688</c:v>
                </c:pt>
                <c:pt idx="643">
                  <c:v>4.0416730747972318</c:v>
                </c:pt>
                <c:pt idx="644">
                  <c:v>4.1165716338407368</c:v>
                </c:pt>
                <c:pt idx="645">
                  <c:v>4.1855526983200138</c:v>
                </c:pt>
                <c:pt idx="646">
                  <c:v>4.2486924571058156</c:v>
                </c:pt>
                <c:pt idx="647">
                  <c:v>4.3062814916187691</c:v>
                </c:pt>
                <c:pt idx="648">
                  <c:v>4.3587574098247854</c:v>
                </c:pt>
                <c:pt idx="649">
                  <c:v>4.4065504463295104</c:v>
                </c:pt>
                <c:pt idx="650">
                  <c:v>4.449971929012265</c:v>
                </c:pt>
                <c:pt idx="651">
                  <c:v>4.4892453364125346</c:v>
                </c:pt>
                <c:pt idx="652">
                  <c:v>4.5245944415309847</c:v>
                </c:pt>
                <c:pt idx="653">
                  <c:v>4.5562676713970571</c:v>
                </c:pt>
                <c:pt idx="654">
                  <c:v>4.5845430605100406</c:v>
                </c:pt>
                <c:pt idx="655">
                  <c:v>4.6097389820916046</c:v>
                </c:pt>
                <c:pt idx="656">
                  <c:v>4.6321781867588934</c:v>
                </c:pt>
                <c:pt idx="657">
                  <c:v>4.6521692270983213</c:v>
                </c:pt>
                <c:pt idx="658">
                  <c:v>4.6699930212409608</c:v>
                </c:pt>
                <c:pt idx="659">
                  <c:v>4.6859090618638364</c:v>
                </c:pt>
                <c:pt idx="660">
                  <c:v>4.7001682535292506</c:v>
                </c:pt>
                <c:pt idx="661">
                  <c:v>4.7129950209173721</c:v>
                </c:pt>
                <c:pt idx="662">
                  <c:v>4.7245843689632281</c:v>
                </c:pt>
                <c:pt idx="663">
                  <c:v>4.7350991000525244</c:v>
                </c:pt>
                <c:pt idx="664">
                  <c:v>4.7446783540812838</c:v>
                </c:pt>
                <c:pt idx="665">
                  <c:v>4.7534229244345241</c:v>
                </c:pt>
                <c:pt idx="666">
                  <c:v>4.761344516419153</c:v>
                </c:pt>
                <c:pt idx="667">
                  <c:v>4.7683267861809364</c:v>
                </c:pt>
                <c:pt idx="668">
                  <c:v>4.7742108814139117</c:v>
                </c:pt>
                <c:pt idx="669">
                  <c:v>4.7788538554940034</c:v>
                </c:pt>
                <c:pt idx="670">
                  <c:v>4.7821830580095348</c:v>
                </c:pt>
                <c:pt idx="671">
                  <c:v>4.7842012634413944</c:v>
                </c:pt>
                <c:pt idx="672">
                  <c:v>4.7849862137226404</c:v>
                </c:pt>
                <c:pt idx="673">
                  <c:v>4.7846300599233382</c:v>
                </c:pt>
                <c:pt idx="674">
                  <c:v>4.7832287547716481</c:v>
                </c:pt>
                <c:pt idx="675">
                  <c:v>4.7808708473874288</c:v>
                </c:pt>
                <c:pt idx="676">
                  <c:v>4.777633900647861</c:v>
                </c:pt>
                <c:pt idx="677">
                  <c:v>4.773583089327655</c:v>
                </c:pt>
                <c:pt idx="678">
                  <c:v>4.7687811723819031</c:v>
                </c:pt>
                <c:pt idx="679">
                  <c:v>4.7632875337415426</c:v>
                </c:pt>
                <c:pt idx="680">
                  <c:v>4.7571617068217051</c:v>
                </c:pt>
                <c:pt idx="681">
                  <c:v>4.7504759055052013</c:v>
                </c:pt>
                <c:pt idx="682">
                  <c:v>4.7433185696422324</c:v>
                </c:pt>
                <c:pt idx="683">
                  <c:v>4.7357788347245986</c:v>
                </c:pt>
                <c:pt idx="684">
                  <c:v>4.7279477692882041</c:v>
                </c:pt>
                <c:pt idx="685">
                  <c:v>4.7199176937801726</c:v>
                </c:pt>
                <c:pt idx="686">
                  <c:v>4.7117752928192207</c:v>
                </c:pt>
                <c:pt idx="687">
                  <c:v>4.70360442537089</c:v>
                </c:pt>
                <c:pt idx="688">
                  <c:v>4.6954785313701626</c:v>
                </c:pt>
                <c:pt idx="689">
                  <c:v>4.6874562063798377</c:v>
                </c:pt>
                <c:pt idx="690">
                  <c:v>4.6795826538662109</c:v>
                </c:pt>
                <c:pt idx="691">
                  <c:v>4.6718794565686403</c:v>
                </c:pt>
                <c:pt idx="692">
                  <c:v>4.6643492139103513</c:v>
                </c:pt>
                <c:pt idx="693">
                  <c:v>4.6569734588556884</c:v>
                </c:pt>
                <c:pt idx="694">
                  <c:v>4.6496997472451467</c:v>
                </c:pt>
                <c:pt idx="695">
                  <c:v>4.6424657791428778</c:v>
                </c:pt>
                <c:pt idx="696">
                  <c:v>4.635204918767684</c:v>
                </c:pt>
                <c:pt idx="697">
                  <c:v>4.627862121336646</c:v>
                </c:pt>
                <c:pt idx="698">
                  <c:v>4.6203940608891694</c:v>
                </c:pt>
                <c:pt idx="699">
                  <c:v>4.6127633746655414</c:v>
                </c:pt>
                <c:pt idx="700">
                  <c:v>4.6049278916136061</c:v>
                </c:pt>
                <c:pt idx="701">
                  <c:v>4.5968460420290684</c:v>
                </c:pt>
                <c:pt idx="702">
                  <c:v>4.5884799426641347</c:v>
                </c:pt>
                <c:pt idx="703">
                  <c:v>4.579797374359706</c:v>
                </c:pt>
                <c:pt idx="704">
                  <c:v>4.5707793192668422</c:v>
                </c:pt>
                <c:pt idx="705">
                  <c:v>4.5614187150327696</c:v>
                </c:pt>
                <c:pt idx="706">
                  <c:v>4.551716972723888</c:v>
                </c:pt>
                <c:pt idx="707">
                  <c:v>4.5416803174538476</c:v>
                </c:pt>
                <c:pt idx="708">
                  <c:v>4.5313187359418343</c:v>
                </c:pt>
                <c:pt idx="709">
                  <c:v>4.5206449946519696</c:v>
                </c:pt>
                <c:pt idx="710">
                  <c:v>4.5096744749436573</c:v>
                </c:pt>
                <c:pt idx="711">
                  <c:v>4.4984256482483502</c:v>
                </c:pt>
                <c:pt idx="712">
                  <c:v>4.4869190831479573</c:v>
                </c:pt>
                <c:pt idx="713">
                  <c:v>4.4751762553332028</c:v>
                </c:pt>
                <c:pt idx="714">
                  <c:v>4.4632177840821932</c:v>
                </c:pt>
                <c:pt idx="715">
                  <c:v>4.4510629025838604</c:v>
                </c:pt>
                <c:pt idx="716">
                  <c:v>4.4387287948909302</c:v>
                </c:pt>
                <c:pt idx="717">
                  <c:v>4.4262310632477124</c:v>
                </c:pt>
                <c:pt idx="718">
                  <c:v>4.413579762410782</c:v>
                </c:pt>
                <c:pt idx="719">
                  <c:v>4.4007793694268491</c:v>
                </c:pt>
                <c:pt idx="720">
                  <c:v>4.387834077655139</c:v>
                </c:pt>
                <c:pt idx="721">
                  <c:v>4.374748406001892</c:v>
                </c:pt>
                <c:pt idx="722">
                  <c:v>4.3615249781388892</c:v>
                </c:pt>
                <c:pt idx="723">
                  <c:v>4.348167226708485</c:v>
                </c:pt>
                <c:pt idx="724">
                  <c:v>4.3346782866036353</c:v>
                </c:pt>
                <c:pt idx="725">
                  <c:v>4.3210569966230494</c:v>
                </c:pt>
                <c:pt idx="726">
                  <c:v>4.3072998914514082</c:v>
                </c:pt>
                <c:pt idx="727">
                  <c:v>4.2934027257632579</c:v>
                </c:pt>
                <c:pt idx="728">
                  <c:v>4.2793452202021536</c:v>
                </c:pt>
                <c:pt idx="729">
                  <c:v>4.2650787338363259</c:v>
                </c:pt>
                <c:pt idx="730">
                  <c:v>4.2505644725536769</c:v>
                </c:pt>
                <c:pt idx="731">
                  <c:v>4.2358112426964283</c:v>
                </c:pt>
                <c:pt idx="732">
                  <c:v>4.2208831785432723</c:v>
                </c:pt>
                <c:pt idx="733">
                  <c:v>4.2058561000929764</c:v>
                </c:pt>
                <c:pt idx="734">
                  <c:v>4.19078260006882</c:v>
                </c:pt>
                <c:pt idx="735">
                  <c:v>4.1757491178986976</c:v>
                </c:pt>
                <c:pt idx="736">
                  <c:v>4.1608733966221507</c:v>
                </c:pt>
                <c:pt idx="737">
                  <c:v>4.1463036626461438</c:v>
                </c:pt>
                <c:pt idx="738">
                  <c:v>4.1321936140678757</c:v>
                </c:pt>
                <c:pt idx="739">
                  <c:v>4.1187110768672488</c:v>
                </c:pt>
                <c:pt idx="740">
                  <c:v>4.1059860768003604</c:v>
                </c:pt>
                <c:pt idx="741">
                  <c:v>4.0941281491170871</c:v>
                </c:pt>
                <c:pt idx="742">
                  <c:v>4.0831819596119336</c:v>
                </c:pt>
                <c:pt idx="743">
                  <c:v>4.0730960184307623</c:v>
                </c:pt>
                <c:pt idx="744">
                  <c:v>4.0637460571835087</c:v>
                </c:pt>
                <c:pt idx="745">
                  <c:v>4.0549968265011929</c:v>
                </c:pt>
                <c:pt idx="746">
                  <c:v>4.046723585647368</c:v>
                </c:pt>
                <c:pt idx="747">
                  <c:v>4.0388148906931329</c:v>
                </c:pt>
                <c:pt idx="748">
                  <c:v>4.0311739009452516</c:v>
                </c:pt>
                <c:pt idx="749">
                  <c:v>4.0237222099756718</c:v>
                </c:pt>
                <c:pt idx="750">
                  <c:v>4.0164008441475803</c:v>
                </c:pt>
                <c:pt idx="751">
                  <c:v>4.0091665748055476</c:v>
                </c:pt>
                <c:pt idx="752">
                  <c:v>4.0019928094207833</c:v>
                </c:pt>
                <c:pt idx="753">
                  <c:v>3.9948581445349189</c:v>
                </c:pt>
                <c:pt idx="754">
                  <c:v>3.9877444733267819</c:v>
                </c:pt>
                <c:pt idx="755">
                  <c:v>3.9806348556269122</c:v>
                </c:pt>
                <c:pt idx="756">
                  <c:v>3.9735055123814398</c:v>
                </c:pt>
                <c:pt idx="757">
                  <c:v>3.9663224594486008</c:v>
                </c:pt>
                <c:pt idx="758">
                  <c:v>3.9590510802181869</c:v>
                </c:pt>
                <c:pt idx="759">
                  <c:v>3.9516607002078561</c:v>
                </c:pt>
                <c:pt idx="760">
                  <c:v>3.944126034434595</c:v>
                </c:pt>
                <c:pt idx="761">
                  <c:v>3.936427544217616</c:v>
                </c:pt>
                <c:pt idx="762">
                  <c:v>3.928547319836396</c:v>
                </c:pt>
                <c:pt idx="763">
                  <c:v>3.9204748769247582</c:v>
                </c:pt>
                <c:pt idx="764">
                  <c:v>3.9122081274418732</c:v>
                </c:pt>
                <c:pt idx="765">
                  <c:v>3.903745779960806</c:v>
                </c:pt>
                <c:pt idx="766">
                  <c:v>3.8950804975893591</c:v>
                </c:pt>
                <c:pt idx="767">
                  <c:v>3.8862078167977181</c:v>
                </c:pt>
                <c:pt idx="768">
                  <c:v>3.8771235919611069</c:v>
                </c:pt>
                <c:pt idx="769">
                  <c:v>3.8678272893043681</c:v>
                </c:pt>
                <c:pt idx="770">
                  <c:v>3.8583162505649851</c:v>
                </c:pt>
                <c:pt idx="771">
                  <c:v>3.848580346269689</c:v>
                </c:pt>
                <c:pt idx="772">
                  <c:v>3.8386069496017732</c:v>
                </c:pt>
                <c:pt idx="773">
                  <c:v>3.8283779552206529</c:v>
                </c:pt>
                <c:pt idx="774">
                  <c:v>3.817877463310519</c:v>
                </c:pt>
                <c:pt idx="775">
                  <c:v>3.80708993282733</c:v>
                </c:pt>
                <c:pt idx="776">
                  <c:v>3.7960083912748899</c:v>
                </c:pt>
                <c:pt idx="777">
                  <c:v>3.7846340820108062</c:v>
                </c:pt>
                <c:pt idx="778">
                  <c:v>3.7729743611015061</c:v>
                </c:pt>
                <c:pt idx="779">
                  <c:v>3.7610403886906232</c:v>
                </c:pt>
                <c:pt idx="780">
                  <c:v>3.748845243419241</c:v>
                </c:pt>
                <c:pt idx="781">
                  <c:v>3.7364047362251149</c:v>
                </c:pt>
                <c:pt idx="782">
                  <c:v>3.7237369418980641</c:v>
                </c:pt>
                <c:pt idx="783">
                  <c:v>3.710862528300745</c:v>
                </c:pt>
                <c:pt idx="784">
                  <c:v>3.6978029215710202</c:v>
                </c:pt>
                <c:pt idx="785">
                  <c:v>3.6845786673918881</c:v>
                </c:pt>
                <c:pt idx="786">
                  <c:v>3.67120945113663</c:v>
                </c:pt>
                <c:pt idx="787">
                  <c:v>3.6577134069900472</c:v>
                </c:pt>
                <c:pt idx="788">
                  <c:v>3.6441059813099281</c:v>
                </c:pt>
                <c:pt idx="789">
                  <c:v>3.6304008885751862</c:v>
                </c:pt>
                <c:pt idx="790">
                  <c:v>3.6166109226078209</c:v>
                </c:pt>
                <c:pt idx="791">
                  <c:v>3.6027460511064469</c:v>
                </c:pt>
                <c:pt idx="792">
                  <c:v>3.5888139499600902</c:v>
                </c:pt>
                <c:pt idx="793">
                  <c:v>3.574822822171777</c:v>
                </c:pt>
                <c:pt idx="794">
                  <c:v>3.5607808017840741</c:v>
                </c:pt>
                <c:pt idx="795">
                  <c:v>3.5466975268705778</c:v>
                </c:pt>
                <c:pt idx="796">
                  <c:v>3.5325859862781068</c:v>
                </c:pt>
                <c:pt idx="797">
                  <c:v>3.5184584450759111</c:v>
                </c:pt>
                <c:pt idx="798">
                  <c:v>3.504325567920791</c:v>
                </c:pt>
                <c:pt idx="799">
                  <c:v>3.490196139081736</c:v>
                </c:pt>
                <c:pt idx="800">
                  <c:v>3.4760766020981988</c:v>
                </c:pt>
                <c:pt idx="801">
                  <c:v>3.4619739906498501</c:v>
                </c:pt>
                <c:pt idx="802">
                  <c:v>3.4478968617185601</c:v>
                </c:pt>
                <c:pt idx="803">
                  <c:v>3.4338526900164519</c:v>
                </c:pt>
                <c:pt idx="804">
                  <c:v>3.419848916174836</c:v>
                </c:pt>
                <c:pt idx="805">
                  <c:v>3.405892709786202</c:v>
                </c:pt>
                <c:pt idx="806">
                  <c:v>3.3919931217975701</c:v>
                </c:pt>
                <c:pt idx="807">
                  <c:v>3.3781591055469149</c:v>
                </c:pt>
                <c:pt idx="808">
                  <c:v>3.3643990772067989</c:v>
                </c:pt>
                <c:pt idx="809">
                  <c:v>3.3507199702276869</c:v>
                </c:pt>
                <c:pt idx="810">
                  <c:v>3.3371282912225362</c:v>
                </c:pt>
                <c:pt idx="811">
                  <c:v>3.323628575720599</c:v>
                </c:pt>
                <c:pt idx="812">
                  <c:v>3.310222364809468</c:v>
                </c:pt>
                <c:pt idx="813">
                  <c:v>3.2969067112987211</c:v>
                </c:pt>
                <c:pt idx="814">
                  <c:v>3.2836776699591832</c:v>
                </c:pt>
                <c:pt idx="815">
                  <c:v>3.2705295596063828</c:v>
                </c:pt>
                <c:pt idx="816">
                  <c:v>3.2574569709791299</c:v>
                </c:pt>
                <c:pt idx="817">
                  <c:v>3.244454830098193</c:v>
                </c:pt>
                <c:pt idx="818">
                  <c:v>3.2315178108314671</c:v>
                </c:pt>
                <c:pt idx="819">
                  <c:v>3.218640136920889</c:v>
                </c:pt>
                <c:pt idx="820">
                  <c:v>3.2058183990398832</c:v>
                </c:pt>
                <c:pt idx="821">
                  <c:v>3.1930502197010648</c:v>
                </c:pt>
                <c:pt idx="822">
                  <c:v>3.1803358059064331</c:v>
                </c:pt>
                <c:pt idx="823">
                  <c:v>3.1676769824031079</c:v>
                </c:pt>
                <c:pt idx="824">
                  <c:v>3.1550749905531492</c:v>
                </c:pt>
                <c:pt idx="825">
                  <c:v>3.1425311804487781</c:v>
                </c:pt>
                <c:pt idx="826">
                  <c:v>3.130048062051856</c:v>
                </c:pt>
                <c:pt idx="827">
                  <c:v>3.1176280137253669</c:v>
                </c:pt>
                <c:pt idx="828">
                  <c:v>3.1052757323687641</c:v>
                </c:pt>
                <c:pt idx="829">
                  <c:v>3.0929998818896172</c:v>
                </c:pt>
                <c:pt idx="830">
                  <c:v>3.0808131365881719</c:v>
                </c:pt>
                <c:pt idx="831">
                  <c:v>3.0687312323170088</c:v>
                </c:pt>
                <c:pt idx="832">
                  <c:v>3.056766284258412</c:v>
                </c:pt>
                <c:pt idx="833">
                  <c:v>3.0449275167995111</c:v>
                </c:pt>
                <c:pt idx="834">
                  <c:v>3.0332245564769562</c:v>
                </c:pt>
                <c:pt idx="835">
                  <c:v>3.0216683402224049</c:v>
                </c:pt>
                <c:pt idx="836">
                  <c:v>3.0102662743527291</c:v>
                </c:pt>
                <c:pt idx="837">
                  <c:v>2.999022234028772</c:v>
                </c:pt>
                <c:pt idx="838">
                  <c:v>2.987936223245458</c:v>
                </c:pt>
                <c:pt idx="839">
                  <c:v>2.9770031918716602</c:v>
                </c:pt>
                <c:pt idx="840">
                  <c:v>2.9662156547745022</c:v>
                </c:pt>
                <c:pt idx="841">
                  <c:v>2.9555629004960151</c:v>
                </c:pt>
                <c:pt idx="842">
                  <c:v>2.9450340304017231</c:v>
                </c:pt>
                <c:pt idx="843">
                  <c:v>2.9346185440242549</c:v>
                </c:pt>
                <c:pt idx="844">
                  <c:v>2.9243064723622418</c:v>
                </c:pt>
                <c:pt idx="845">
                  <c:v>2.9140901841836508</c:v>
                </c:pt>
                <c:pt idx="846">
                  <c:v>2.9039687250506021</c:v>
                </c:pt>
                <c:pt idx="847">
                  <c:v>2.8939451637165212</c:v>
                </c:pt>
                <c:pt idx="848">
                  <c:v>2.8840273522644049</c:v>
                </c:pt>
                <c:pt idx="849">
                  <c:v>2.8742256246077829</c:v>
                </c:pt>
                <c:pt idx="850">
                  <c:v>2.8645572520762599</c:v>
                </c:pt>
                <c:pt idx="851">
                  <c:v>2.8550504910401822</c:v>
                </c:pt>
                <c:pt idx="852">
                  <c:v>2.845727150622384</c:v>
                </c:pt>
                <c:pt idx="853">
                  <c:v>2.836598575493475</c:v>
                </c:pt>
                <c:pt idx="854">
                  <c:v>2.8276709660041748</c:v>
                </c:pt>
                <c:pt idx="855">
                  <c:v>2.8189501348750179</c:v>
                </c:pt>
                <c:pt idx="856">
                  <c:v>2.8104411513078551</c:v>
                </c:pt>
                <c:pt idx="857">
                  <c:v>2.802146009095809</c:v>
                </c:pt>
                <c:pt idx="858">
                  <c:v>2.7940674412331101</c:v>
                </c:pt>
                <c:pt idx="859">
                  <c:v>2.7862070808125878</c:v>
                </c:pt>
                <c:pt idx="860">
                  <c:v>2.778560096142134</c:v>
                </c:pt>
                <c:pt idx="861">
                  <c:v>2.7711217182137728</c:v>
                </c:pt>
                <c:pt idx="862">
                  <c:v>2.7638849327287209</c:v>
                </c:pt>
                <c:pt idx="863">
                  <c:v>2.7568402867693589</c:v>
                </c:pt>
                <c:pt idx="864">
                  <c:v>2.7499765807180849</c:v>
                </c:pt>
                <c:pt idx="865">
                  <c:v>2.7432814648508161</c:v>
                </c:pt>
                <c:pt idx="866">
                  <c:v>2.7367430424935382</c:v>
                </c:pt>
                <c:pt idx="867">
                  <c:v>2.730354329526413</c:v>
                </c:pt>
                <c:pt idx="868">
                  <c:v>2.724118234015493</c:v>
                </c:pt>
                <c:pt idx="869">
                  <c:v>2.7180571761404559</c:v>
                </c:pt>
                <c:pt idx="870">
                  <c:v>2.712188707497126</c:v>
                </c:pt>
                <c:pt idx="871">
                  <c:v>2.706517975457619</c:v>
                </c:pt>
                <c:pt idx="872">
                  <c:v>2.7010438635641112</c:v>
                </c:pt>
                <c:pt idx="873">
                  <c:v>2.695760168889302</c:v>
                </c:pt>
                <c:pt idx="874">
                  <c:v>2.690653300673695</c:v>
                </c:pt>
                <c:pt idx="875">
                  <c:v>2.685709178752659</c:v>
                </c:pt>
                <c:pt idx="876">
                  <c:v>2.680926082834723</c:v>
                </c:pt>
                <c:pt idx="877">
                  <c:v>2.6763339601747309</c:v>
                </c:pt>
                <c:pt idx="878">
                  <c:v>2.671969925261128</c:v>
                </c:pt>
                <c:pt idx="879">
                  <c:v>2.6678563272121871</c:v>
                </c:pt>
                <c:pt idx="880">
                  <c:v>2.6639867700258391</c:v>
                </c:pt>
                <c:pt idx="881">
                  <c:v>2.6603396234563772</c:v>
                </c:pt>
                <c:pt idx="882">
                  <c:v>2.6568864656245839</c:v>
                </c:pt>
                <c:pt idx="883">
                  <c:v>2.6535985907111281</c:v>
                </c:pt>
                <c:pt idx="884">
                  <c:v>2.6504448991109411</c:v>
                </c:pt>
                <c:pt idx="885">
                  <c:v>2.6473946037396581</c:v>
                </c:pt>
                <c:pt idx="886">
                  <c:v>2.6444105702807792</c:v>
                </c:pt>
                <c:pt idx="887">
                  <c:v>2.6414607378394082</c:v>
                </c:pt>
                <c:pt idx="888">
                  <c:v>2.6385190668331271</c:v>
                </c:pt>
                <c:pt idx="889">
                  <c:v>2.6355592199811642</c:v>
                </c:pt>
                <c:pt idx="890">
                  <c:v>2.632555082471479</c:v>
                </c:pt>
                <c:pt idx="891">
                  <c:v>2.6294886614912238</c:v>
                </c:pt>
                <c:pt idx="892">
                  <c:v>2.6263541675635569</c:v>
                </c:pt>
                <c:pt idx="893">
                  <c:v>2.6231505429770401</c:v>
                </c:pt>
                <c:pt idx="894">
                  <c:v>2.619878947326534</c:v>
                </c:pt>
                <c:pt idx="895">
                  <c:v>2.6165422020393239</c:v>
                </c:pt>
                <c:pt idx="896">
                  <c:v>2.613144335749221</c:v>
                </c:pt>
                <c:pt idx="897">
                  <c:v>2.6096887987796511</c:v>
                </c:pt>
                <c:pt idx="898">
                  <c:v>2.6061730540357941</c:v>
                </c:pt>
                <c:pt idx="899">
                  <c:v>2.6025908257950192</c:v>
                </c:pt>
                <c:pt idx="900">
                  <c:v>2.598941152569318</c:v>
                </c:pt>
                <c:pt idx="901">
                  <c:v>2.5952374199319999</c:v>
                </c:pt>
                <c:pt idx="902">
                  <c:v>2.591498923302193</c:v>
                </c:pt>
                <c:pt idx="903">
                  <c:v>2.5877465273533362</c:v>
                </c:pt>
                <c:pt idx="904">
                  <c:v>2.5840154234329269</c:v>
                </c:pt>
                <c:pt idx="905">
                  <c:v>2.580351020986476</c:v>
                </c:pt>
                <c:pt idx="906">
                  <c:v>2.576806017490159</c:v>
                </c:pt>
                <c:pt idx="907">
                  <c:v>2.5734235736949409</c:v>
                </c:pt>
                <c:pt idx="908">
                  <c:v>2.5702389589383832</c:v>
                </c:pt>
                <c:pt idx="909">
                  <c:v>2.567274870163649</c:v>
                </c:pt>
                <c:pt idx="910">
                  <c:v>2.5645379511909558</c:v>
                </c:pt>
                <c:pt idx="911">
                  <c:v>2.5620252140134832</c:v>
                </c:pt>
                <c:pt idx="912">
                  <c:v>2.559718138572141</c:v>
                </c:pt>
                <c:pt idx="913">
                  <c:v>2.557576232143588</c:v>
                </c:pt>
                <c:pt idx="914">
                  <c:v>2.555553473902942</c:v>
                </c:pt>
                <c:pt idx="915">
                  <c:v>2.5536039695979378</c:v>
                </c:pt>
                <c:pt idx="916">
                  <c:v>2.551684154731964</c:v>
                </c:pt>
                <c:pt idx="917">
                  <c:v>2.5497569787552039</c:v>
                </c:pt>
                <c:pt idx="918">
                  <c:v>2.5477811320874131</c:v>
                </c:pt>
                <c:pt idx="919">
                  <c:v>2.5457103693459051</c:v>
                </c:pt>
                <c:pt idx="920">
                  <c:v>2.5434994677140961</c:v>
                </c:pt>
                <c:pt idx="921">
                  <c:v>2.541115868876505</c:v>
                </c:pt>
                <c:pt idx="922">
                  <c:v>2.538534623864237</c:v>
                </c:pt>
                <c:pt idx="923">
                  <c:v>2.5357372204936</c:v>
                </c:pt>
                <c:pt idx="924">
                  <c:v>2.532715617347475</c:v>
                </c:pt>
                <c:pt idx="925">
                  <c:v>2.529469403593223</c:v>
                </c:pt>
                <c:pt idx="926">
                  <c:v>2.5259996266849791</c:v>
                </c:pt>
                <c:pt idx="927">
                  <c:v>2.5223114521776711</c:v>
                </c:pt>
                <c:pt idx="928">
                  <c:v>2.518410633842429</c:v>
                </c:pt>
                <c:pt idx="929">
                  <c:v>2.514306945989206</c:v>
                </c:pt>
                <c:pt idx="930">
                  <c:v>2.5100139209294672</c:v>
                </c:pt>
                <c:pt idx="931">
                  <c:v>2.5055486278446581</c:v>
                </c:pt>
                <c:pt idx="932">
                  <c:v>2.500932506098013</c:v>
                </c:pt>
                <c:pt idx="933">
                  <c:v>2.4961815336055762</c:v>
                </c:pt>
                <c:pt idx="934">
                  <c:v>2.4913040849038168</c:v>
                </c:pt>
                <c:pt idx="935">
                  <c:v>2.4862992747777368</c:v>
                </c:pt>
                <c:pt idx="936">
                  <c:v>2.481163450470012</c:v>
                </c:pt>
                <c:pt idx="937">
                  <c:v>2.475893073273741</c:v>
                </c:pt>
                <c:pt idx="938">
                  <c:v>2.4704895304877512</c:v>
                </c:pt>
                <c:pt idx="939">
                  <c:v>2.4649599826297641</c:v>
                </c:pt>
                <c:pt idx="940">
                  <c:v>2.459318988206936</c:v>
                </c:pt>
                <c:pt idx="941">
                  <c:v>2.453582409130405</c:v>
                </c:pt>
                <c:pt idx="942">
                  <c:v>2.4477656113394981</c:v>
                </c:pt>
                <c:pt idx="943">
                  <c:v>2.4418820075890522</c:v>
                </c:pt>
                <c:pt idx="944">
                  <c:v>2.4359398371017829</c:v>
                </c:pt>
                <c:pt idx="945">
                  <c:v>2.4299469691789248</c:v>
                </c:pt>
                <c:pt idx="946">
                  <c:v>2.42391179371538</c:v>
                </c:pt>
                <c:pt idx="947">
                  <c:v>2.4178417813426898</c:v>
                </c:pt>
                <c:pt idx="948">
                  <c:v>2.4117394363521152</c:v>
                </c:pt>
                <c:pt idx="949">
                  <c:v>2.405602624588473</c:v>
                </c:pt>
                <c:pt idx="950">
                  <c:v>2.399424612168616</c:v>
                </c:pt>
                <c:pt idx="951">
                  <c:v>2.3931908913598892</c:v>
                </c:pt>
                <c:pt idx="952">
                  <c:v>2.3868791445098769</c:v>
                </c:pt>
                <c:pt idx="953">
                  <c:v>2.3804677129373859</c:v>
                </c:pt>
                <c:pt idx="954">
                  <c:v>2.373932235170924</c:v>
                </c:pt>
                <c:pt idx="955">
                  <c:v>2.3672544499162069</c:v>
                </c:pt>
                <c:pt idx="956">
                  <c:v>2.360428707989445</c:v>
                </c:pt>
                <c:pt idx="957">
                  <c:v>2.3534646471971929</c:v>
                </c:pt>
                <c:pt idx="958">
                  <c:v>2.3463802896451131</c:v>
                </c:pt>
                <c:pt idx="959">
                  <c:v>2.3392099906900659</c:v>
                </c:pt>
                <c:pt idx="960">
                  <c:v>2.331992889835075</c:v>
                </c:pt>
                <c:pt idx="961">
                  <c:v>2.3247616748512758</c:v>
                </c:pt>
                <c:pt idx="962">
                  <c:v>2.3175429415242328</c:v>
                </c:pt>
                <c:pt idx="963">
                  <c:v>2.3103618422842409</c:v>
                </c:pt>
                <c:pt idx="964">
                  <c:v>2.3032416752323219</c:v>
                </c:pt>
                <c:pt idx="965">
                  <c:v>2.296230559965641</c:v>
                </c:pt>
                <c:pt idx="966">
                  <c:v>2.2894934213480531</c:v>
                </c:pt>
                <c:pt idx="967">
                  <c:v>2.283223174067003</c:v>
                </c:pt>
                <c:pt idx="968">
                  <c:v>2.2775779010064512</c:v>
                </c:pt>
                <c:pt idx="969">
                  <c:v>2.2726681788489089</c:v>
                </c:pt>
                <c:pt idx="970">
                  <c:v>2.2685288728217059</c:v>
                </c:pt>
                <c:pt idx="971">
                  <c:v>2.2651104433293581</c:v>
                </c:pt>
                <c:pt idx="972">
                  <c:v>2.2622891257516091</c:v>
                </c:pt>
                <c:pt idx="973">
                  <c:v>2.2599432876043002</c:v>
                </c:pt>
                <c:pt idx="974">
                  <c:v>2.2579757382462722</c:v>
                </c:pt>
                <c:pt idx="975">
                  <c:v>2.2563297968817428</c:v>
                </c:pt>
                <c:pt idx="976">
                  <c:v>2.2549800786569869</c:v>
                </c:pt>
                <c:pt idx="977">
                  <c:v>2.2539018774255148</c:v>
                </c:pt>
                <c:pt idx="978">
                  <c:v>2.2530537997751341</c:v>
                </c:pt>
                <c:pt idx="979">
                  <c:v>2.2523628681717009</c:v>
                </c:pt>
                <c:pt idx="980">
                  <c:v>2.251738253940716</c:v>
                </c:pt>
                <c:pt idx="981">
                  <c:v>2.2510839503939071</c:v>
                </c:pt>
                <c:pt idx="982">
                  <c:v>2.2503129121410388</c:v>
                </c:pt>
                <c:pt idx="983">
                  <c:v>2.2493581993000782</c:v>
                </c:pt>
                <c:pt idx="984">
                  <c:v>2.2481786936744559</c:v>
                </c:pt>
                <c:pt idx="985">
                  <c:v>2.2467615361257471</c:v>
                </c:pt>
                <c:pt idx="986">
                  <c:v>2.245118710005793</c:v>
                </c:pt>
                <c:pt idx="987">
                  <c:v>2.2432695931919722</c:v>
                </c:pt>
                <c:pt idx="988">
                  <c:v>2.2412411394703979</c:v>
                </c:pt>
                <c:pt idx="989">
                  <c:v>2.239066845090905</c:v>
                </c:pt>
                <c:pt idx="990">
                  <c:v>2.236785026355522</c:v>
                </c:pt>
                <c:pt idx="991">
                  <c:v>2.2344398676432311</c:v>
                </c:pt>
                <c:pt idx="992">
                  <c:v>2.2320692890552372</c:v>
                </c:pt>
                <c:pt idx="993">
                  <c:v>2.2297073087540018</c:v>
                </c:pt>
                <c:pt idx="994">
                  <c:v>2.2273798518901118</c:v>
                </c:pt>
                <c:pt idx="995">
                  <c:v>2.2251063788154419</c:v>
                </c:pt>
                <c:pt idx="996">
                  <c:v>2.222907521157822</c:v>
                </c:pt>
                <c:pt idx="997">
                  <c:v>2.2208048494874491</c:v>
                </c:pt>
                <c:pt idx="998">
                  <c:v>2.2188101519735381</c:v>
                </c:pt>
                <c:pt idx="999">
                  <c:v>2.2169144527034899</c:v>
                </c:pt>
                <c:pt idx="1000">
                  <c:v>2.2150993681296809</c:v>
                </c:pt>
                <c:pt idx="1001">
                  <c:v>2.2133484078097911</c:v>
                </c:pt>
                <c:pt idx="1002">
                  <c:v>2.2116484129758569</c:v>
                </c:pt>
                <c:pt idx="1003">
                  <c:v>2.2099888909379302</c:v>
                </c:pt>
                <c:pt idx="1004">
                  <c:v>2.208361487575393</c:v>
                </c:pt>
                <c:pt idx="1005">
                  <c:v>2.20675495291687</c:v>
                </c:pt>
                <c:pt idx="1006">
                  <c:v>2.2051352958937929</c:v>
                </c:pt>
                <c:pt idx="1007">
                  <c:v>2.2034473492266859</c:v>
                </c:pt>
                <c:pt idx="1008">
                  <c:v>2.201640243499043</c:v>
                </c:pt>
                <c:pt idx="1009">
                  <c:v>2.1996668033552611</c:v>
                </c:pt>
                <c:pt idx="1010">
                  <c:v>2.1974822435228392</c:v>
                </c:pt>
                <c:pt idx="1011">
                  <c:v>2.195037285061725</c:v>
                </c:pt>
                <c:pt idx="1012">
                  <c:v>2.192265670060777</c:v>
                </c:pt>
                <c:pt idx="1013">
                  <c:v>2.1890841430415731</c:v>
                </c:pt>
                <c:pt idx="1014">
                  <c:v>2.185448136559927</c:v>
                </c:pt>
                <c:pt idx="1015">
                  <c:v>2.181364732922189</c:v>
                </c:pt>
                <c:pt idx="1016">
                  <c:v>2.176878176129434</c:v>
                </c:pt>
                <c:pt idx="1017">
                  <c:v>2.1720553656657229</c:v>
                </c:pt>
                <c:pt idx="1018">
                  <c:v>2.1669591407641611</c:v>
                </c:pt>
                <c:pt idx="1019">
                  <c:v>2.1616412696486709</c:v>
                </c:pt>
                <c:pt idx="1020">
                  <c:v>2.1561389396348631</c:v>
                </c:pt>
                <c:pt idx="1021">
                  <c:v>2.1504989977223161</c:v>
                </c:pt>
                <c:pt idx="1022">
                  <c:v>2.1448047079843851</c:v>
                </c:pt>
                <c:pt idx="1023">
                  <c:v>2.1391318412733229</c:v>
                </c:pt>
                <c:pt idx="1024">
                  <c:v>2.1335460072351569</c:v>
                </c:pt>
                <c:pt idx="1025">
                  <c:v>2.1280721405357972</c:v>
                </c:pt>
                <c:pt idx="1026">
                  <c:v>2.1226757762335118</c:v>
                </c:pt>
                <c:pt idx="1027">
                  <c:v>2.117300077456663</c:v>
                </c:pt>
                <c:pt idx="1028">
                  <c:v>2.1119022246922432</c:v>
                </c:pt>
                <c:pt idx="1029">
                  <c:v>2.1064502201436319</c:v>
                </c:pt>
                <c:pt idx="1030">
                  <c:v>2.100904487046499</c:v>
                </c:pt>
                <c:pt idx="1031">
                  <c:v>2.0952387063865969</c:v>
                </c:pt>
                <c:pt idx="1032">
                  <c:v>2.0894466235619751</c:v>
                </c:pt>
                <c:pt idx="1033">
                  <c:v>2.0835529095568401</c:v>
                </c:pt>
                <c:pt idx="1034">
                  <c:v>2.0775999510477798</c:v>
                </c:pt>
                <c:pt idx="1035">
                  <c:v>2.0716594044259669</c:v>
                </c:pt>
                <c:pt idx="1036">
                  <c:v>2.065820289619043</c:v>
                </c:pt>
                <c:pt idx="1037">
                  <c:v>2.06014951511052</c:v>
                </c:pt>
                <c:pt idx="1038">
                  <c:v>2.0546809340042058</c:v>
                </c:pt>
                <c:pt idx="1039">
                  <c:v>2.049426379514081</c:v>
                </c:pt>
                <c:pt idx="1040">
                  <c:v>2.0443812361391842</c:v>
                </c:pt>
                <c:pt idx="1041">
                  <c:v>2.039522494611913</c:v>
                </c:pt>
                <c:pt idx="1042">
                  <c:v>2.0348098854295622</c:v>
                </c:pt>
                <c:pt idx="1043">
                  <c:v>2.0301976340630761</c:v>
                </c:pt>
                <c:pt idx="1044">
                  <c:v>2.0256409564968401</c:v>
                </c:pt>
                <c:pt idx="1045">
                  <c:v>2.021090335983001</c:v>
                </c:pt>
                <c:pt idx="1046">
                  <c:v>2.016500465513607</c:v>
                </c:pt>
                <c:pt idx="1047">
                  <c:v>2.0118411822257651</c:v>
                </c:pt>
                <c:pt idx="1048">
                  <c:v>2.007096891418493</c:v>
                </c:pt>
                <c:pt idx="1049">
                  <c:v>2.0022656483739532</c:v>
                </c:pt>
                <c:pt idx="1050">
                  <c:v>1.99735136587193</c:v>
                </c:pt>
                <c:pt idx="1051">
                  <c:v>1.992363065926696</c:v>
                </c:pt>
                <c:pt idx="1052">
                  <c:v>1.987319848782982</c:v>
                </c:pt>
                <c:pt idx="1053">
                  <c:v>1.982239941651768</c:v>
                </c:pt>
                <c:pt idx="1054">
                  <c:v>1.9771370715066809</c:v>
                </c:pt>
                <c:pt idx="1055">
                  <c:v>1.9720157663923199</c:v>
                </c:pt>
                <c:pt idx="1056">
                  <c:v>1.966868223836997</c:v>
                </c:pt>
                <c:pt idx="1057">
                  <c:v>1.961675484925741</c:v>
                </c:pt>
                <c:pt idx="1058">
                  <c:v>1.9564165449252591</c:v>
                </c:pt>
                <c:pt idx="1059">
                  <c:v>1.951062070304892</c:v>
                </c:pt>
                <c:pt idx="1060">
                  <c:v>1.945586504332423</c:v>
                </c:pt>
                <c:pt idx="1061">
                  <c:v>1.9399773579183299</c:v>
                </c:pt>
                <c:pt idx="1062">
                  <c:v>1.934230343422072</c:v>
                </c:pt>
                <c:pt idx="1063">
                  <c:v>1.928349687144326</c:v>
                </c:pt>
                <c:pt idx="1064">
                  <c:v>1.922345897296206</c:v>
                </c:pt>
                <c:pt idx="1065">
                  <c:v>1.916233198990396</c:v>
                </c:pt>
                <c:pt idx="1066">
                  <c:v>1.9100277253057041</c:v>
                </c:pt>
                <c:pt idx="1067">
                  <c:v>1.9037462639963441</c:v>
                </c:pt>
                <c:pt idx="1068">
                  <c:v>1.897406299638521</c:v>
                </c:pt>
                <c:pt idx="1069">
                  <c:v>1.8910276726222759</c:v>
                </c:pt>
                <c:pt idx="1070">
                  <c:v>1.884628300309326</c:v>
                </c:pt>
                <c:pt idx="1071">
                  <c:v>1.8782224934715479</c:v>
                </c:pt>
                <c:pt idx="1072">
                  <c:v>1.871818208420988</c:v>
                </c:pt>
                <c:pt idx="1073">
                  <c:v>1.8654172199176231</c:v>
                </c:pt>
                <c:pt idx="1074">
                  <c:v>1.8590153164765599</c:v>
                </c:pt>
                <c:pt idx="1075">
                  <c:v>1.852611794526464</c:v>
                </c:pt>
                <c:pt idx="1076">
                  <c:v>1.846212305788467</c:v>
                </c:pt>
                <c:pt idx="1077">
                  <c:v>1.8398246710934809</c:v>
                </c:pt>
                <c:pt idx="1078">
                  <c:v>1.8334606711852051</c:v>
                </c:pt>
                <c:pt idx="1079">
                  <c:v>1.8271401946893271</c:v>
                </c:pt>
                <c:pt idx="1080">
                  <c:v>1.8209049576096901</c:v>
                </c:pt>
                <c:pt idx="1081">
                  <c:v>1.814803126268876</c:v>
                </c:pt>
                <c:pt idx="1082">
                  <c:v>1.8089098051581449</c:v>
                </c:pt>
                <c:pt idx="1083">
                  <c:v>1.8033373697817421</c:v>
                </c:pt>
                <c:pt idx="1084">
                  <c:v>1.798213377841287</c:v>
                </c:pt>
                <c:pt idx="1085">
                  <c:v>1.793631448754939</c:v>
                </c:pt>
                <c:pt idx="1086">
                  <c:v>1.7896425293448179</c:v>
                </c:pt>
                <c:pt idx="1087">
                  <c:v>1.7862316961093041</c:v>
                </c:pt>
                <c:pt idx="1088">
                  <c:v>1.783291901301876</c:v>
                </c:pt>
                <c:pt idx="1089">
                  <c:v>1.780651579418518</c:v>
                </c:pt>
                <c:pt idx="1090">
                  <c:v>1.778130029440663</c:v>
                </c:pt>
                <c:pt idx="1091">
                  <c:v>1.7755831613401001</c:v>
                </c:pt>
                <c:pt idx="1092">
                  <c:v>1.7728987930448039</c:v>
                </c:pt>
                <c:pt idx="1093">
                  <c:v>1.7699717408892941</c:v>
                </c:pt>
                <c:pt idx="1094">
                  <c:v>1.7667208931272009</c:v>
                </c:pt>
                <c:pt idx="1095">
                  <c:v>1.76307123979075</c:v>
                </c:pt>
                <c:pt idx="1096">
                  <c:v>1.758989667990517</c:v>
                </c:pt>
                <c:pt idx="1097">
                  <c:v>1.754476272189208</c:v>
                </c:pt>
                <c:pt idx="1098">
                  <c:v>1.7495441234578299</c:v>
                </c:pt>
                <c:pt idx="1099">
                  <c:v>1.7441904433822399</c:v>
                </c:pt>
                <c:pt idx="1100">
                  <c:v>1.7384166374973671</c:v>
                </c:pt>
                <c:pt idx="1101">
                  <c:v>1.732257870028701</c:v>
                </c:pt>
                <c:pt idx="1102">
                  <c:v>1.725800668445614</c:v>
                </c:pt>
                <c:pt idx="1103">
                  <c:v>1.7191583015373999</c:v>
                </c:pt>
                <c:pt idx="1104">
                  <c:v>1.7124548547294369</c:v>
                </c:pt>
                <c:pt idx="1105">
                  <c:v>1.7058368332172129</c:v>
                </c:pt>
                <c:pt idx="1106">
                  <c:v>1.6994696383227701</c:v>
                </c:pt>
                <c:pt idx="1107">
                  <c:v>1.693570473572511</c:v>
                </c:pt>
                <c:pt idx="1108">
                  <c:v>1.6884054707821441</c:v>
                </c:pt>
                <c:pt idx="1109">
                  <c:v>1.684299666777556</c:v>
                </c:pt>
                <c:pt idx="1110">
                  <c:v>1.681572031519073</c:v>
                </c:pt>
                <c:pt idx="1111">
                  <c:v>1.6806010599827119</c:v>
                </c:pt>
                <c:pt idx="1112">
                  <c:v>1.681706272292558</c:v>
                </c:pt>
                <c:pt idx="1113">
                  <c:v>1.685018086083816</c:v>
                </c:pt>
                <c:pt idx="1114">
                  <c:v>1.690472750087376</c:v>
                </c:pt>
                <c:pt idx="1115">
                  <c:v>1.697818900377748</c:v>
                </c:pt>
                <c:pt idx="1116">
                  <c:v>1.706408053741751</c:v>
                </c:pt>
                <c:pt idx="1117">
                  <c:v>1.7153951981463691</c:v>
                </c:pt>
                <c:pt idx="1118">
                  <c:v>1.724062787334361</c:v>
                </c:pt>
                <c:pt idx="1119">
                  <c:v>1.731992689545981</c:v>
                </c:pt>
                <c:pt idx="1120">
                  <c:v>1.739085244122591</c:v>
                </c:pt>
                <c:pt idx="1121">
                  <c:v>1.745432144148545</c:v>
                </c:pt>
                <c:pt idx="1122">
                  <c:v>1.7512678505125281</c:v>
                </c:pt>
                <c:pt idx="1123">
                  <c:v>1.756868739543227</c:v>
                </c:pt>
                <c:pt idx="1124">
                  <c:v>1.7624704882630571</c:v>
                </c:pt>
                <c:pt idx="1125">
                  <c:v>1.768312470159745</c:v>
                </c:pt>
                <c:pt idx="1126">
                  <c:v>1.7746205619501629</c:v>
                </c:pt>
                <c:pt idx="1127">
                  <c:v>1.7816021395591171</c:v>
                </c:pt>
                <c:pt idx="1128">
                  <c:v>1.789381796393847</c:v>
                </c:pt>
                <c:pt idx="1129">
                  <c:v>1.797978484165462</c:v>
                </c:pt>
                <c:pt idx="1130">
                  <c:v>1.807325669973898</c:v>
                </c:pt>
                <c:pt idx="1131">
                  <c:v>1.8172560411050329</c:v>
                </c:pt>
                <c:pt idx="1132">
                  <c:v>1.82748247576187</c:v>
                </c:pt>
                <c:pt idx="1133">
                  <c:v>1.8377069863201509</c:v>
                </c:pt>
                <c:pt idx="1134">
                  <c:v>1.847661713957981</c:v>
                </c:pt>
                <c:pt idx="1135">
                  <c:v>1.8571718676694109</c:v>
                </c:pt>
                <c:pt idx="1136">
                  <c:v>1.866146972925411</c:v>
                </c:pt>
                <c:pt idx="1137">
                  <c:v>1.8745711518629271</c:v>
                </c:pt>
                <c:pt idx="1138">
                  <c:v>1.882516084552462</c:v>
                </c:pt>
                <c:pt idx="1139">
                  <c:v>1.8901220678232991</c:v>
                </c:pt>
                <c:pt idx="1140">
                  <c:v>1.8975027468726069</c:v>
                </c:pt>
                <c:pt idx="1141">
                  <c:v>1.9046840085436121</c:v>
                </c:pt>
                <c:pt idx="1142">
                  <c:v>1.911494740110568</c:v>
                </c:pt>
                <c:pt idx="1143">
                  <c:v>1.9177410019935519</c:v>
                </c:pt>
                <c:pt idx="1144">
                  <c:v>1.9232886537230951</c:v>
                </c:pt>
                <c:pt idx="1145">
                  <c:v>1.928051519131704</c:v>
                </c:pt>
                <c:pt idx="1146">
                  <c:v>1.931986478681085</c:v>
                </c:pt>
                <c:pt idx="1147">
                  <c:v>1.935055921208984</c:v>
                </c:pt>
                <c:pt idx="1148">
                  <c:v>1.93722107618966</c:v>
                </c:pt>
                <c:pt idx="1149">
                  <c:v>1.9384014647292229</c:v>
                </c:pt>
                <c:pt idx="1150">
                  <c:v>1.9385766491816949</c:v>
                </c:pt>
                <c:pt idx="1151">
                  <c:v>1.937789940623494</c:v>
                </c:pt>
                <c:pt idx="1152">
                  <c:v>1.936134227567657</c:v>
                </c:pt>
                <c:pt idx="1153">
                  <c:v>1.93373891061814</c:v>
                </c:pt>
                <c:pt idx="1154">
                  <c:v>1.930724498671385</c:v>
                </c:pt>
                <c:pt idx="1155">
                  <c:v>1.927186943084036</c:v>
                </c:pt>
                <c:pt idx="1156">
                  <c:v>1.9232083263814681</c:v>
                </c:pt>
                <c:pt idx="1157">
                  <c:v>1.9188499675783759</c:v>
                </c:pt>
                <c:pt idx="1158">
                  <c:v>1.9141500084313039</c:v>
                </c:pt>
                <c:pt idx="1159">
                  <c:v>1.9091433438277541</c:v>
                </c:pt>
                <c:pt idx="1160">
                  <c:v>1.903869635209648</c:v>
                </c:pt>
                <c:pt idx="1161">
                  <c:v>1.898381728417317</c:v>
                </c:pt>
                <c:pt idx="1162">
                  <c:v>1.89275974030644</c:v>
                </c:pt>
                <c:pt idx="1163">
                  <c:v>1.8870938561219761</c:v>
                </c:pt>
                <c:pt idx="1164">
                  <c:v>1.881537866015301</c:v>
                </c:pt>
                <c:pt idx="1165">
                  <c:v>1.8762244654670619</c:v>
                </c:pt>
                <c:pt idx="1166">
                  <c:v>1.8712445296297451</c:v>
                </c:pt>
                <c:pt idx="1167">
                  <c:v>1.8666547614437941</c:v>
                </c:pt>
                <c:pt idx="1168">
                  <c:v>1.862474773624714</c:v>
                </c:pt>
                <c:pt idx="1169">
                  <c:v>1.8586687426111199</c:v>
                </c:pt>
                <c:pt idx="1170">
                  <c:v>1.8551408653019601</c:v>
                </c:pt>
                <c:pt idx="1171">
                  <c:v>1.8517569246562571</c:v>
                </c:pt>
                <c:pt idx="1172">
                  <c:v>1.848362414651159</c:v>
                </c:pt>
                <c:pt idx="1173">
                  <c:v>1.8448407309901551</c:v>
                </c:pt>
                <c:pt idx="1174">
                  <c:v>1.841114834986628</c:v>
                </c:pt>
                <c:pt idx="1175">
                  <c:v>1.8371446039182919</c:v>
                </c:pt>
                <c:pt idx="1176">
                  <c:v>1.832913976357823</c:v>
                </c:pt>
                <c:pt idx="1177">
                  <c:v>1.828410169264544</c:v>
                </c:pt>
                <c:pt idx="1178">
                  <c:v>1.8236244083573181</c:v>
                </c:pt>
                <c:pt idx="1179">
                  <c:v>1.8185629546033899</c:v>
                </c:pt>
                <c:pt idx="1180">
                  <c:v>1.813241219718722</c:v>
                </c:pt>
                <c:pt idx="1181">
                  <c:v>1.8076829546073561</c:v>
                </c:pt>
                <c:pt idx="1182">
                  <c:v>1.8019180272366291</c:v>
                </c:pt>
                <c:pt idx="1183">
                  <c:v>1.7959815983699421</c:v>
                </c:pt>
                <c:pt idx="1184">
                  <c:v>1.7899076379817109</c:v>
                </c:pt>
                <c:pt idx="1185">
                  <c:v>1.7837270618725749</c:v>
                </c:pt>
                <c:pt idx="1186">
                  <c:v>1.7774675554677331</c:v>
                </c:pt>
                <c:pt idx="1187">
                  <c:v>1.771154410494771</c:v>
                </c:pt>
                <c:pt idx="1188">
                  <c:v>1.7648126773300521</c:v>
                </c:pt>
                <c:pt idx="1189">
                  <c:v>1.758465383858721</c:v>
                </c:pt>
                <c:pt idx="1190">
                  <c:v>1.752137586099578</c:v>
                </c:pt>
                <c:pt idx="1191">
                  <c:v>1.745848297523295</c:v>
                </c:pt>
                <c:pt idx="1192">
                  <c:v>1.7396076154146709</c:v>
                </c:pt>
                <c:pt idx="1193">
                  <c:v>1.733422301745646</c:v>
                </c:pt>
                <c:pt idx="1194">
                  <c:v>1.727297438565891</c:v>
                </c:pt>
                <c:pt idx="1195">
                  <c:v>1.7212367111968301</c:v>
                </c:pt>
                <c:pt idx="1196">
                  <c:v>1.7152417944897731</c:v>
                </c:pt>
                <c:pt idx="1197">
                  <c:v>1.709306926951589</c:v>
                </c:pt>
                <c:pt idx="1198">
                  <c:v>1.7034133056515171</c:v>
                </c:pt>
                <c:pt idx="1199">
                  <c:v>1.697542596946952</c:v>
                </c:pt>
                <c:pt idx="1200">
                  <c:v>1.6916810821465249</c:v>
                </c:pt>
                <c:pt idx="1201">
                  <c:v>1.685821011201533</c:v>
                </c:pt>
                <c:pt idx="1202">
                  <c:v>1.6799561048768139</c:v>
                </c:pt>
                <c:pt idx="1203">
                  <c:v>1.674079576392107</c:v>
                </c:pt>
                <c:pt idx="1204">
                  <c:v>1.6681739267564919</c:v>
                </c:pt>
                <c:pt idx="1205">
                  <c:v>1.6621930744171201</c:v>
                </c:pt>
                <c:pt idx="1206">
                  <c:v>1.656101796456813</c:v>
                </c:pt>
                <c:pt idx="1207">
                  <c:v>1.6498617143507679</c:v>
                </c:pt>
                <c:pt idx="1208">
                  <c:v>1.6433834120983379</c:v>
                </c:pt>
                <c:pt idx="1209">
                  <c:v>1.636613395783026</c:v>
                </c:pt>
                <c:pt idx="1210">
                  <c:v>1.629560835343338</c:v>
                </c:pt>
                <c:pt idx="1211">
                  <c:v>1.6223062131508119</c:v>
                </c:pt>
                <c:pt idx="1212">
                  <c:v>1.6149854255934131</c:v>
                </c:pt>
                <c:pt idx="1213">
                  <c:v>1.607815673988185</c:v>
                </c:pt>
                <c:pt idx="1214">
                  <c:v>1.6010142175386111</c:v>
                </c:pt>
                <c:pt idx="1215">
                  <c:v>1.5946912715522681</c:v>
                </c:pt>
                <c:pt idx="1216">
                  <c:v>1.588925845318627</c:v>
                </c:pt>
                <c:pt idx="1217">
                  <c:v>1.5837523619542231</c:v>
                </c:pt>
                <c:pt idx="1218">
                  <c:v>1.5791813875493621</c:v>
                </c:pt>
                <c:pt idx="1219">
                  <c:v>1.575209891939352</c:v>
                </c:pt>
                <c:pt idx="1220">
                  <c:v>1.5718261403472999</c:v>
                </c:pt>
                <c:pt idx="1221">
                  <c:v>1.569022412693079</c:v>
                </c:pt>
                <c:pt idx="1222">
                  <c:v>1.5667930332348241</c:v>
                </c:pt>
                <c:pt idx="1223">
                  <c:v>1.565118293512147</c:v>
                </c:pt>
                <c:pt idx="1224">
                  <c:v>1.5639560448770531</c:v>
                </c:pt>
                <c:pt idx="1225">
                  <c:v>1.563242241997475</c:v>
                </c:pt>
                <c:pt idx="1226">
                  <c:v>1.562887509309256</c:v>
                </c:pt>
                <c:pt idx="1227">
                  <c:v>1.5627366344120781</c:v>
                </c:pt>
                <c:pt idx="1228">
                  <c:v>1.562644154547739</c:v>
                </c:pt>
                <c:pt idx="1229">
                  <c:v>1.562458955982186</c:v>
                </c:pt>
                <c:pt idx="1230">
                  <c:v>1.5620416628288141</c:v>
                </c:pt>
                <c:pt idx="1231">
                  <c:v>1.561280530092769</c:v>
                </c:pt>
                <c:pt idx="1232">
                  <c:v>1.560114458484636</c:v>
                </c:pt>
                <c:pt idx="1233">
                  <c:v>1.558527500641701</c:v>
                </c:pt>
                <c:pt idx="1234">
                  <c:v>1.5565335301583521</c:v>
                </c:pt>
                <c:pt idx="1235">
                  <c:v>1.5541693645281141</c:v>
                </c:pt>
                <c:pt idx="1236">
                  <c:v>1.5514965527245621</c:v>
                </c:pt>
                <c:pt idx="1237">
                  <c:v>1.548608404131423</c:v>
                </c:pt>
                <c:pt idx="1238">
                  <c:v>1.5455804361794321</c:v>
                </c:pt>
                <c:pt idx="1239">
                  <c:v>1.542461518292473</c:v>
                </c:pt>
                <c:pt idx="1240">
                  <c:v>1.539264106668478</c:v>
                </c:pt>
                <c:pt idx="1241">
                  <c:v>1.535966471719723</c:v>
                </c:pt>
                <c:pt idx="1242">
                  <c:v>1.5325616987151769</c:v>
                </c:pt>
                <c:pt idx="1243">
                  <c:v>1.5290678072102319</c:v>
                </c:pt>
                <c:pt idx="1244">
                  <c:v>1.5255353740971609</c:v>
                </c:pt>
                <c:pt idx="1245">
                  <c:v>1.522003977743412</c:v>
                </c:pt>
                <c:pt idx="1246">
                  <c:v>1.518486608628612</c:v>
                </c:pt>
                <c:pt idx="1247">
                  <c:v>1.5149692628282001</c:v>
                </c:pt>
                <c:pt idx="1248">
                  <c:v>1.511409061727502</c:v>
                </c:pt>
                <c:pt idx="1249">
                  <c:v>1.507762290490213</c:v>
                </c:pt>
                <c:pt idx="1250">
                  <c:v>1.503989573692438</c:v>
                </c:pt>
                <c:pt idx="1251">
                  <c:v>1.5000539672856561</c:v>
                </c:pt>
                <c:pt idx="1252">
                  <c:v>1.495905210480629</c:v>
                </c:pt>
                <c:pt idx="1253">
                  <c:v>1.491516055602677</c:v>
                </c:pt>
                <c:pt idx="1254">
                  <c:v>1.4868961600795021</c:v>
                </c:pt>
                <c:pt idx="1255">
                  <c:v>1.4820749163482221</c:v>
                </c:pt>
                <c:pt idx="1256">
                  <c:v>1.477102044766945</c:v>
                </c:pt>
                <c:pt idx="1257">
                  <c:v>1.472039576235197</c:v>
                </c:pt>
                <c:pt idx="1258">
                  <c:v>1.466947104478054</c:v>
                </c:pt>
                <c:pt idx="1259">
                  <c:v>1.461876668931988</c:v>
                </c:pt>
                <c:pt idx="1260">
                  <c:v>1.45686625495446</c:v>
                </c:pt>
                <c:pt idx="1261">
                  <c:v>1.45193934789025</c:v>
                </c:pt>
                <c:pt idx="1262">
                  <c:v>1.447109180531746</c:v>
                </c:pt>
                <c:pt idx="1263">
                  <c:v>1.442381494434652</c:v>
                </c:pt>
                <c:pt idx="1264">
                  <c:v>1.437754784517836</c:v>
                </c:pt>
                <c:pt idx="1265">
                  <c:v>1.433224902416528</c:v>
                </c:pt>
                <c:pt idx="1266">
                  <c:v>1.428784412287923</c:v>
                </c:pt>
                <c:pt idx="1267">
                  <c:v>1.4244266767199221</c:v>
                </c:pt>
                <c:pt idx="1268">
                  <c:v>1.420144638254041</c:v>
                </c:pt>
                <c:pt idx="1269">
                  <c:v>1.415924020453742</c:v>
                </c:pt>
                <c:pt idx="1270">
                  <c:v>1.4117438247144869</c:v>
                </c:pt>
                <c:pt idx="1271">
                  <c:v>1.4075722835805571</c:v>
                </c:pt>
                <c:pt idx="1272">
                  <c:v>1.403365985600421</c:v>
                </c:pt>
                <c:pt idx="1273">
                  <c:v>1.3990787890248</c:v>
                </c:pt>
                <c:pt idx="1274">
                  <c:v>1.3946749680888491</c:v>
                </c:pt>
                <c:pt idx="1275">
                  <c:v>1.390143657672916</c:v>
                </c:pt>
                <c:pt idx="1276">
                  <c:v>1.385493030706735</c:v>
                </c:pt>
                <c:pt idx="1277">
                  <c:v>1.38075053456667</c:v>
                </c:pt>
                <c:pt idx="1278">
                  <c:v>1.3759651975784679</c:v>
                </c:pt>
                <c:pt idx="1279">
                  <c:v>1.371183601192524</c:v>
                </c:pt>
                <c:pt idx="1280">
                  <c:v>1.366450464185418</c:v>
                </c:pt>
                <c:pt idx="1281">
                  <c:v>1.3618008052856201</c:v>
                </c:pt>
                <c:pt idx="1282">
                  <c:v>1.357273163345952</c:v>
                </c:pt>
                <c:pt idx="1283">
                  <c:v>1.352910856196939</c:v>
                </c:pt>
                <c:pt idx="1284">
                  <c:v>1.348750385731974</c:v>
                </c:pt>
                <c:pt idx="1285">
                  <c:v>1.344819004213774</c:v>
                </c:pt>
                <c:pt idx="1286">
                  <c:v>1.34113291369402</c:v>
                </c:pt>
                <c:pt idx="1287">
                  <c:v>1.3377258306235531</c:v>
                </c:pt>
                <c:pt idx="1288">
                  <c:v>1.334670431815236</c:v>
                </c:pt>
                <c:pt idx="1289">
                  <c:v>1.3320866719840549</c:v>
                </c:pt>
                <c:pt idx="1290">
                  <c:v>1.330024536749508</c:v>
                </c:pt>
                <c:pt idx="1291">
                  <c:v>1.328364532824277</c:v>
                </c:pt>
                <c:pt idx="1292">
                  <c:v>1.3269829720701161</c:v>
                </c:pt>
                <c:pt idx="1293">
                  <c:v>1.3257906615246311</c:v>
                </c:pt>
                <c:pt idx="1294">
                  <c:v>1.3247202150134021</c:v>
                </c:pt>
                <c:pt idx="1295">
                  <c:v>1.3236950443922511</c:v>
                </c:pt>
                <c:pt idx="1296">
                  <c:v>1.322628573393436</c:v>
                </c:pt>
                <c:pt idx="1297">
                  <c:v>1.321458324005194</c:v>
                </c:pt>
                <c:pt idx="1298">
                  <c:v>1.3201428539568749</c:v>
                </c:pt>
                <c:pt idx="1299">
                  <c:v>1.318665365807792</c:v>
                </c:pt>
                <c:pt idx="1300">
                  <c:v>1.317030180412007</c:v>
                </c:pt>
                <c:pt idx="1301">
                  <c:v>1.315247706263017</c:v>
                </c:pt>
                <c:pt idx="1302">
                  <c:v>1.3133263904367509</c:v>
                </c:pt>
                <c:pt idx="1303">
                  <c:v>1.311275588786484</c:v>
                </c:pt>
                <c:pt idx="1304">
                  <c:v>1.309099744021186</c:v>
                </c:pt>
                <c:pt idx="1305">
                  <c:v>1.306807728588117</c:v>
                </c:pt>
                <c:pt idx="1306">
                  <c:v>1.30441691912824</c:v>
                </c:pt>
                <c:pt idx="1307">
                  <c:v>1.3019656540215361</c:v>
                </c:pt>
                <c:pt idx="1308">
                  <c:v>1.2995034075677641</c:v>
                </c:pt>
                <c:pt idx="1309">
                  <c:v>1.297075589837221</c:v>
                </c:pt>
                <c:pt idx="1310">
                  <c:v>1.2947259427186191</c:v>
                </c:pt>
                <c:pt idx="1311">
                  <c:v>1.292498175638283</c:v>
                </c:pt>
                <c:pt idx="1312">
                  <c:v>1.290436231943729</c:v>
                </c:pt>
                <c:pt idx="1313">
                  <c:v>1.2885707966032101</c:v>
                </c:pt>
                <c:pt idx="1314">
                  <c:v>1.286922834388206</c:v>
                </c:pt>
                <c:pt idx="1315">
                  <c:v>1.285488822417661</c:v>
                </c:pt>
                <c:pt idx="1316">
                  <c:v>1.284200281872458</c:v>
                </c:pt>
                <c:pt idx="1317">
                  <c:v>1.2829152121524749</c:v>
                </c:pt>
                <c:pt idx="1318">
                  <c:v>1.2814986082150459</c:v>
                </c:pt>
                <c:pt idx="1319">
                  <c:v>1.27986422546127</c:v>
                </c:pt>
                <c:pt idx="1320">
                  <c:v>1.2779602300680819</c:v>
                </c:pt>
                <c:pt idx="1321">
                  <c:v>1.275758235700166</c:v>
                </c:pt>
                <c:pt idx="1322">
                  <c:v>1.273252952186904</c:v>
                </c:pt>
                <c:pt idx="1323">
                  <c:v>1.2704648154139151</c:v>
                </c:pt>
                <c:pt idx="1324">
                  <c:v>1.267431980953573</c:v>
                </c:pt>
                <c:pt idx="1325">
                  <c:v>1.2642155574400551</c:v>
                </c:pt>
                <c:pt idx="1326">
                  <c:v>1.26090659596012</c:v>
                </c:pt>
                <c:pt idx="1327">
                  <c:v>1.2576211283562539</c:v>
                </c:pt>
                <c:pt idx="1328">
                  <c:v>1.254434509033028</c:v>
                </c:pt>
                <c:pt idx="1329">
                  <c:v>1.2513843906586439</c:v>
                </c:pt>
                <c:pt idx="1330">
                  <c:v>1.248491893291827</c:v>
                </c:pt>
                <c:pt idx="1331">
                  <c:v>1.2457868990208869</c:v>
                </c:pt>
                <c:pt idx="1332">
                  <c:v>1.2432971589241859</c:v>
                </c:pt>
                <c:pt idx="1333">
                  <c:v>1.241034370004819</c:v>
                </c:pt>
                <c:pt idx="1334">
                  <c:v>1.2389990949779499</c:v>
                </c:pt>
                <c:pt idx="1335">
                  <c:v>1.2371695936888449</c:v>
                </c:pt>
                <c:pt idx="1336">
                  <c:v>1.2355004177338</c:v>
                </c:pt>
                <c:pt idx="1337">
                  <c:v>1.233941004456512</c:v>
                </c:pt>
                <c:pt idx="1338">
                  <c:v>1.232458270085856</c:v>
                </c:pt>
                <c:pt idx="1339">
                  <c:v>1.23104387068888</c:v>
                </c:pt>
                <c:pt idx="1340">
                  <c:v>1.2297091062343191</c:v>
                </c:pt>
                <c:pt idx="1341">
                  <c:v>1.228472728421814</c:v>
                </c:pt>
                <c:pt idx="1342">
                  <c:v>1.2273634475848081</c:v>
                </c:pt>
                <c:pt idx="1343">
                  <c:v>1.226427326473293</c:v>
                </c:pt>
                <c:pt idx="1344">
                  <c:v>1.2257251380338501</c:v>
                </c:pt>
                <c:pt idx="1345">
                  <c:v>1.2253318903352139</c:v>
                </c:pt>
                <c:pt idx="1346">
                  <c:v>1.225308130303367</c:v>
                </c:pt>
                <c:pt idx="1347">
                  <c:v>1.225722202848794</c:v>
                </c:pt>
                <c:pt idx="1348">
                  <c:v>1.2266282947249461</c:v>
                </c:pt>
                <c:pt idx="1349">
                  <c:v>1.228037421906045</c:v>
                </c:pt>
                <c:pt idx="1350">
                  <c:v>1.2299098270421831</c:v>
                </c:pt>
                <c:pt idx="1351">
                  <c:v>1.232204312061203</c:v>
                </c:pt>
                <c:pt idx="1352">
                  <c:v>1.2349437205860889</c:v>
                </c:pt>
                <c:pt idx="1353">
                  <c:v>1.2382838103042091</c:v>
                </c:pt>
                <c:pt idx="1354">
                  <c:v>1.2424334763714939</c:v>
                </c:pt>
                <c:pt idx="1355">
                  <c:v>1.2476152038997821</c:v>
                </c:pt>
                <c:pt idx="1356">
                  <c:v>1.253938587733805</c:v>
                </c:pt>
                <c:pt idx="1357">
                  <c:v>1.2613187728126869</c:v>
                </c:pt>
                <c:pt idx="1358">
                  <c:v>1.269456341439994</c:v>
                </c:pt>
                <c:pt idx="1359">
                  <c:v>1.2780088341206499</c:v>
                </c:pt>
                <c:pt idx="1360">
                  <c:v>1.2866651711641131</c:v>
                </c:pt>
                <c:pt idx="1361">
                  <c:v>1.2951235079470571</c:v>
                </c:pt>
                <c:pt idx="1362">
                  <c:v>1.3031587702463041</c:v>
                </c:pt>
                <c:pt idx="1363">
                  <c:v>1.3105290502281439</c:v>
                </c:pt>
                <c:pt idx="1364">
                  <c:v>1.3170711153227961</c:v>
                </c:pt>
                <c:pt idx="1365">
                  <c:v>1.322682724436717</c:v>
                </c:pt>
                <c:pt idx="1366">
                  <c:v>1.327258518379806</c:v>
                </c:pt>
                <c:pt idx="1367">
                  <c:v>1.3307118559408031</c:v>
                </c:pt>
                <c:pt idx="1368">
                  <c:v>1.3330444812285309</c:v>
                </c:pt>
                <c:pt idx="1369">
                  <c:v>1.334346960690479</c:v>
                </c:pt>
                <c:pt idx="1370">
                  <c:v>1.334796821790196</c:v>
                </c:pt>
                <c:pt idx="1371">
                  <c:v>1.334680035588546</c:v>
                </c:pt>
                <c:pt idx="1372">
                  <c:v>1.3343867399690399</c:v>
                </c:pt>
                <c:pt idx="1373">
                  <c:v>1.334418948758493</c:v>
                </c:pt>
                <c:pt idx="1374">
                  <c:v>1.3351771989843091</c:v>
                </c:pt>
                <c:pt idx="1375">
                  <c:v>1.336906705534324</c:v>
                </c:pt>
                <c:pt idx="1376">
                  <c:v>1.339724966414646</c:v>
                </c:pt>
                <c:pt idx="1377">
                  <c:v>1.343617787266046</c:v>
                </c:pt>
                <c:pt idx="1378">
                  <c:v>1.348454086126168</c:v>
                </c:pt>
                <c:pt idx="1379">
                  <c:v>1.3540926657274741</c:v>
                </c:pt>
                <c:pt idx="1380">
                  <c:v>1.360403842832669</c:v>
                </c:pt>
                <c:pt idx="1381">
                  <c:v>1.367271297294071</c:v>
                </c:pt>
                <c:pt idx="1382">
                  <c:v>1.374607602565429</c:v>
                </c:pt>
                <c:pt idx="1383">
                  <c:v>1.38231778971759</c:v>
                </c:pt>
                <c:pt idx="1384">
                  <c:v>1.390271053318838</c:v>
                </c:pt>
                <c:pt idx="1385">
                  <c:v>1.3983182843591979</c:v>
                </c:pt>
                <c:pt idx="1386">
                  <c:v>1.406324115929791</c:v>
                </c:pt>
                <c:pt idx="1387">
                  <c:v>1.414188048578731</c:v>
                </c:pt>
                <c:pt idx="1388">
                  <c:v>1.4218498292066539</c:v>
                </c:pt>
                <c:pt idx="1389">
                  <c:v>1.4292719961593079</c:v>
                </c:pt>
                <c:pt idx="1390">
                  <c:v>1.436396860763788</c:v>
                </c:pt>
                <c:pt idx="1391">
                  <c:v>1.4431192266466319</c:v>
                </c:pt>
                <c:pt idx="1392">
                  <c:v>1.4493408525664979</c:v>
                </c:pt>
                <c:pt idx="1393">
                  <c:v>1.4549512816724961</c:v>
                </c:pt>
                <c:pt idx="1394">
                  <c:v>1.459899088552856</c:v>
                </c:pt>
                <c:pt idx="1395">
                  <c:v>1.464171327610527</c:v>
                </c:pt>
                <c:pt idx="1396">
                  <c:v>1.4677797872607861</c:v>
                </c:pt>
                <c:pt idx="1397">
                  <c:v>1.4707398775588669</c:v>
                </c:pt>
                <c:pt idx="1398">
                  <c:v>1.473059749467591</c:v>
                </c:pt>
                <c:pt idx="1399">
                  <c:v>1.474774925440385</c:v>
                </c:pt>
                <c:pt idx="1400">
                  <c:v>1.475947796990269</c:v>
                </c:pt>
                <c:pt idx="1401">
                  <c:v>1.476649673039597</c:v>
                </c:pt>
                <c:pt idx="1402">
                  <c:v>1.476962026786943</c:v>
                </c:pt>
                <c:pt idx="1403">
                  <c:v>1.4769584240456179</c:v>
                </c:pt>
                <c:pt idx="1404">
                  <c:v>1.476705713492438</c:v>
                </c:pt>
                <c:pt idx="1405">
                  <c:v>1.4762603399048471</c:v>
                </c:pt>
                <c:pt idx="1406">
                  <c:v>1.475673426235965</c:v>
                </c:pt>
                <c:pt idx="1407">
                  <c:v>1.4749843228137089</c:v>
                </c:pt>
                <c:pt idx="1408">
                  <c:v>1.4742157618212479</c:v>
                </c:pt>
                <c:pt idx="1409">
                  <c:v>1.4733767279658949</c:v>
                </c:pt>
                <c:pt idx="1410">
                  <c:v>1.472461110209168</c:v>
                </c:pt>
                <c:pt idx="1411">
                  <c:v>1.4714516244581659</c:v>
                </c:pt>
                <c:pt idx="1412">
                  <c:v>1.470322920530418</c:v>
                </c:pt>
                <c:pt idx="1413">
                  <c:v>1.469056326655533</c:v>
                </c:pt>
                <c:pt idx="1414">
                  <c:v>1.467637760627186</c:v>
                </c:pt>
                <c:pt idx="1415">
                  <c:v>1.4660669146997169</c:v>
                </c:pt>
                <c:pt idx="1416">
                  <c:v>1.4643541560274991</c:v>
                </c:pt>
                <c:pt idx="1417">
                  <c:v>1.4625152051866559</c:v>
                </c:pt>
                <c:pt idx="1418">
                  <c:v>1.4605679513791601</c:v>
                </c:pt>
                <c:pt idx="1419">
                  <c:v>1.458529350981026</c:v>
                </c:pt>
                <c:pt idx="1420">
                  <c:v>1.4564097873298509</c:v>
                </c:pt>
                <c:pt idx="1421">
                  <c:v>1.454214110981692</c:v>
                </c:pt>
                <c:pt idx="1422">
                  <c:v>1.451941039351816</c:v>
                </c:pt>
                <c:pt idx="1423">
                  <c:v>1.4495773952476261</c:v>
                </c:pt>
                <c:pt idx="1424">
                  <c:v>1.4471016542023689</c:v>
                </c:pt>
                <c:pt idx="1425">
                  <c:v>1.444473278038908</c:v>
                </c:pt>
                <c:pt idx="1426">
                  <c:v>1.4416585190751261</c:v>
                </c:pt>
                <c:pt idx="1427">
                  <c:v>1.438607826804424</c:v>
                </c:pt>
                <c:pt idx="1428">
                  <c:v>1.4352967623899899</c:v>
                </c:pt>
                <c:pt idx="1429">
                  <c:v>1.431725676497863</c:v>
                </c:pt>
                <c:pt idx="1430">
                  <c:v>1.427917859201876</c:v>
                </c:pt>
                <c:pt idx="1431">
                  <c:v>1.4239116832665299</c:v>
                </c:pt>
                <c:pt idx="1432">
                  <c:v>1.419785437411369</c:v>
                </c:pt>
                <c:pt idx="1433">
                  <c:v>1.4156802999375671</c:v>
                </c:pt>
                <c:pt idx="1434">
                  <c:v>1.411713091002488</c:v>
                </c:pt>
                <c:pt idx="1435">
                  <c:v>1.4079609294928941</c:v>
                </c:pt>
                <c:pt idx="1436">
                  <c:v>1.404459400089193</c:v>
                </c:pt>
                <c:pt idx="1437">
                  <c:v>1.4011863124941539</c:v>
                </c:pt>
                <c:pt idx="1438">
                  <c:v>1.398073470582498</c:v>
                </c:pt>
                <c:pt idx="1439">
                  <c:v>1.395043219540919</c:v>
                </c:pt>
                <c:pt idx="1440">
                  <c:v>1.392031311165469</c:v>
                </c:pt>
                <c:pt idx="1441">
                  <c:v>1.388991308949288</c:v>
                </c:pt>
                <c:pt idx="1442">
                  <c:v>1.38587768150417</c:v>
                </c:pt>
                <c:pt idx="1443">
                  <c:v>1.3826584916238209</c:v>
                </c:pt>
                <c:pt idx="1444">
                  <c:v>1.379319215204083</c:v>
                </c:pt>
                <c:pt idx="1445">
                  <c:v>1.3758673531766099</c:v>
                </c:pt>
                <c:pt idx="1446">
                  <c:v>1.372347519100122</c:v>
                </c:pt>
                <c:pt idx="1447">
                  <c:v>1.3688283255900611</c:v>
                </c:pt>
                <c:pt idx="1448">
                  <c:v>1.3654126546620751</c:v>
                </c:pt>
                <c:pt idx="1449">
                  <c:v>1.362205195353607</c:v>
                </c:pt>
                <c:pt idx="1450">
                  <c:v>1.3593300222019431</c:v>
                </c:pt>
                <c:pt idx="1451">
                  <c:v>1.356879425374383</c:v>
                </c:pt>
                <c:pt idx="1452">
                  <c:v>1.3549071822354659</c:v>
                </c:pt>
                <c:pt idx="1453">
                  <c:v>1.35344963568905</c:v>
                </c:pt>
                <c:pt idx="1454">
                  <c:v>1.35256536733718</c:v>
                </c:pt>
                <c:pt idx="1455">
                  <c:v>1.352345884450282</c:v>
                </c:pt>
                <c:pt idx="1456">
                  <c:v>1.352934267518165</c:v>
                </c:pt>
                <c:pt idx="1457">
                  <c:v>1.354493081578495</c:v>
                </c:pt>
                <c:pt idx="1458">
                  <c:v>1.3571904891701461</c:v>
                </c:pt>
                <c:pt idx="1459">
                  <c:v>1.361112024869318</c:v>
                </c:pt>
                <c:pt idx="1460">
                  <c:v>1.3661789862521041</c:v>
                </c:pt>
                <c:pt idx="1461">
                  <c:v>1.3721419844921441</c:v>
                </c:pt>
                <c:pt idx="1462">
                  <c:v>1.37869633097218</c:v>
                </c:pt>
                <c:pt idx="1463">
                  <c:v>1.3856115158113971</c:v>
                </c:pt>
                <c:pt idx="1464">
                  <c:v>1.3927235858757629</c:v>
                </c:pt>
                <c:pt idx="1465">
                  <c:v>1.3998760464047959</c:v>
                </c:pt>
                <c:pt idx="1466">
                  <c:v>1.406887518262308</c:v>
                </c:pt>
                <c:pt idx="1467">
                  <c:v>1.4136366240765339</c:v>
                </c:pt>
                <c:pt idx="1468">
                  <c:v>1.420069187436086</c:v>
                </c:pt>
                <c:pt idx="1469">
                  <c:v>1.426157958640242</c:v>
                </c:pt>
                <c:pt idx="1470">
                  <c:v>1.431854945460791</c:v>
                </c:pt>
                <c:pt idx="1471">
                  <c:v>1.4370463410240339</c:v>
                </c:pt>
                <c:pt idx="1472">
                  <c:v>1.4416176304435591</c:v>
                </c:pt>
                <c:pt idx="1473">
                  <c:v>1.4455001040894819</c:v>
                </c:pt>
                <c:pt idx="1474">
                  <c:v>1.4486877216367531</c:v>
                </c:pt>
                <c:pt idx="1475">
                  <c:v>1.4512155537734741</c:v>
                </c:pt>
                <c:pt idx="1476">
                  <c:v>1.453138951184757</c:v>
                </c:pt>
                <c:pt idx="1477">
                  <c:v>1.4545215529828921</c:v>
                </c:pt>
                <c:pt idx="1478">
                  <c:v>1.4554284833677531</c:v>
                </c:pt>
                <c:pt idx="1479">
                  <c:v>1.4559225960632609</c:v>
                </c:pt>
                <c:pt idx="1480">
                  <c:v>1.4560625146408881</c:v>
                </c:pt>
                <c:pt idx="1481">
                  <c:v>1.4559047183016609</c:v>
                </c:pt>
                <c:pt idx="1482">
                  <c:v>1.4555208409789171</c:v>
                </c:pt>
                <c:pt idx="1483">
                  <c:v>1.455008492457244</c:v>
                </c:pt>
                <c:pt idx="1484">
                  <c:v>1.454437384397643</c:v>
                </c:pt>
                <c:pt idx="1485">
                  <c:v>1.4538324213768981</c:v>
                </c:pt>
                <c:pt idx="1486">
                  <c:v>1.4532071318470099</c:v>
                </c:pt>
                <c:pt idx="1487">
                  <c:v>1.4525730858812249</c:v>
                </c:pt>
                <c:pt idx="1488">
                  <c:v>1.45193994612945</c:v>
                </c:pt>
                <c:pt idx="1489">
                  <c:v>1.451315589664995</c:v>
                </c:pt>
                <c:pt idx="1490">
                  <c:v>1.4507032857803059</c:v>
                </c:pt>
                <c:pt idx="1491">
                  <c:v>1.4500917827053621</c:v>
                </c:pt>
                <c:pt idx="1492">
                  <c:v>1.449466084590594</c:v>
                </c:pt>
                <c:pt idx="1493">
                  <c:v>1.4488182163228469</c:v>
                </c:pt>
                <c:pt idx="1494">
                  <c:v>1.4481461709418579</c:v>
                </c:pt>
                <c:pt idx="1495">
                  <c:v>1.4474512428438211</c:v>
                </c:pt>
                <c:pt idx="1496">
                  <c:v>1.446739514320502</c:v>
                </c:pt>
                <c:pt idx="1497">
                  <c:v>1.446029626460607</c:v>
                </c:pt>
                <c:pt idx="1498">
                  <c:v>1.445337978905247</c:v>
                </c:pt>
                <c:pt idx="1499">
                  <c:v>1.444680372235952</c:v>
                </c:pt>
                <c:pt idx="1500">
                  <c:v>1.4440684508956509</c:v>
                </c:pt>
                <c:pt idx="1501">
                  <c:v>1.443516306703569</c:v>
                </c:pt>
                <c:pt idx="1502">
                  <c:v>1.443041502105576</c:v>
                </c:pt>
                <c:pt idx="1503">
                  <c:v>1.4426680003583849</c:v>
                </c:pt>
                <c:pt idx="1504">
                  <c:v>1.442416607910959</c:v>
                </c:pt>
                <c:pt idx="1505">
                  <c:v>1.442291356045224</c:v>
                </c:pt>
                <c:pt idx="1506">
                  <c:v>1.4422677416491949</c:v>
                </c:pt>
                <c:pt idx="1507">
                  <c:v>1.442321699912676</c:v>
                </c:pt>
                <c:pt idx="1508">
                  <c:v>1.442434248718178</c:v>
                </c:pt>
                <c:pt idx="1509">
                  <c:v>1.4425845750276849</c:v>
                </c:pt>
                <c:pt idx="1510">
                  <c:v>1.4427534235560759</c:v>
                </c:pt>
                <c:pt idx="1511">
                  <c:v>1.4429122833183039</c:v>
                </c:pt>
                <c:pt idx="1512">
                  <c:v>1.443032632020806</c:v>
                </c:pt>
                <c:pt idx="1513">
                  <c:v>1.44308894073586</c:v>
                </c:pt>
                <c:pt idx="1514">
                  <c:v>1.4430577323413241</c:v>
                </c:pt>
                <c:pt idx="1515">
                  <c:v>1.442912832707435</c:v>
                </c:pt>
                <c:pt idx="1516">
                  <c:v>1.442630720788693</c:v>
                </c:pt>
                <c:pt idx="1517">
                  <c:v>1.4421843168737649</c:v>
                </c:pt>
                <c:pt idx="1518">
                  <c:v>1.441562628046082</c:v>
                </c:pt>
                <c:pt idx="1519">
                  <c:v>1.440779473409423</c:v>
                </c:pt>
                <c:pt idx="1520">
                  <c:v>1.4399115998209699</c:v>
                </c:pt>
                <c:pt idx="1521">
                  <c:v>1.439091852290197</c:v>
                </c:pt>
                <c:pt idx="1522">
                  <c:v>1.4384210714141179</c:v>
                </c:pt>
                <c:pt idx="1523">
                  <c:v>1.4379432904271781</c:v>
                </c:pt>
                <c:pt idx="1524">
                  <c:v>1.437613753329757</c:v>
                </c:pt>
                <c:pt idx="1525">
                  <c:v>1.437300033970909</c:v>
                </c:pt>
                <c:pt idx="1526">
                  <c:v>1.43678811159903</c:v>
                </c:pt>
                <c:pt idx="1527">
                  <c:v>1.4358937191930861</c:v>
                </c:pt>
                <c:pt idx="1528">
                  <c:v>1.4344998927691071</c:v>
                </c:pt>
                <c:pt idx="1529">
                  <c:v>1.4325785222541241</c:v>
                </c:pt>
                <c:pt idx="1530">
                  <c:v>1.4301765820469421</c:v>
                </c:pt>
                <c:pt idx="1531">
                  <c:v>1.4273791176565209</c:v>
                </c:pt>
                <c:pt idx="1532">
                  <c:v>1.424278969217198</c:v>
                </c:pt>
                <c:pt idx="1533">
                  <c:v>1.4209666724948979</c:v>
                </c:pt>
                <c:pt idx="1534">
                  <c:v>1.4175406879015711</c:v>
                </c:pt>
                <c:pt idx="1535">
                  <c:v>1.414079188303013</c:v>
                </c:pt>
                <c:pt idx="1536">
                  <c:v>1.410649030118897</c:v>
                </c:pt>
                <c:pt idx="1537">
                  <c:v>1.4073250134190169</c:v>
                </c:pt>
                <c:pt idx="1538">
                  <c:v>1.404172964414087</c:v>
                </c:pt>
                <c:pt idx="1539">
                  <c:v>1.4012845666955189</c:v>
                </c:pt>
                <c:pt idx="1540">
                  <c:v>1.3987466033766149</c:v>
                </c:pt>
                <c:pt idx="1541">
                  <c:v>1.396605789525702</c:v>
                </c:pt>
                <c:pt idx="1542">
                  <c:v>1.394866895064137</c:v>
                </c:pt>
                <c:pt idx="1543">
                  <c:v>1.393511699637616</c:v>
                </c:pt>
                <c:pt idx="1544">
                  <c:v>1.3924868248076829</c:v>
                </c:pt>
                <c:pt idx="1545">
                  <c:v>1.3917182867260509</c:v>
                </c:pt>
                <c:pt idx="1546">
                  <c:v>1.39112220525901</c:v>
                </c:pt>
                <c:pt idx="1547">
                  <c:v>1.3906075445530079</c:v>
                </c:pt>
                <c:pt idx="1548">
                  <c:v>1.390088495626288</c:v>
                </c:pt>
                <c:pt idx="1549">
                  <c:v>1.389484728175572</c:v>
                </c:pt>
                <c:pt idx="1550">
                  <c:v>1.388708572871725</c:v>
                </c:pt>
                <c:pt idx="1551">
                  <c:v>1.3876846028142631</c:v>
                </c:pt>
                <c:pt idx="1552">
                  <c:v>1.3863801137855729</c:v>
                </c:pt>
                <c:pt idx="1553">
                  <c:v>1.384804519109794</c:v>
                </c:pt>
                <c:pt idx="1554">
                  <c:v>1.3830204577627041</c:v>
                </c:pt>
                <c:pt idx="1555">
                  <c:v>1.381080526575506</c:v>
                </c:pt>
                <c:pt idx="1556">
                  <c:v>1.378986873375307</c:v>
                </c:pt>
                <c:pt idx="1557">
                  <c:v>1.3766575062367119</c:v>
                </c:pt>
                <c:pt idx="1558">
                  <c:v>1.374024659667846</c:v>
                </c:pt>
                <c:pt idx="1559">
                  <c:v>1.371064919778793</c:v>
                </c:pt>
                <c:pt idx="1560">
                  <c:v>1.367788954516765</c:v>
                </c:pt>
                <c:pt idx="1561">
                  <c:v>1.364235664405453</c:v>
                </c:pt>
                <c:pt idx="1562">
                  <c:v>1.3604735256786691</c:v>
                </c:pt>
                <c:pt idx="1563">
                  <c:v>1.356604146951357</c:v>
                </c:pt>
                <c:pt idx="1564">
                  <c:v>1.352724408558956</c:v>
                </c:pt>
                <c:pt idx="1565">
                  <c:v>1.34890034307685</c:v>
                </c:pt>
                <c:pt idx="1566">
                  <c:v>1.3451748877510299</c:v>
                </c:pt>
                <c:pt idx="1567">
                  <c:v>1.3416004223722089</c:v>
                </c:pt>
                <c:pt idx="1568">
                  <c:v>1.3382546942959781</c:v>
                </c:pt>
                <c:pt idx="1569">
                  <c:v>1.3352145900903321</c:v>
                </c:pt>
                <c:pt idx="1570">
                  <c:v>1.332545962052722</c:v>
                </c:pt>
                <c:pt idx="1571">
                  <c:v>1.3302883616446679</c:v>
                </c:pt>
                <c:pt idx="1572">
                  <c:v>1.328486869060624</c:v>
                </c:pt>
                <c:pt idx="1573">
                  <c:v>1.327218052550466</c:v>
                </c:pt>
                <c:pt idx="1574">
                  <c:v>1.3265637039352129</c:v>
                </c:pt>
                <c:pt idx="1575">
                  <c:v>1.3265856830320599</c:v>
                </c:pt>
                <c:pt idx="1576">
                  <c:v>1.327333001926883</c:v>
                </c:pt>
                <c:pt idx="1577">
                  <c:v>1.3288259293343689</c:v>
                </c:pt>
                <c:pt idx="1578">
                  <c:v>1.33103214311676</c:v>
                </c:pt>
                <c:pt idx="1579">
                  <c:v>1.333870791809034</c:v>
                </c:pt>
                <c:pt idx="1580">
                  <c:v>1.337209201897483</c:v>
                </c:pt>
                <c:pt idx="1581">
                  <c:v>1.3409104255266451</c:v>
                </c:pt>
                <c:pt idx="1582">
                  <c:v>1.3448546089208291</c:v>
                </c:pt>
                <c:pt idx="1583">
                  <c:v>1.348927685830738</c:v>
                </c:pt>
                <c:pt idx="1584">
                  <c:v>1.3530258113471221</c:v>
                </c:pt>
                <c:pt idx="1585">
                  <c:v>1.357074162027383</c:v>
                </c:pt>
                <c:pt idx="1586">
                  <c:v>1.3610093372287779</c:v>
                </c:pt>
                <c:pt idx="1587">
                  <c:v>1.3647591009226741</c:v>
                </c:pt>
                <c:pt idx="1588">
                  <c:v>1.368253239318836</c:v>
                </c:pt>
                <c:pt idx="1589">
                  <c:v>1.3714148678755671</c:v>
                </c:pt>
                <c:pt idx="1590">
                  <c:v>1.374159576246099</c:v>
                </c:pt>
                <c:pt idx="1591">
                  <c:v>1.376340670691222</c:v>
                </c:pt>
                <c:pt idx="1592">
                  <c:v>1.3777356550461659</c:v>
                </c:pt>
                <c:pt idx="1593">
                  <c:v>1.3780039795816761</c:v>
                </c:pt>
                <c:pt idx="1594">
                  <c:v>1.3771052090405269</c:v>
                </c:pt>
                <c:pt idx="1595">
                  <c:v>1.3754403521260199</c:v>
                </c:pt>
                <c:pt idx="1596">
                  <c:v>1.373512263100791</c:v>
                </c:pt>
                <c:pt idx="1597">
                  <c:v>1.3720023328307629</c:v>
                </c:pt>
                <c:pt idx="1598">
                  <c:v>1.3718249989328819</c:v>
                </c:pt>
                <c:pt idx="1599">
                  <c:v>1.373848983633922</c:v>
                </c:pt>
                <c:pt idx="1600">
                  <c:v>1.379026165588783</c:v>
                </c:pt>
                <c:pt idx="1601">
                  <c:v>1.3881398439888819</c:v>
                </c:pt>
                <c:pt idx="1602">
                  <c:v>1.4013120137494639</c:v>
                </c:pt>
                <c:pt idx="1603">
                  <c:v>1.417957361777517</c:v>
                </c:pt>
                <c:pt idx="1604">
                  <c:v>1.4369914588654999</c:v>
                </c:pt>
                <c:pt idx="1605">
                  <c:v>1.4573701621634689</c:v>
                </c:pt>
                <c:pt idx="1606">
                  <c:v>1.47824018553725</c:v>
                </c:pt>
                <c:pt idx="1607">
                  <c:v>1.498945484459393</c:v>
                </c:pt>
                <c:pt idx="1608">
                  <c:v>1.5189562002318511</c:v>
                </c:pt>
                <c:pt idx="1609">
                  <c:v>1.537776049315714</c:v>
                </c:pt>
                <c:pt idx="1610">
                  <c:v>1.554981505376209</c:v>
                </c:pt>
                <c:pt idx="1611">
                  <c:v>1.570319907732084</c:v>
                </c:pt>
                <c:pt idx="1612">
                  <c:v>1.583742239843033</c:v>
                </c:pt>
                <c:pt idx="1613">
                  <c:v>1.5953269509100649</c:v>
                </c:pt>
                <c:pt idx="1614">
                  <c:v>1.6052140392080649</c:v>
                </c:pt>
                <c:pt idx="1615">
                  <c:v>1.6135637941740539</c:v>
                </c:pt>
                <c:pt idx="1616">
                  <c:v>1.620512433151897</c:v>
                </c:pt>
                <c:pt idx="1617">
                  <c:v>1.6261570685801729</c:v>
                </c:pt>
                <c:pt idx="1618">
                  <c:v>1.630639308478198</c:v>
                </c:pt>
                <c:pt idx="1619">
                  <c:v>1.634229542570135</c:v>
                </c:pt>
                <c:pt idx="1620">
                  <c:v>1.637196058530453</c:v>
                </c:pt>
                <c:pt idx="1621">
                  <c:v>1.639777389079011</c:v>
                </c:pt>
                <c:pt idx="1622">
                  <c:v>1.6421297802581489</c:v>
                </c:pt>
                <c:pt idx="1623">
                  <c:v>1.644266177250995</c:v>
                </c:pt>
                <c:pt idx="1624">
                  <c:v>1.6460960185129341</c:v>
                </c:pt>
                <c:pt idx="1625">
                  <c:v>1.647560557380374</c:v>
                </c:pt>
                <c:pt idx="1626">
                  <c:v>1.648653245713539</c:v>
                </c:pt>
                <c:pt idx="1627">
                  <c:v>1.649429555643168</c:v>
                </c:pt>
                <c:pt idx="1628">
                  <c:v>1.649985559939998</c:v>
                </c:pt>
                <c:pt idx="1629">
                  <c:v>1.6504062335612291</c:v>
                </c:pt>
                <c:pt idx="1630">
                  <c:v>1.650785276496328</c:v>
                </c:pt>
                <c:pt idx="1631">
                  <c:v>1.651240280276117</c:v>
                </c:pt>
                <c:pt idx="1632">
                  <c:v>1.651864888372512</c:v>
                </c:pt>
                <c:pt idx="1633">
                  <c:v>1.652693259760462</c:v>
                </c:pt>
                <c:pt idx="1634">
                  <c:v>1.653639065543079</c:v>
                </c:pt>
                <c:pt idx="1635">
                  <c:v>1.654607177802266</c:v>
                </c:pt>
                <c:pt idx="1636">
                  <c:v>1.6555145994113161</c:v>
                </c:pt>
                <c:pt idx="1637">
                  <c:v>1.656289555805776</c:v>
                </c:pt>
                <c:pt idx="1638">
                  <c:v>1.656802110115325</c:v>
                </c:pt>
                <c:pt idx="1639">
                  <c:v>1.656906991262157</c:v>
                </c:pt>
                <c:pt idx="1640">
                  <c:v>1.6564697869515641</c:v>
                </c:pt>
                <c:pt idx="1641">
                  <c:v>1.655414729878903</c:v>
                </c:pt>
                <c:pt idx="1642">
                  <c:v>1.65373244044249</c:v>
                </c:pt>
                <c:pt idx="1643">
                  <c:v>1.6514560870785211</c:v>
                </c:pt>
                <c:pt idx="1644">
                  <c:v>1.6486526419976839</c:v>
                </c:pt>
                <c:pt idx="1645">
                  <c:v>1.645440201880328</c:v>
                </c:pt>
                <c:pt idx="1646">
                  <c:v>1.6419204913495931</c:v>
                </c:pt>
                <c:pt idx="1647">
                  <c:v>1.6381519820586461</c:v>
                </c:pt>
                <c:pt idx="1648">
                  <c:v>1.6341546462039109</c:v>
                </c:pt>
                <c:pt idx="1649">
                  <c:v>1.6299399192012309</c:v>
                </c:pt>
                <c:pt idx="1650">
                  <c:v>1.6254993643911331</c:v>
                </c:pt>
                <c:pt idx="1651">
                  <c:v>1.6208093789481719</c:v>
                </c:pt>
                <c:pt idx="1652">
                  <c:v>1.6158381325310629</c:v>
                </c:pt>
                <c:pt idx="1653">
                  <c:v>1.610568027220675</c:v>
                </c:pt>
                <c:pt idx="1654">
                  <c:v>1.60502973010761</c:v>
                </c:pt>
                <c:pt idx="1655">
                  <c:v>1.5993493755843511</c:v>
                </c:pt>
                <c:pt idx="1656">
                  <c:v>1.5936848304711739</c:v>
                </c:pt>
                <c:pt idx="1657">
                  <c:v>1.5881869890513269</c:v>
                </c:pt>
                <c:pt idx="1658">
                  <c:v>1.583009539417241</c:v>
                </c:pt>
                <c:pt idx="1659">
                  <c:v>1.578259015806518</c:v>
                </c:pt>
                <c:pt idx="1660">
                  <c:v>1.5739885752814149</c:v>
                </c:pt>
                <c:pt idx="1661">
                  <c:v>1.570221549759125</c:v>
                </c:pt>
                <c:pt idx="1662">
                  <c:v>1.566950569338297</c:v>
                </c:pt>
                <c:pt idx="1663">
                  <c:v>1.564106223518513</c:v>
                </c:pt>
                <c:pt idx="1664">
                  <c:v>1.5616080110382939</c:v>
                </c:pt>
                <c:pt idx="1665">
                  <c:v>1.559363938393731</c:v>
                </c:pt>
                <c:pt idx="1666">
                  <c:v>1.5572756068634821</c:v>
                </c:pt>
                <c:pt idx="1667">
                  <c:v>1.555243867967224</c:v>
                </c:pt>
                <c:pt idx="1668">
                  <c:v>1.553138247592541</c:v>
                </c:pt>
                <c:pt idx="1669">
                  <c:v>1.5508711207021399</c:v>
                </c:pt>
                <c:pt idx="1670">
                  <c:v>1.548404737654965</c:v>
                </c:pt>
                <c:pt idx="1671">
                  <c:v>1.545727354941693</c:v>
                </c:pt>
                <c:pt idx="1672">
                  <c:v>1.5428339735202961</c:v>
                </c:pt>
                <c:pt idx="1673">
                  <c:v>1.5397127733705149</c:v>
                </c:pt>
                <c:pt idx="1674">
                  <c:v>1.5363577028845861</c:v>
                </c:pt>
                <c:pt idx="1675">
                  <c:v>1.53276231037485</c:v>
                </c:pt>
                <c:pt idx="1676">
                  <c:v>1.528933920487455</c:v>
                </c:pt>
                <c:pt idx="1677">
                  <c:v>1.5248895689028741</c:v>
                </c:pt>
                <c:pt idx="1678">
                  <c:v>1.52066017908041</c:v>
                </c:pt>
                <c:pt idx="1679">
                  <c:v>1.516289190043695</c:v>
                </c:pt>
                <c:pt idx="1680">
                  <c:v>1.51181690128449</c:v>
                </c:pt>
                <c:pt idx="1681">
                  <c:v>1.507286196553856</c:v>
                </c:pt>
                <c:pt idx="1682">
                  <c:v>1.5027452561463841</c:v>
                </c:pt>
                <c:pt idx="1683">
                  <c:v>1.498229630523964</c:v>
                </c:pt>
                <c:pt idx="1684">
                  <c:v>1.4937622053673509</c:v>
                </c:pt>
                <c:pt idx="1685">
                  <c:v>1.4893583125281331</c:v>
                </c:pt>
                <c:pt idx="1686">
                  <c:v>1.4850318206687281</c:v>
                </c:pt>
                <c:pt idx="1687">
                  <c:v>1.4807949791263</c:v>
                </c:pt>
                <c:pt idx="1688">
                  <c:v>1.4766556305800429</c:v>
                </c:pt>
                <c:pt idx="1689">
                  <c:v>1.4726198083199751</c:v>
                </c:pt>
                <c:pt idx="1690">
                  <c:v>1.4686844330481561</c:v>
                </c:pt>
                <c:pt idx="1691">
                  <c:v>1.464836329127384</c:v>
                </c:pt>
                <c:pt idx="1692">
                  <c:v>1.461046626465528</c:v>
                </c:pt>
                <c:pt idx="1693">
                  <c:v>1.457282917832555</c:v>
                </c:pt>
                <c:pt idx="1694">
                  <c:v>1.4535107397963949</c:v>
                </c:pt>
                <c:pt idx="1695">
                  <c:v>1.449697810816041</c:v>
                </c:pt>
                <c:pt idx="1696">
                  <c:v>1.4458231225962881</c:v>
                </c:pt>
                <c:pt idx="1697">
                  <c:v>1.4418741473722729</c:v>
                </c:pt>
                <c:pt idx="1698">
                  <c:v>1.437839981150169</c:v>
                </c:pt>
                <c:pt idx="1699">
                  <c:v>1.4337082231938501</c:v>
                </c:pt>
                <c:pt idx="1700">
                  <c:v>1.42946974608231</c:v>
                </c:pt>
                <c:pt idx="1701">
                  <c:v>1.4251031620723811</c:v>
                </c:pt>
                <c:pt idx="1702">
                  <c:v>1.4205299827736479</c:v>
                </c:pt>
                <c:pt idx="1703">
                  <c:v>1.4156836731401039</c:v>
                </c:pt>
                <c:pt idx="1704">
                  <c:v>1.4106058969699411</c:v>
                </c:pt>
                <c:pt idx="1705">
                  <c:v>1.405565364639628</c:v>
                </c:pt>
                <c:pt idx="1706">
                  <c:v>1.400866002417311</c:v>
                </c:pt>
                <c:pt idx="1707">
                  <c:v>1.3969117139179941</c:v>
                </c:pt>
                <c:pt idx="1708">
                  <c:v>1.3940380550929969</c:v>
                </c:pt>
                <c:pt idx="1709">
                  <c:v>1.3924321151661909</c:v>
                </c:pt>
                <c:pt idx="1710">
                  <c:v>1.392170898052038</c:v>
                </c:pt>
                <c:pt idx="1711">
                  <c:v>1.393285839222997</c:v>
                </c:pt>
                <c:pt idx="1712">
                  <c:v>1.395669065375847</c:v>
                </c:pt>
                <c:pt idx="1713">
                  <c:v>1.398991913362887</c:v>
                </c:pt>
                <c:pt idx="1714">
                  <c:v>1.402934259502842</c:v>
                </c:pt>
                <c:pt idx="1715">
                  <c:v>1.4072549123034239</c:v>
                </c:pt>
                <c:pt idx="1716">
                  <c:v>1.411762554276796</c:v>
                </c:pt>
                <c:pt idx="1717">
                  <c:v>1.4162644171399941</c:v>
                </c:pt>
                <c:pt idx="1718">
                  <c:v>1.420588038956224</c:v>
                </c:pt>
                <c:pt idx="1719">
                  <c:v>1.424612382587416</c:v>
                </c:pt>
                <c:pt idx="1720">
                  <c:v>1.428215545639175</c:v>
                </c:pt>
                <c:pt idx="1721">
                  <c:v>1.431302242445571</c:v>
                </c:pt>
                <c:pt idx="1722">
                  <c:v>1.4338190793131289</c:v>
                </c:pt>
                <c:pt idx="1723">
                  <c:v>1.435752204463377</c:v>
                </c:pt>
                <c:pt idx="1724">
                  <c:v>1.4371247764673061</c:v>
                </c:pt>
                <c:pt idx="1725">
                  <c:v>1.4379957950459259</c:v>
                </c:pt>
                <c:pt idx="1726">
                  <c:v>1.4384454629897769</c:v>
                </c:pt>
                <c:pt idx="1727">
                  <c:v>1.438564520732535</c:v>
                </c:pt>
                <c:pt idx="1728">
                  <c:v>1.4384346011694431</c:v>
                </c:pt>
                <c:pt idx="1729">
                  <c:v>1.4381321924049459</c:v>
                </c:pt>
                <c:pt idx="1730">
                  <c:v>1.4377275068228681</c:v>
                </c:pt>
                <c:pt idx="1731">
                  <c:v>1.4372860980853841</c:v>
                </c:pt>
                <c:pt idx="1732">
                  <c:v>1.436897497961928</c:v>
                </c:pt>
                <c:pt idx="1733">
                  <c:v>1.436655455839845</c:v>
                </c:pt>
                <c:pt idx="1734">
                  <c:v>1.4366372731373629</c:v>
                </c:pt>
                <c:pt idx="1735">
                  <c:v>1.4369099245189729</c:v>
                </c:pt>
                <c:pt idx="1736">
                  <c:v>1.4375217039776751</c:v>
                </c:pt>
                <c:pt idx="1737">
                  <c:v>1.438514006684193</c:v>
                </c:pt>
                <c:pt idx="1738">
                  <c:v>1.4399329281546751</c:v>
                </c:pt>
                <c:pt idx="1739">
                  <c:v>1.4418165806830141</c:v>
                </c:pt>
                <c:pt idx="1740">
                  <c:v>1.4441758805364679</c:v>
                </c:pt>
                <c:pt idx="1741">
                  <c:v>1.446992471699071</c:v>
                </c:pt>
                <c:pt idx="1742">
                  <c:v>1.4501977013765199</c:v>
                </c:pt>
                <c:pt idx="1743">
                  <c:v>1.4536790139364051</c:v>
                </c:pt>
                <c:pt idx="1744">
                  <c:v>1.457313822388385</c:v>
                </c:pt>
                <c:pt idx="1745">
                  <c:v>1.4609963944856079</c:v>
                </c:pt>
                <c:pt idx="1746">
                  <c:v>1.4646262014502951</c:v>
                </c:pt>
                <c:pt idx="1747">
                  <c:v>1.4681214161717271</c:v>
                </c:pt>
                <c:pt idx="1748">
                  <c:v>1.471406065818454</c:v>
                </c:pt>
                <c:pt idx="1749">
                  <c:v>1.4744241493300829</c:v>
                </c:pt>
                <c:pt idx="1750">
                  <c:v>1.477126644746892</c:v>
                </c:pt>
                <c:pt idx="1751">
                  <c:v>1.4794561770998631</c:v>
                </c:pt>
                <c:pt idx="1752">
                  <c:v>1.481366173758947</c:v>
                </c:pt>
                <c:pt idx="1753">
                  <c:v>1.482851460945934</c:v>
                </c:pt>
                <c:pt idx="1754">
                  <c:v>1.4839763698552459</c:v>
                </c:pt>
                <c:pt idx="1755">
                  <c:v>1.4849032658844341</c:v>
                </c:pt>
                <c:pt idx="1756">
                  <c:v>1.485775998859487</c:v>
                </c:pt>
                <c:pt idx="1757">
                  <c:v>1.486682565688463</c:v>
                </c:pt>
                <c:pt idx="1758">
                  <c:v>1.487655587729694</c:v>
                </c:pt>
                <c:pt idx="1759">
                  <c:v>1.4886449259864429</c:v>
                </c:pt>
                <c:pt idx="1760">
                  <c:v>1.489490654601195</c:v>
                </c:pt>
                <c:pt idx="1761">
                  <c:v>1.4900149018864881</c:v>
                </c:pt>
                <c:pt idx="1762">
                  <c:v>1.4900678977937949</c:v>
                </c:pt>
                <c:pt idx="1763">
                  <c:v>1.4896210264729921</c:v>
                </c:pt>
                <c:pt idx="1764">
                  <c:v>1.488844544262623</c:v>
                </c:pt>
                <c:pt idx="1765">
                  <c:v>1.487905894912873</c:v>
                </c:pt>
                <c:pt idx="1766">
                  <c:v>1.4869495067395031</c:v>
                </c:pt>
                <c:pt idx="1767">
                  <c:v>1.486104501140644</c:v>
                </c:pt>
                <c:pt idx="1768">
                  <c:v>1.48552887138597</c:v>
                </c:pt>
                <c:pt idx="1769">
                  <c:v>1.485429246410221</c:v>
                </c:pt>
                <c:pt idx="1770">
                  <c:v>1.485984539624424</c:v>
                </c:pt>
                <c:pt idx="1771">
                  <c:v>1.487316206986417</c:v>
                </c:pt>
                <c:pt idx="1772">
                  <c:v>1.4895466424033981</c:v>
                </c:pt>
                <c:pt idx="1773">
                  <c:v>1.492786437656485</c:v>
                </c:pt>
                <c:pt idx="1774">
                  <c:v>1.497205388571492</c:v>
                </c:pt>
                <c:pt idx="1775">
                  <c:v>1.502915600727736</c:v>
                </c:pt>
                <c:pt idx="1776">
                  <c:v>1.5099316012279429</c:v>
                </c:pt>
                <c:pt idx="1777">
                  <c:v>1.5181447519382241</c:v>
                </c:pt>
                <c:pt idx="1778">
                  <c:v>1.527283807658115</c:v>
                </c:pt>
                <c:pt idx="1779">
                  <c:v>1.5370294302186061</c:v>
                </c:pt>
                <c:pt idx="1780">
                  <c:v>1.5470473462281209</c:v>
                </c:pt>
                <c:pt idx="1781">
                  <c:v>1.557056331077296</c:v>
                </c:pt>
                <c:pt idx="1782">
                  <c:v>1.566876127737086</c:v>
                </c:pt>
                <c:pt idx="1783">
                  <c:v>1.576413503896398</c:v>
                </c:pt>
                <c:pt idx="1784">
                  <c:v>1.5856137897270921</c:v>
                </c:pt>
                <c:pt idx="1785">
                  <c:v>1.5944129375724529</c:v>
                </c:pt>
                <c:pt idx="1786">
                  <c:v>1.602709059215548</c:v>
                </c:pt>
                <c:pt idx="1787">
                  <c:v>1.6103664413608381</c:v>
                </c:pt>
                <c:pt idx="1788">
                  <c:v>1.6173207340780009</c:v>
                </c:pt>
                <c:pt idx="1789">
                  <c:v>1.623612402725098</c:v>
                </c:pt>
                <c:pt idx="1790">
                  <c:v>1.629368825895392</c:v>
                </c:pt>
                <c:pt idx="1791">
                  <c:v>1.6347218525575451</c:v>
                </c:pt>
                <c:pt idx="1792">
                  <c:v>1.6397736973264541</c:v>
                </c:pt>
                <c:pt idx="1793">
                  <c:v>1.644607733934037</c:v>
                </c:pt>
                <c:pt idx="1794">
                  <c:v>1.6492362758412531</c:v>
                </c:pt>
                <c:pt idx="1795">
                  <c:v>1.65362215912968</c:v>
                </c:pt>
                <c:pt idx="1796">
                  <c:v>1.6577628093594441</c:v>
                </c:pt>
                <c:pt idx="1797">
                  <c:v>1.6617614356210231</c:v>
                </c:pt>
                <c:pt idx="1798">
                  <c:v>1.665737927798612</c:v>
                </c:pt>
                <c:pt idx="1799">
                  <c:v>1.669803209672579</c:v>
                </c:pt>
                <c:pt idx="1800">
                  <c:v>1.67403091321527</c:v>
                </c:pt>
                <c:pt idx="1801">
                  <c:v>1.6784583409408911</c:v>
                </c:pt>
                <c:pt idx="1802">
                  <c:v>1.683083328152561</c:v>
                </c:pt>
                <c:pt idx="1803">
                  <c:v>1.6878513726706781</c:v>
                </c:pt>
                <c:pt idx="1804">
                  <c:v>1.692656139001647</c:v>
                </c:pt>
                <c:pt idx="1805">
                  <c:v>1.6973408256735529</c:v>
                </c:pt>
                <c:pt idx="1806">
                  <c:v>1.701725940244365</c:v>
                </c:pt>
                <c:pt idx="1807">
                  <c:v>1.7056747953916309</c:v>
                </c:pt>
                <c:pt idx="1808">
                  <c:v>1.7090870893811549</c:v>
                </c:pt>
                <c:pt idx="1809">
                  <c:v>1.7118886713632659</c:v>
                </c:pt>
                <c:pt idx="1810">
                  <c:v>1.714058839755916</c:v>
                </c:pt>
                <c:pt idx="1811">
                  <c:v>1.7156236352253931</c:v>
                </c:pt>
                <c:pt idx="1812">
                  <c:v>1.716629615276656</c:v>
                </c:pt>
                <c:pt idx="1813">
                  <c:v>1.7171431528583021</c:v>
                </c:pt>
                <c:pt idx="1814">
                  <c:v>1.7172832041691839</c:v>
                </c:pt>
                <c:pt idx="1815">
                  <c:v>1.717174509916128</c:v>
                </c:pt>
                <c:pt idx="1816">
                  <c:v>1.71690644438027</c:v>
                </c:pt>
                <c:pt idx="1817">
                  <c:v>1.7165161458446909</c:v>
                </c:pt>
                <c:pt idx="1818">
                  <c:v>1.7160084456371949</c:v>
                </c:pt>
                <c:pt idx="1819">
                  <c:v>1.7154079288802551</c:v>
                </c:pt>
                <c:pt idx="1820">
                  <c:v>1.7148050800489789</c:v>
                </c:pt>
                <c:pt idx="1821">
                  <c:v>1.7143277644736701</c:v>
                </c:pt>
                <c:pt idx="1822">
                  <c:v>1.7141064223278419</c:v>
                </c:pt>
                <c:pt idx="1823">
                  <c:v>1.714237884805317</c:v>
                </c:pt>
                <c:pt idx="1824">
                  <c:v>1.714811328382958</c:v>
                </c:pt>
                <c:pt idx="1825">
                  <c:v>1.7158789215912991</c:v>
                </c:pt>
                <c:pt idx="1826">
                  <c:v>1.717425432730276</c:v>
                </c:pt>
                <c:pt idx="1827">
                  <c:v>1.719336433091631</c:v>
                </c:pt>
                <c:pt idx="1828">
                  <c:v>1.721439848445715</c:v>
                </c:pt>
                <c:pt idx="1829">
                  <c:v>1.723503823288939</c:v>
                </c:pt>
                <c:pt idx="1830">
                  <c:v>1.725318267947219</c:v>
                </c:pt>
                <c:pt idx="1831">
                  <c:v>1.7267180033910019</c:v>
                </c:pt>
                <c:pt idx="1832">
                  <c:v>1.727538014780718</c:v>
                </c:pt>
                <c:pt idx="1833">
                  <c:v>1.727651592656305</c:v>
                </c:pt>
                <c:pt idx="1834">
                  <c:v>1.726998093606871</c:v>
                </c:pt>
                <c:pt idx="1835">
                  <c:v>1.725591629485195</c:v>
                </c:pt>
                <c:pt idx="1836">
                  <c:v>1.7235460148440049</c:v>
                </c:pt>
                <c:pt idx="1837">
                  <c:v>1.7212328417760709</c:v>
                </c:pt>
                <c:pt idx="1838">
                  <c:v>1.719688700662894</c:v>
                </c:pt>
                <c:pt idx="1839">
                  <c:v>1.7201711103350681</c:v>
                </c:pt>
                <c:pt idx="1840">
                  <c:v>1.7242535931692211</c:v>
                </c:pt>
                <c:pt idx="1841">
                  <c:v>1.7337471525453669</c:v>
                </c:pt>
                <c:pt idx="1842">
                  <c:v>1.750364965931626</c:v>
                </c:pt>
                <c:pt idx="1843">
                  <c:v>1.775547432596507</c:v>
                </c:pt>
                <c:pt idx="1844">
                  <c:v>1.809697751932136</c:v>
                </c:pt>
                <c:pt idx="1845">
                  <c:v>1.8515554396768841</c:v>
                </c:pt>
                <c:pt idx="1846">
                  <c:v>1.8986737223428489</c:v>
                </c:pt>
                <c:pt idx="1847">
                  <c:v>1.9486336337159209</c:v>
                </c:pt>
                <c:pt idx="1848">
                  <c:v>1.9990280684006989</c:v>
                </c:pt>
                <c:pt idx="1849">
                  <c:v>2.0473788111557001</c:v>
                </c:pt>
                <c:pt idx="1850">
                  <c:v>2.0919017453904898</c:v>
                </c:pt>
                <c:pt idx="1851">
                  <c:v>2.131799850176002</c:v>
                </c:pt>
                <c:pt idx="1852">
                  <c:v>2.167088936385138</c:v>
                </c:pt>
                <c:pt idx="1853">
                  <c:v>2.1988977724578351</c:v>
                </c:pt>
                <c:pt idx="1854">
                  <c:v>2.2287688663299519</c:v>
                </c:pt>
                <c:pt idx="1855">
                  <c:v>2.258325514316089</c:v>
                </c:pt>
                <c:pt idx="1856">
                  <c:v>2.2891674733033178</c:v>
                </c:pt>
                <c:pt idx="1857">
                  <c:v>2.3222500462463929</c:v>
                </c:pt>
                <c:pt idx="1858">
                  <c:v>2.3570798500018362</c:v>
                </c:pt>
                <c:pt idx="1859">
                  <c:v>2.3926140692312119</c:v>
                </c:pt>
                <c:pt idx="1860">
                  <c:v>2.428114035194286</c:v>
                </c:pt>
                <c:pt idx="1861">
                  <c:v>2.4633575037618161</c:v>
                </c:pt>
                <c:pt idx="1862">
                  <c:v>2.4983356951368609</c:v>
                </c:pt>
                <c:pt idx="1863">
                  <c:v>2.533097752553493</c:v>
                </c:pt>
                <c:pt idx="1864">
                  <c:v>2.5677619985793099</c:v>
                </c:pt>
                <c:pt idx="1865">
                  <c:v>2.6024536483901439</c:v>
                </c:pt>
                <c:pt idx="1866">
                  <c:v>2.6374275701136778</c:v>
                </c:pt>
                <c:pt idx="1867">
                  <c:v>2.673065030473635</c:v>
                </c:pt>
                <c:pt idx="1868">
                  <c:v>2.7096458352958792</c:v>
                </c:pt>
                <c:pt idx="1869">
                  <c:v>2.7472860931347571</c:v>
                </c:pt>
                <c:pt idx="1870">
                  <c:v>2.7858662501720901</c:v>
                </c:pt>
                <c:pt idx="1871">
                  <c:v>2.8252023836472371</c:v>
                </c:pt>
                <c:pt idx="1872">
                  <c:v>2.8650697339216968</c:v>
                </c:pt>
                <c:pt idx="1873">
                  <c:v>2.9049666887566081</c:v>
                </c:pt>
                <c:pt idx="1874">
                  <c:v>2.9442714360426199</c:v>
                </c:pt>
                <c:pt idx="1875">
                  <c:v>2.9822838490754009</c:v>
                </c:pt>
                <c:pt idx="1876">
                  <c:v>3.0182286556520079</c:v>
                </c:pt>
                <c:pt idx="1877">
                  <c:v>3.05160882516159</c:v>
                </c:pt>
                <c:pt idx="1878">
                  <c:v>3.082220373063266</c:v>
                </c:pt>
                <c:pt idx="1879">
                  <c:v>3.1101814285466771</c:v>
                </c:pt>
                <c:pt idx="1880">
                  <c:v>3.1358325710321528</c:v>
                </c:pt>
                <c:pt idx="1881">
                  <c:v>3.1600587395699509</c:v>
                </c:pt>
                <c:pt idx="1882">
                  <c:v>3.1836600980969352</c:v>
                </c:pt>
                <c:pt idx="1883">
                  <c:v>3.206981922402798</c:v>
                </c:pt>
                <c:pt idx="1884">
                  <c:v>3.2302168207010622</c:v>
                </c:pt>
                <c:pt idx="1885">
                  <c:v>3.2535727266320529</c:v>
                </c:pt>
                <c:pt idx="1886">
                  <c:v>3.2773339836213129</c:v>
                </c:pt>
                <c:pt idx="1887">
                  <c:v>3.301680581740162</c:v>
                </c:pt>
                <c:pt idx="1888">
                  <c:v>3.326465108438367</c:v>
                </c:pt>
                <c:pt idx="1889">
                  <c:v>3.3513272569346189</c:v>
                </c:pt>
                <c:pt idx="1890">
                  <c:v>3.375161785350353</c:v>
                </c:pt>
                <c:pt idx="1891">
                  <c:v>3.3959191054194249</c:v>
                </c:pt>
                <c:pt idx="1892">
                  <c:v>3.412295121948699</c:v>
                </c:pt>
                <c:pt idx="1893">
                  <c:v>3.4240479307424279</c:v>
                </c:pt>
                <c:pt idx="1894">
                  <c:v>3.4315767749650741</c:v>
                </c:pt>
                <c:pt idx="1895">
                  <c:v>3.4355087098011379</c:v>
                </c:pt>
                <c:pt idx="1896">
                  <c:v>3.4365347644952031</c:v>
                </c:pt>
              </c:numCache>
            </c:numRef>
          </c:yVal>
          <c:smooth val="1"/>
          <c:extLst>
            <c:ext xmlns:c16="http://schemas.microsoft.com/office/drawing/2014/chart" uri="{C3380CC4-5D6E-409C-BE32-E72D297353CC}">
              <c16:uniqueId val="{00000000-59DE-4222-BE54-9D269FED5874}"/>
            </c:ext>
          </c:extLst>
        </c:ser>
        <c:ser>
          <c:idx val="1"/>
          <c:order val="1"/>
          <c:tx>
            <c:strRef>
              <c:f>Sheet2!$D$1</c:f>
              <c:strCache>
                <c:ptCount val="1"/>
                <c:pt idx="0">
                  <c:v>~Threshold</c:v>
                </c:pt>
              </c:strCache>
            </c:strRef>
          </c:tx>
          <c:spPr>
            <a:ln w="19050" cap="rnd">
              <a:solidFill>
                <a:srgbClr val="FF0000"/>
              </a:solidFill>
              <a:round/>
            </a:ln>
            <a:effectLst/>
          </c:spPr>
          <c:marker>
            <c:symbol val="none"/>
          </c:marker>
          <c:dPt>
            <c:idx val="1605"/>
            <c:marker>
              <c:symbol val="none"/>
            </c:marker>
            <c:bubble3D val="0"/>
            <c:extLst>
              <c:ext xmlns:c16="http://schemas.microsoft.com/office/drawing/2014/chart" uri="{C3380CC4-5D6E-409C-BE32-E72D297353CC}">
                <c16:uniqueId val="{00000002-59DE-4222-BE54-9D269FED5874}"/>
              </c:ext>
            </c:extLst>
          </c:dPt>
          <c:xVal>
            <c:numRef>
              <c:f>Sheet2!$B$2:$B$1898</c:f>
              <c:numCache>
                <c:formatCode>General</c:formatCode>
                <c:ptCount val="1897"/>
                <c:pt idx="0">
                  <c:v>1.5833333333333331E-2</c:v>
                </c:pt>
                <c:pt idx="1">
                  <c:v>3.1666666666666662E-2</c:v>
                </c:pt>
                <c:pt idx="2">
                  <c:v>4.8333333333333332E-2</c:v>
                </c:pt>
                <c:pt idx="3">
                  <c:v>6.5000000000000002E-2</c:v>
                </c:pt>
                <c:pt idx="4">
                  <c:v>8.1666666666666679E-2</c:v>
                </c:pt>
                <c:pt idx="5">
                  <c:v>9.8333333333333342E-2</c:v>
                </c:pt>
                <c:pt idx="6">
                  <c:v>0.115</c:v>
                </c:pt>
                <c:pt idx="7">
                  <c:v>0.13166666666666668</c:v>
                </c:pt>
                <c:pt idx="8">
                  <c:v>0.14833333333333334</c:v>
                </c:pt>
                <c:pt idx="9">
                  <c:v>0.16500000000000001</c:v>
                </c:pt>
                <c:pt idx="10">
                  <c:v>0.18166666666666667</c:v>
                </c:pt>
                <c:pt idx="11">
                  <c:v>0.19833333333333333</c:v>
                </c:pt>
                <c:pt idx="12">
                  <c:v>0.215</c:v>
                </c:pt>
                <c:pt idx="13">
                  <c:v>0.23166666666666666</c:v>
                </c:pt>
                <c:pt idx="14">
                  <c:v>0.24833333333333335</c:v>
                </c:pt>
                <c:pt idx="15">
                  <c:v>0.26500000000000001</c:v>
                </c:pt>
                <c:pt idx="16">
                  <c:v>0.28166666666666662</c:v>
                </c:pt>
                <c:pt idx="17">
                  <c:v>0.29833333333333328</c:v>
                </c:pt>
                <c:pt idx="18">
                  <c:v>0.315</c:v>
                </c:pt>
                <c:pt idx="19">
                  <c:v>0.33166666666666667</c:v>
                </c:pt>
                <c:pt idx="20">
                  <c:v>0.34833333333333333</c:v>
                </c:pt>
                <c:pt idx="21">
                  <c:v>0.36499999999999999</c:v>
                </c:pt>
                <c:pt idx="22">
                  <c:v>0.38166666666666665</c:v>
                </c:pt>
                <c:pt idx="23">
                  <c:v>0.39833333333333332</c:v>
                </c:pt>
                <c:pt idx="24">
                  <c:v>0.41499999999999998</c:v>
                </c:pt>
                <c:pt idx="25">
                  <c:v>0.43166666666666664</c:v>
                </c:pt>
                <c:pt idx="26">
                  <c:v>0.44833333333333331</c:v>
                </c:pt>
                <c:pt idx="27">
                  <c:v>0.46499999999999997</c:v>
                </c:pt>
                <c:pt idx="28">
                  <c:v>0.48166666666666663</c:v>
                </c:pt>
                <c:pt idx="29">
                  <c:v>0.49833333333333329</c:v>
                </c:pt>
                <c:pt idx="30">
                  <c:v>0.51500000000000001</c:v>
                </c:pt>
                <c:pt idx="31">
                  <c:v>0.53166666666666662</c:v>
                </c:pt>
                <c:pt idx="32">
                  <c:v>0.54833333333333334</c:v>
                </c:pt>
                <c:pt idx="33">
                  <c:v>0.56499999999999995</c:v>
                </c:pt>
                <c:pt idx="34">
                  <c:v>0.58166666666666667</c:v>
                </c:pt>
                <c:pt idx="35">
                  <c:v>0.59833333333333327</c:v>
                </c:pt>
                <c:pt idx="36">
                  <c:v>0.61499999999999999</c:v>
                </c:pt>
                <c:pt idx="37">
                  <c:v>0.6316666666666666</c:v>
                </c:pt>
                <c:pt idx="38">
                  <c:v>0.64833333333333332</c:v>
                </c:pt>
                <c:pt idx="39">
                  <c:v>0.66499999999999992</c:v>
                </c:pt>
                <c:pt idx="40">
                  <c:v>0.68166666666666664</c:v>
                </c:pt>
                <c:pt idx="41">
                  <c:v>0.69833333333333336</c:v>
                </c:pt>
                <c:pt idx="42">
                  <c:v>0.71499999999999997</c:v>
                </c:pt>
                <c:pt idx="43">
                  <c:v>0.73166666666666669</c:v>
                </c:pt>
                <c:pt idx="44">
                  <c:v>0.74833333333333329</c:v>
                </c:pt>
                <c:pt idx="45">
                  <c:v>0.76500000000000001</c:v>
                </c:pt>
                <c:pt idx="46">
                  <c:v>0.78166666666666662</c:v>
                </c:pt>
                <c:pt idx="47">
                  <c:v>0.79833333333333334</c:v>
                </c:pt>
                <c:pt idx="48">
                  <c:v>0.81499999999999995</c:v>
                </c:pt>
                <c:pt idx="49">
                  <c:v>0.83166666666666667</c:v>
                </c:pt>
                <c:pt idx="50">
                  <c:v>0.84833333333333327</c:v>
                </c:pt>
                <c:pt idx="51">
                  <c:v>0.86499999999999999</c:v>
                </c:pt>
                <c:pt idx="52">
                  <c:v>0.8816666666666666</c:v>
                </c:pt>
                <c:pt idx="53">
                  <c:v>0.89833333333333332</c:v>
                </c:pt>
                <c:pt idx="54">
                  <c:v>0.91499999999999992</c:v>
                </c:pt>
                <c:pt idx="55">
                  <c:v>0.93166666666666664</c:v>
                </c:pt>
                <c:pt idx="56">
                  <c:v>0.94833333333333336</c:v>
                </c:pt>
                <c:pt idx="57">
                  <c:v>0.96499999999999997</c:v>
                </c:pt>
                <c:pt idx="58">
                  <c:v>0.98166666666666669</c:v>
                </c:pt>
                <c:pt idx="59">
                  <c:v>0.99833333333333329</c:v>
                </c:pt>
                <c:pt idx="60">
                  <c:v>1.0149999999999999</c:v>
                </c:pt>
                <c:pt idx="61">
                  <c:v>1.0316666666666667</c:v>
                </c:pt>
                <c:pt idx="62">
                  <c:v>1.0483333333333333</c:v>
                </c:pt>
                <c:pt idx="63">
                  <c:v>1.0649999999999999</c:v>
                </c:pt>
                <c:pt idx="64">
                  <c:v>1.0816666666666668</c:v>
                </c:pt>
                <c:pt idx="65">
                  <c:v>1.0983333333333334</c:v>
                </c:pt>
                <c:pt idx="66">
                  <c:v>1.115</c:v>
                </c:pt>
                <c:pt idx="67">
                  <c:v>1.1316666666666668</c:v>
                </c:pt>
                <c:pt idx="68">
                  <c:v>1.1483333333333334</c:v>
                </c:pt>
                <c:pt idx="69">
                  <c:v>1.165</c:v>
                </c:pt>
                <c:pt idx="70">
                  <c:v>1.1816666666666669</c:v>
                </c:pt>
                <c:pt idx="71">
                  <c:v>1.1983333333333335</c:v>
                </c:pt>
                <c:pt idx="72">
                  <c:v>1.2150000000000001</c:v>
                </c:pt>
                <c:pt idx="73">
                  <c:v>1.2316666666666667</c:v>
                </c:pt>
                <c:pt idx="74">
                  <c:v>1.2483333333333335</c:v>
                </c:pt>
                <c:pt idx="75">
                  <c:v>1.2650000000000001</c:v>
                </c:pt>
                <c:pt idx="76">
                  <c:v>1.2816666666666667</c:v>
                </c:pt>
                <c:pt idx="77">
                  <c:v>1.2983333333333333</c:v>
                </c:pt>
                <c:pt idx="78">
                  <c:v>1.3150000000000002</c:v>
                </c:pt>
                <c:pt idx="79">
                  <c:v>1.3316666666666668</c:v>
                </c:pt>
                <c:pt idx="80">
                  <c:v>1.3483333333333334</c:v>
                </c:pt>
                <c:pt idx="81">
                  <c:v>1.365</c:v>
                </c:pt>
                <c:pt idx="82">
                  <c:v>1.3816666666666668</c:v>
                </c:pt>
                <c:pt idx="83">
                  <c:v>1.3983333333333334</c:v>
                </c:pt>
                <c:pt idx="84">
                  <c:v>1.415</c:v>
                </c:pt>
                <c:pt idx="85">
                  <c:v>1.4316666666666669</c:v>
                </c:pt>
                <c:pt idx="86">
                  <c:v>1.4483333333333335</c:v>
                </c:pt>
                <c:pt idx="87">
                  <c:v>1.4650000000000001</c:v>
                </c:pt>
                <c:pt idx="88">
                  <c:v>1.4816666666666667</c:v>
                </c:pt>
                <c:pt idx="89">
                  <c:v>1.4983333333333335</c:v>
                </c:pt>
                <c:pt idx="90">
                  <c:v>1.5150000000000001</c:v>
                </c:pt>
                <c:pt idx="91">
                  <c:v>1.5316666666666667</c:v>
                </c:pt>
                <c:pt idx="92">
                  <c:v>1.5483333333333333</c:v>
                </c:pt>
                <c:pt idx="93">
                  <c:v>1.5650000000000002</c:v>
                </c:pt>
                <c:pt idx="94">
                  <c:v>1.5816666666666668</c:v>
                </c:pt>
                <c:pt idx="95">
                  <c:v>1.5983333333333334</c:v>
                </c:pt>
                <c:pt idx="96">
                  <c:v>1.615</c:v>
                </c:pt>
                <c:pt idx="97">
                  <c:v>1.6316666666666668</c:v>
                </c:pt>
                <c:pt idx="98">
                  <c:v>1.6483333333333334</c:v>
                </c:pt>
                <c:pt idx="99">
                  <c:v>1.665</c:v>
                </c:pt>
                <c:pt idx="100">
                  <c:v>1.6816666666666669</c:v>
                </c:pt>
                <c:pt idx="101">
                  <c:v>1.6983333333333335</c:v>
                </c:pt>
                <c:pt idx="102">
                  <c:v>1.7150000000000001</c:v>
                </c:pt>
                <c:pt idx="103">
                  <c:v>1.7316666666666667</c:v>
                </c:pt>
                <c:pt idx="104">
                  <c:v>1.7483333333333335</c:v>
                </c:pt>
                <c:pt idx="105">
                  <c:v>1.7650000000000001</c:v>
                </c:pt>
                <c:pt idx="106">
                  <c:v>1.7816666666666667</c:v>
                </c:pt>
                <c:pt idx="107">
                  <c:v>1.7983333333333333</c:v>
                </c:pt>
                <c:pt idx="108">
                  <c:v>1.8150000000000002</c:v>
                </c:pt>
                <c:pt idx="109">
                  <c:v>1.8316666666666668</c:v>
                </c:pt>
                <c:pt idx="110">
                  <c:v>1.8483333333333334</c:v>
                </c:pt>
                <c:pt idx="111">
                  <c:v>1.865</c:v>
                </c:pt>
                <c:pt idx="112">
                  <c:v>1.8816666666666668</c:v>
                </c:pt>
                <c:pt idx="113">
                  <c:v>1.8983333333333334</c:v>
                </c:pt>
                <c:pt idx="114">
                  <c:v>1.915</c:v>
                </c:pt>
                <c:pt idx="115">
                  <c:v>1.9316666666666669</c:v>
                </c:pt>
                <c:pt idx="116">
                  <c:v>1.9483333333333335</c:v>
                </c:pt>
                <c:pt idx="117">
                  <c:v>1.9650000000000001</c:v>
                </c:pt>
                <c:pt idx="118">
                  <c:v>1.9816666666666667</c:v>
                </c:pt>
                <c:pt idx="119">
                  <c:v>1.9983333333333335</c:v>
                </c:pt>
                <c:pt idx="120">
                  <c:v>2.0150000000000001</c:v>
                </c:pt>
                <c:pt idx="121">
                  <c:v>2.0316666666666667</c:v>
                </c:pt>
                <c:pt idx="122">
                  <c:v>2.0483333333333333</c:v>
                </c:pt>
                <c:pt idx="123">
                  <c:v>2.0649999999999999</c:v>
                </c:pt>
                <c:pt idx="124">
                  <c:v>2.0816666666666666</c:v>
                </c:pt>
                <c:pt idx="125">
                  <c:v>2.0983333333333336</c:v>
                </c:pt>
                <c:pt idx="126">
                  <c:v>2.1150000000000002</c:v>
                </c:pt>
                <c:pt idx="127">
                  <c:v>2.1316666666666668</c:v>
                </c:pt>
                <c:pt idx="128">
                  <c:v>2.1483333333333334</c:v>
                </c:pt>
                <c:pt idx="129">
                  <c:v>2.165</c:v>
                </c:pt>
                <c:pt idx="130">
                  <c:v>2.1816666666666666</c:v>
                </c:pt>
                <c:pt idx="131">
                  <c:v>2.1983333333333333</c:v>
                </c:pt>
                <c:pt idx="132">
                  <c:v>2.2150000000000003</c:v>
                </c:pt>
                <c:pt idx="133">
                  <c:v>2.2316666666666669</c:v>
                </c:pt>
                <c:pt idx="134">
                  <c:v>2.2483333333333335</c:v>
                </c:pt>
                <c:pt idx="135">
                  <c:v>2.2650000000000001</c:v>
                </c:pt>
                <c:pt idx="136">
                  <c:v>2.2816666666666667</c:v>
                </c:pt>
                <c:pt idx="137">
                  <c:v>2.2983333333333333</c:v>
                </c:pt>
                <c:pt idx="138">
                  <c:v>2.3149999999999999</c:v>
                </c:pt>
                <c:pt idx="139">
                  <c:v>2.3316666666666666</c:v>
                </c:pt>
                <c:pt idx="140">
                  <c:v>2.3483333333333336</c:v>
                </c:pt>
                <c:pt idx="141">
                  <c:v>2.3650000000000002</c:v>
                </c:pt>
                <c:pt idx="142">
                  <c:v>2.3816666666666668</c:v>
                </c:pt>
                <c:pt idx="143">
                  <c:v>2.3983333333333334</c:v>
                </c:pt>
                <c:pt idx="144">
                  <c:v>2.415</c:v>
                </c:pt>
                <c:pt idx="145">
                  <c:v>2.4316666666666666</c:v>
                </c:pt>
                <c:pt idx="146">
                  <c:v>2.4483333333333333</c:v>
                </c:pt>
                <c:pt idx="147">
                  <c:v>2.4650000000000003</c:v>
                </c:pt>
                <c:pt idx="148">
                  <c:v>2.4816666666666669</c:v>
                </c:pt>
                <c:pt idx="149">
                  <c:v>2.4983333333333335</c:v>
                </c:pt>
                <c:pt idx="150">
                  <c:v>2.5150000000000001</c:v>
                </c:pt>
                <c:pt idx="151">
                  <c:v>2.5316666666666667</c:v>
                </c:pt>
                <c:pt idx="152">
                  <c:v>2.5483333333333333</c:v>
                </c:pt>
                <c:pt idx="153">
                  <c:v>2.5649999999999999</c:v>
                </c:pt>
                <c:pt idx="154">
                  <c:v>2.5816666666666666</c:v>
                </c:pt>
                <c:pt idx="155">
                  <c:v>2.5983333333333336</c:v>
                </c:pt>
                <c:pt idx="156">
                  <c:v>2.6150000000000002</c:v>
                </c:pt>
                <c:pt idx="157">
                  <c:v>2.6316666666666668</c:v>
                </c:pt>
                <c:pt idx="158">
                  <c:v>2.6483333333333334</c:v>
                </c:pt>
                <c:pt idx="159">
                  <c:v>2.665</c:v>
                </c:pt>
                <c:pt idx="160">
                  <c:v>2.6816666666666666</c:v>
                </c:pt>
                <c:pt idx="161">
                  <c:v>2.6983333333333333</c:v>
                </c:pt>
                <c:pt idx="162">
                  <c:v>2.7150000000000003</c:v>
                </c:pt>
                <c:pt idx="163">
                  <c:v>2.7316666666666669</c:v>
                </c:pt>
                <c:pt idx="164">
                  <c:v>2.7483333333333335</c:v>
                </c:pt>
                <c:pt idx="165">
                  <c:v>2.7650000000000001</c:v>
                </c:pt>
                <c:pt idx="166">
                  <c:v>2.7816666666666667</c:v>
                </c:pt>
                <c:pt idx="167">
                  <c:v>2.7983333333333333</c:v>
                </c:pt>
                <c:pt idx="168">
                  <c:v>2.8149999999999999</c:v>
                </c:pt>
                <c:pt idx="169">
                  <c:v>2.8316666666666666</c:v>
                </c:pt>
                <c:pt idx="170">
                  <c:v>2.8483333333333336</c:v>
                </c:pt>
                <c:pt idx="171">
                  <c:v>2.8650000000000002</c:v>
                </c:pt>
                <c:pt idx="172">
                  <c:v>2.8816666666666668</c:v>
                </c:pt>
                <c:pt idx="173">
                  <c:v>2.8983333333333334</c:v>
                </c:pt>
                <c:pt idx="174">
                  <c:v>2.915</c:v>
                </c:pt>
                <c:pt idx="175">
                  <c:v>2.9316666666666666</c:v>
                </c:pt>
                <c:pt idx="176">
                  <c:v>2.9483333333333333</c:v>
                </c:pt>
                <c:pt idx="177">
                  <c:v>2.9650000000000003</c:v>
                </c:pt>
                <c:pt idx="178">
                  <c:v>2.9816666666666669</c:v>
                </c:pt>
                <c:pt idx="179">
                  <c:v>2.9983333333333335</c:v>
                </c:pt>
                <c:pt idx="180">
                  <c:v>3.0150000000000001</c:v>
                </c:pt>
                <c:pt idx="181">
                  <c:v>3.0316666666666667</c:v>
                </c:pt>
                <c:pt idx="182">
                  <c:v>3.0483333333333333</c:v>
                </c:pt>
                <c:pt idx="183">
                  <c:v>3.0649999999999999</c:v>
                </c:pt>
                <c:pt idx="184">
                  <c:v>3.0816666666666666</c:v>
                </c:pt>
                <c:pt idx="185">
                  <c:v>3.0983333333333336</c:v>
                </c:pt>
                <c:pt idx="186">
                  <c:v>3.1150000000000002</c:v>
                </c:pt>
                <c:pt idx="187">
                  <c:v>3.1316666666666668</c:v>
                </c:pt>
                <c:pt idx="188">
                  <c:v>3.1483333333333334</c:v>
                </c:pt>
                <c:pt idx="189">
                  <c:v>3.165</c:v>
                </c:pt>
                <c:pt idx="190">
                  <c:v>3.1816666666666666</c:v>
                </c:pt>
                <c:pt idx="191">
                  <c:v>3.1983333333333333</c:v>
                </c:pt>
                <c:pt idx="192">
                  <c:v>3.2150000000000003</c:v>
                </c:pt>
                <c:pt idx="193">
                  <c:v>3.2316666666666669</c:v>
                </c:pt>
                <c:pt idx="194">
                  <c:v>3.2483333333333335</c:v>
                </c:pt>
                <c:pt idx="195">
                  <c:v>3.2650000000000001</c:v>
                </c:pt>
                <c:pt idx="196">
                  <c:v>3.2816666666666667</c:v>
                </c:pt>
                <c:pt idx="197">
                  <c:v>3.2983333333333333</c:v>
                </c:pt>
                <c:pt idx="198">
                  <c:v>3.3149999999999999</c:v>
                </c:pt>
                <c:pt idx="199">
                  <c:v>3.3316666666666666</c:v>
                </c:pt>
                <c:pt idx="200">
                  <c:v>3.3483333333333336</c:v>
                </c:pt>
                <c:pt idx="201">
                  <c:v>3.3650000000000002</c:v>
                </c:pt>
                <c:pt idx="202">
                  <c:v>3.3816666666666668</c:v>
                </c:pt>
                <c:pt idx="203">
                  <c:v>3.3983333333333334</c:v>
                </c:pt>
                <c:pt idx="204">
                  <c:v>3.415</c:v>
                </c:pt>
                <c:pt idx="205">
                  <c:v>3.4316666666666666</c:v>
                </c:pt>
                <c:pt idx="206">
                  <c:v>3.4483333333333333</c:v>
                </c:pt>
                <c:pt idx="207">
                  <c:v>3.4650000000000003</c:v>
                </c:pt>
                <c:pt idx="208">
                  <c:v>3.4816666666666669</c:v>
                </c:pt>
                <c:pt idx="209">
                  <c:v>3.4983333333333335</c:v>
                </c:pt>
                <c:pt idx="210">
                  <c:v>3.5150000000000001</c:v>
                </c:pt>
                <c:pt idx="211">
                  <c:v>3.5316666666666667</c:v>
                </c:pt>
                <c:pt idx="212">
                  <c:v>3.5483333333333333</c:v>
                </c:pt>
                <c:pt idx="213">
                  <c:v>3.5649999999999999</c:v>
                </c:pt>
                <c:pt idx="214">
                  <c:v>3.5816666666666666</c:v>
                </c:pt>
                <c:pt idx="215">
                  <c:v>3.5983333333333336</c:v>
                </c:pt>
                <c:pt idx="216">
                  <c:v>3.6150000000000002</c:v>
                </c:pt>
                <c:pt idx="217">
                  <c:v>3.6316666666666668</c:v>
                </c:pt>
                <c:pt idx="218">
                  <c:v>3.6483333333333334</c:v>
                </c:pt>
                <c:pt idx="219">
                  <c:v>3.665</c:v>
                </c:pt>
                <c:pt idx="220">
                  <c:v>3.6816666666666666</c:v>
                </c:pt>
                <c:pt idx="221">
                  <c:v>3.6983333333333333</c:v>
                </c:pt>
                <c:pt idx="222">
                  <c:v>3.7150000000000003</c:v>
                </c:pt>
                <c:pt idx="223">
                  <c:v>3.7316666666666669</c:v>
                </c:pt>
                <c:pt idx="224">
                  <c:v>3.7483333333333335</c:v>
                </c:pt>
                <c:pt idx="225">
                  <c:v>3.7650000000000001</c:v>
                </c:pt>
                <c:pt idx="226">
                  <c:v>3.7816666666666667</c:v>
                </c:pt>
                <c:pt idx="227">
                  <c:v>3.7983333333333333</c:v>
                </c:pt>
                <c:pt idx="228">
                  <c:v>3.8149999999999999</c:v>
                </c:pt>
                <c:pt idx="229">
                  <c:v>3.8316666666666666</c:v>
                </c:pt>
                <c:pt idx="230">
                  <c:v>3.8483333333333336</c:v>
                </c:pt>
                <c:pt idx="231">
                  <c:v>3.8650000000000002</c:v>
                </c:pt>
                <c:pt idx="232">
                  <c:v>3.8816666666666668</c:v>
                </c:pt>
                <c:pt idx="233">
                  <c:v>3.8983333333333334</c:v>
                </c:pt>
                <c:pt idx="234">
                  <c:v>3.915</c:v>
                </c:pt>
                <c:pt idx="235">
                  <c:v>3.9316666666666666</c:v>
                </c:pt>
                <c:pt idx="236">
                  <c:v>3.9483333333333333</c:v>
                </c:pt>
                <c:pt idx="237">
                  <c:v>3.9650000000000003</c:v>
                </c:pt>
                <c:pt idx="238">
                  <c:v>3.9816666666666669</c:v>
                </c:pt>
                <c:pt idx="239">
                  <c:v>3.9983333333333335</c:v>
                </c:pt>
                <c:pt idx="240">
                  <c:v>4.0149999999999997</c:v>
                </c:pt>
                <c:pt idx="241">
                  <c:v>4.0316666666666672</c:v>
                </c:pt>
                <c:pt idx="242">
                  <c:v>4.0483333333333338</c:v>
                </c:pt>
                <c:pt idx="243">
                  <c:v>4.0650000000000004</c:v>
                </c:pt>
                <c:pt idx="244">
                  <c:v>4.081666666666667</c:v>
                </c:pt>
                <c:pt idx="245">
                  <c:v>4.0983333333333336</c:v>
                </c:pt>
                <c:pt idx="246">
                  <c:v>4.1150000000000002</c:v>
                </c:pt>
                <c:pt idx="247">
                  <c:v>4.1316666666666668</c:v>
                </c:pt>
                <c:pt idx="248">
                  <c:v>4.1483333333333334</c:v>
                </c:pt>
                <c:pt idx="249">
                  <c:v>4.165</c:v>
                </c:pt>
                <c:pt idx="250">
                  <c:v>4.1816666666666666</c:v>
                </c:pt>
                <c:pt idx="251">
                  <c:v>4.1983333333333333</c:v>
                </c:pt>
                <c:pt idx="252">
                  <c:v>4.2149999999999999</c:v>
                </c:pt>
                <c:pt idx="253">
                  <c:v>4.2316666666666665</c:v>
                </c:pt>
                <c:pt idx="254">
                  <c:v>4.2483333333333331</c:v>
                </c:pt>
                <c:pt idx="255">
                  <c:v>4.2649999999999997</c:v>
                </c:pt>
                <c:pt idx="256">
                  <c:v>4.2816666666666663</c:v>
                </c:pt>
                <c:pt idx="257">
                  <c:v>4.2983333333333329</c:v>
                </c:pt>
                <c:pt idx="258">
                  <c:v>4.3149999999999995</c:v>
                </c:pt>
                <c:pt idx="259">
                  <c:v>4.3316666666666661</c:v>
                </c:pt>
                <c:pt idx="260">
                  <c:v>4.3483333333333327</c:v>
                </c:pt>
                <c:pt idx="261">
                  <c:v>4.3649999999999993</c:v>
                </c:pt>
                <c:pt idx="262">
                  <c:v>4.3816666666666659</c:v>
                </c:pt>
                <c:pt idx="263">
                  <c:v>4.3983333333333325</c:v>
                </c:pt>
                <c:pt idx="264">
                  <c:v>4.415</c:v>
                </c:pt>
                <c:pt idx="265">
                  <c:v>4.4316666666666666</c:v>
                </c:pt>
                <c:pt idx="266">
                  <c:v>4.4483333333333333</c:v>
                </c:pt>
                <c:pt idx="267">
                  <c:v>4.4649999999999999</c:v>
                </c:pt>
                <c:pt idx="268">
                  <c:v>4.4816666666666665</c:v>
                </c:pt>
                <c:pt idx="269">
                  <c:v>4.4983333333333331</c:v>
                </c:pt>
                <c:pt idx="270">
                  <c:v>4.5149999999999997</c:v>
                </c:pt>
                <c:pt idx="271">
                  <c:v>4.5316666666666663</c:v>
                </c:pt>
                <c:pt idx="272">
                  <c:v>4.5483333333333329</c:v>
                </c:pt>
                <c:pt idx="273">
                  <c:v>4.5649999999999995</c:v>
                </c:pt>
                <c:pt idx="274">
                  <c:v>4.5816666666666661</c:v>
                </c:pt>
                <c:pt idx="275">
                  <c:v>4.5983333333333327</c:v>
                </c:pt>
                <c:pt idx="276">
                  <c:v>4.6149999999999993</c:v>
                </c:pt>
                <c:pt idx="277">
                  <c:v>4.6316666666666659</c:v>
                </c:pt>
                <c:pt idx="278">
                  <c:v>4.6483333333333325</c:v>
                </c:pt>
                <c:pt idx="279">
                  <c:v>4.665</c:v>
                </c:pt>
                <c:pt idx="280">
                  <c:v>4.6816666666666666</c:v>
                </c:pt>
                <c:pt idx="281">
                  <c:v>4.6983333333333333</c:v>
                </c:pt>
                <c:pt idx="282">
                  <c:v>4.7149999999999999</c:v>
                </c:pt>
                <c:pt idx="283">
                  <c:v>4.7316666666666665</c:v>
                </c:pt>
                <c:pt idx="284">
                  <c:v>4.7483333333333331</c:v>
                </c:pt>
                <c:pt idx="285">
                  <c:v>4.7649999999999997</c:v>
                </c:pt>
                <c:pt idx="286">
                  <c:v>4.7816666666666663</c:v>
                </c:pt>
                <c:pt idx="287">
                  <c:v>4.7983333333333329</c:v>
                </c:pt>
                <c:pt idx="288">
                  <c:v>4.8149999999999995</c:v>
                </c:pt>
                <c:pt idx="289">
                  <c:v>4.8316666666666661</c:v>
                </c:pt>
                <c:pt idx="290">
                  <c:v>4.8483333333333327</c:v>
                </c:pt>
                <c:pt idx="291">
                  <c:v>4.8649999999999993</c:v>
                </c:pt>
                <c:pt idx="292">
                  <c:v>4.8816666666666659</c:v>
                </c:pt>
                <c:pt idx="293">
                  <c:v>4.8983333333333325</c:v>
                </c:pt>
                <c:pt idx="294">
                  <c:v>4.915</c:v>
                </c:pt>
                <c:pt idx="295">
                  <c:v>4.9316666666666666</c:v>
                </c:pt>
                <c:pt idx="296">
                  <c:v>4.9483333333333333</c:v>
                </c:pt>
                <c:pt idx="297">
                  <c:v>4.9649999999999999</c:v>
                </c:pt>
                <c:pt idx="298">
                  <c:v>4.9816666666666665</c:v>
                </c:pt>
                <c:pt idx="299">
                  <c:v>4.9983333333333331</c:v>
                </c:pt>
                <c:pt idx="300">
                  <c:v>5.0149999999999997</c:v>
                </c:pt>
                <c:pt idx="301">
                  <c:v>5.0316666666666663</c:v>
                </c:pt>
                <c:pt idx="302">
                  <c:v>5.0483333333333329</c:v>
                </c:pt>
                <c:pt idx="303">
                  <c:v>5.0649999999999995</c:v>
                </c:pt>
                <c:pt idx="304">
                  <c:v>5.0816666666666661</c:v>
                </c:pt>
                <c:pt idx="305">
                  <c:v>5.0983333333333327</c:v>
                </c:pt>
                <c:pt idx="306">
                  <c:v>5.1149999999999993</c:v>
                </c:pt>
                <c:pt idx="307">
                  <c:v>5.1316666666666659</c:v>
                </c:pt>
                <c:pt idx="308">
                  <c:v>5.1483333333333325</c:v>
                </c:pt>
                <c:pt idx="309">
                  <c:v>5.165</c:v>
                </c:pt>
                <c:pt idx="310">
                  <c:v>5.1816666666666666</c:v>
                </c:pt>
                <c:pt idx="311">
                  <c:v>5.1983333333333333</c:v>
                </c:pt>
                <c:pt idx="312">
                  <c:v>5.2149999999999999</c:v>
                </c:pt>
                <c:pt idx="313">
                  <c:v>5.2316666666666665</c:v>
                </c:pt>
                <c:pt idx="314">
                  <c:v>5.2483333333333331</c:v>
                </c:pt>
                <c:pt idx="315">
                  <c:v>5.2649999999999997</c:v>
                </c:pt>
                <c:pt idx="316">
                  <c:v>5.2816666666666663</c:v>
                </c:pt>
                <c:pt idx="317">
                  <c:v>5.2983333333333329</c:v>
                </c:pt>
                <c:pt idx="318">
                  <c:v>5.3149999999999995</c:v>
                </c:pt>
                <c:pt idx="319">
                  <c:v>5.3316666666666661</c:v>
                </c:pt>
                <c:pt idx="320">
                  <c:v>5.3483333333333327</c:v>
                </c:pt>
                <c:pt idx="321">
                  <c:v>5.3649999999999993</c:v>
                </c:pt>
                <c:pt idx="322">
                  <c:v>5.3816666666666659</c:v>
                </c:pt>
                <c:pt idx="323">
                  <c:v>5.3983333333333325</c:v>
                </c:pt>
                <c:pt idx="324">
                  <c:v>5.415</c:v>
                </c:pt>
                <c:pt idx="325">
                  <c:v>5.4316666666666666</c:v>
                </c:pt>
                <c:pt idx="326">
                  <c:v>5.4483333333333333</c:v>
                </c:pt>
                <c:pt idx="327">
                  <c:v>5.4649999999999999</c:v>
                </c:pt>
                <c:pt idx="328">
                  <c:v>5.4816666666666665</c:v>
                </c:pt>
                <c:pt idx="329">
                  <c:v>5.4983333333333331</c:v>
                </c:pt>
                <c:pt idx="330">
                  <c:v>5.5149999999999997</c:v>
                </c:pt>
                <c:pt idx="331">
                  <c:v>5.5316666666666663</c:v>
                </c:pt>
                <c:pt idx="332">
                  <c:v>5.5483333333333329</c:v>
                </c:pt>
                <c:pt idx="333">
                  <c:v>5.5649999999999995</c:v>
                </c:pt>
                <c:pt idx="334">
                  <c:v>5.5816666666666661</c:v>
                </c:pt>
                <c:pt idx="335">
                  <c:v>5.5983333333333327</c:v>
                </c:pt>
                <c:pt idx="336">
                  <c:v>5.6149999999999993</c:v>
                </c:pt>
                <c:pt idx="337">
                  <c:v>5.6316666666666659</c:v>
                </c:pt>
                <c:pt idx="338">
                  <c:v>5.6483333333333325</c:v>
                </c:pt>
                <c:pt idx="339">
                  <c:v>5.665</c:v>
                </c:pt>
                <c:pt idx="340">
                  <c:v>5.6816666666666666</c:v>
                </c:pt>
                <c:pt idx="341">
                  <c:v>5.6983333333333333</c:v>
                </c:pt>
                <c:pt idx="342">
                  <c:v>5.7149999999999999</c:v>
                </c:pt>
                <c:pt idx="343">
                  <c:v>5.7316666666666665</c:v>
                </c:pt>
                <c:pt idx="344">
                  <c:v>5.7483333333333331</c:v>
                </c:pt>
                <c:pt idx="345">
                  <c:v>5.7649999999999997</c:v>
                </c:pt>
                <c:pt idx="346">
                  <c:v>5.7816666666666663</c:v>
                </c:pt>
                <c:pt idx="347">
                  <c:v>5.7983333333333329</c:v>
                </c:pt>
                <c:pt idx="348">
                  <c:v>5.8149999999999995</c:v>
                </c:pt>
                <c:pt idx="349">
                  <c:v>5.8316666666666661</c:v>
                </c:pt>
                <c:pt idx="350">
                  <c:v>5.8483333333333327</c:v>
                </c:pt>
                <c:pt idx="351">
                  <c:v>5.8649999999999993</c:v>
                </c:pt>
                <c:pt idx="352">
                  <c:v>5.8816666666666659</c:v>
                </c:pt>
                <c:pt idx="353">
                  <c:v>5.8983333333333325</c:v>
                </c:pt>
                <c:pt idx="354">
                  <c:v>5.915</c:v>
                </c:pt>
                <c:pt idx="355">
                  <c:v>5.9316666666666666</c:v>
                </c:pt>
                <c:pt idx="356">
                  <c:v>5.9483333333333333</c:v>
                </c:pt>
                <c:pt idx="357">
                  <c:v>5.9649999999999999</c:v>
                </c:pt>
                <c:pt idx="358">
                  <c:v>5.9816666666666665</c:v>
                </c:pt>
                <c:pt idx="359">
                  <c:v>5.9983333333333331</c:v>
                </c:pt>
                <c:pt idx="360">
                  <c:v>6.0149999999999997</c:v>
                </c:pt>
                <c:pt idx="361">
                  <c:v>6.0316666666666663</c:v>
                </c:pt>
                <c:pt idx="362">
                  <c:v>6.0483333333333329</c:v>
                </c:pt>
                <c:pt idx="363">
                  <c:v>6.0649999999999995</c:v>
                </c:pt>
                <c:pt idx="364">
                  <c:v>6.0816666666666661</c:v>
                </c:pt>
                <c:pt idx="365">
                  <c:v>6.0983333333333327</c:v>
                </c:pt>
                <c:pt idx="366">
                  <c:v>6.1149999999999993</c:v>
                </c:pt>
                <c:pt idx="367">
                  <c:v>6.1316666666666659</c:v>
                </c:pt>
                <c:pt idx="368">
                  <c:v>6.1483333333333325</c:v>
                </c:pt>
                <c:pt idx="369">
                  <c:v>6.165</c:v>
                </c:pt>
                <c:pt idx="370">
                  <c:v>6.1816666666666666</c:v>
                </c:pt>
                <c:pt idx="371">
                  <c:v>6.1983333333333333</c:v>
                </c:pt>
                <c:pt idx="372">
                  <c:v>6.2149999999999999</c:v>
                </c:pt>
                <c:pt idx="373">
                  <c:v>6.2316666666666665</c:v>
                </c:pt>
                <c:pt idx="374">
                  <c:v>6.2483333333333331</c:v>
                </c:pt>
                <c:pt idx="375">
                  <c:v>6.2649999999999997</c:v>
                </c:pt>
                <c:pt idx="376">
                  <c:v>6.2816666666666663</c:v>
                </c:pt>
                <c:pt idx="377">
                  <c:v>6.2983333333333329</c:v>
                </c:pt>
                <c:pt idx="378">
                  <c:v>6.3149999999999995</c:v>
                </c:pt>
                <c:pt idx="379">
                  <c:v>6.3316666666666661</c:v>
                </c:pt>
                <c:pt idx="380">
                  <c:v>6.3483333333333327</c:v>
                </c:pt>
                <c:pt idx="381">
                  <c:v>6.3649999999999993</c:v>
                </c:pt>
                <c:pt idx="382">
                  <c:v>6.3816666666666659</c:v>
                </c:pt>
                <c:pt idx="383">
                  <c:v>6.3983333333333325</c:v>
                </c:pt>
                <c:pt idx="384">
                  <c:v>6.415</c:v>
                </c:pt>
                <c:pt idx="385">
                  <c:v>6.4316666666666666</c:v>
                </c:pt>
                <c:pt idx="386">
                  <c:v>6.4483333333333333</c:v>
                </c:pt>
                <c:pt idx="387">
                  <c:v>6.4649999999999999</c:v>
                </c:pt>
                <c:pt idx="388">
                  <c:v>6.4816666666666665</c:v>
                </c:pt>
                <c:pt idx="389">
                  <c:v>6.4983333333333331</c:v>
                </c:pt>
                <c:pt idx="390">
                  <c:v>6.5149999999999997</c:v>
                </c:pt>
                <c:pt idx="391">
                  <c:v>6.5316666666666663</c:v>
                </c:pt>
                <c:pt idx="392">
                  <c:v>6.5483333333333329</c:v>
                </c:pt>
                <c:pt idx="393">
                  <c:v>6.5649999999999995</c:v>
                </c:pt>
                <c:pt idx="394">
                  <c:v>6.5816666666666661</c:v>
                </c:pt>
                <c:pt idx="395">
                  <c:v>6.5983333333333327</c:v>
                </c:pt>
                <c:pt idx="396">
                  <c:v>6.6149999999999993</c:v>
                </c:pt>
                <c:pt idx="397">
                  <c:v>6.6316666666666659</c:v>
                </c:pt>
                <c:pt idx="398">
                  <c:v>6.6483333333333325</c:v>
                </c:pt>
                <c:pt idx="399">
                  <c:v>6.665</c:v>
                </c:pt>
                <c:pt idx="400">
                  <c:v>6.6816666666666666</c:v>
                </c:pt>
                <c:pt idx="401">
                  <c:v>6.6983333333333333</c:v>
                </c:pt>
                <c:pt idx="402">
                  <c:v>6.7149999999999999</c:v>
                </c:pt>
                <c:pt idx="403">
                  <c:v>6.7316666666666665</c:v>
                </c:pt>
                <c:pt idx="404">
                  <c:v>6.7483333333333331</c:v>
                </c:pt>
                <c:pt idx="405">
                  <c:v>6.7649999999999997</c:v>
                </c:pt>
                <c:pt idx="406">
                  <c:v>6.7816666666666663</c:v>
                </c:pt>
                <c:pt idx="407">
                  <c:v>6.7983333333333329</c:v>
                </c:pt>
                <c:pt idx="408">
                  <c:v>6.8149999999999995</c:v>
                </c:pt>
                <c:pt idx="409">
                  <c:v>6.8316666666666661</c:v>
                </c:pt>
                <c:pt idx="410">
                  <c:v>6.8483333333333327</c:v>
                </c:pt>
                <c:pt idx="411">
                  <c:v>6.8649999999999993</c:v>
                </c:pt>
                <c:pt idx="412">
                  <c:v>6.8816666666666659</c:v>
                </c:pt>
                <c:pt idx="413">
                  <c:v>6.8983333333333325</c:v>
                </c:pt>
                <c:pt idx="414">
                  <c:v>6.915</c:v>
                </c:pt>
                <c:pt idx="415">
                  <c:v>6.9316666666666666</c:v>
                </c:pt>
                <c:pt idx="416">
                  <c:v>6.9483333333333333</c:v>
                </c:pt>
                <c:pt idx="417">
                  <c:v>6.9649999999999999</c:v>
                </c:pt>
                <c:pt idx="418">
                  <c:v>6.9816666666666665</c:v>
                </c:pt>
                <c:pt idx="419">
                  <c:v>6.9983333333333331</c:v>
                </c:pt>
                <c:pt idx="420">
                  <c:v>7.0149999999999997</c:v>
                </c:pt>
                <c:pt idx="421">
                  <c:v>7.0316666666666663</c:v>
                </c:pt>
                <c:pt idx="422">
                  <c:v>7.0483333333333329</c:v>
                </c:pt>
                <c:pt idx="423">
                  <c:v>7.0649999999999995</c:v>
                </c:pt>
                <c:pt idx="424">
                  <c:v>7.0816666666666661</c:v>
                </c:pt>
                <c:pt idx="425">
                  <c:v>7.0983333333333327</c:v>
                </c:pt>
                <c:pt idx="426">
                  <c:v>7.1149999999999993</c:v>
                </c:pt>
                <c:pt idx="427">
                  <c:v>7.1316666666666659</c:v>
                </c:pt>
                <c:pt idx="428">
                  <c:v>7.1483333333333325</c:v>
                </c:pt>
                <c:pt idx="429">
                  <c:v>7.165</c:v>
                </c:pt>
                <c:pt idx="430">
                  <c:v>7.1816666666666666</c:v>
                </c:pt>
                <c:pt idx="431">
                  <c:v>7.1983333333333333</c:v>
                </c:pt>
                <c:pt idx="432">
                  <c:v>7.2149999999999999</c:v>
                </c:pt>
                <c:pt idx="433">
                  <c:v>7.2316666666666665</c:v>
                </c:pt>
                <c:pt idx="434">
                  <c:v>7.2483333333333331</c:v>
                </c:pt>
                <c:pt idx="435">
                  <c:v>7.2649999999999997</c:v>
                </c:pt>
                <c:pt idx="436">
                  <c:v>7.2816666666666663</c:v>
                </c:pt>
                <c:pt idx="437">
                  <c:v>7.2983333333333329</c:v>
                </c:pt>
                <c:pt idx="438">
                  <c:v>7.3149999999999995</c:v>
                </c:pt>
                <c:pt idx="439">
                  <c:v>7.3316666666666661</c:v>
                </c:pt>
                <c:pt idx="440">
                  <c:v>7.3483333333333327</c:v>
                </c:pt>
                <c:pt idx="441">
                  <c:v>7.3649999999999993</c:v>
                </c:pt>
                <c:pt idx="442">
                  <c:v>7.3816666666666659</c:v>
                </c:pt>
                <c:pt idx="443">
                  <c:v>7.3983333333333325</c:v>
                </c:pt>
                <c:pt idx="444">
                  <c:v>7.415</c:v>
                </c:pt>
                <c:pt idx="445">
                  <c:v>7.4316666666666666</c:v>
                </c:pt>
                <c:pt idx="446">
                  <c:v>7.4483333333333333</c:v>
                </c:pt>
                <c:pt idx="447">
                  <c:v>7.4649999999999999</c:v>
                </c:pt>
                <c:pt idx="448">
                  <c:v>7.4816666666666665</c:v>
                </c:pt>
                <c:pt idx="449">
                  <c:v>7.4983333333333331</c:v>
                </c:pt>
                <c:pt idx="450">
                  <c:v>7.5149999999999997</c:v>
                </c:pt>
                <c:pt idx="451">
                  <c:v>7.5316666666666663</c:v>
                </c:pt>
                <c:pt idx="452">
                  <c:v>7.5483333333333329</c:v>
                </c:pt>
                <c:pt idx="453">
                  <c:v>7.5649999999999995</c:v>
                </c:pt>
                <c:pt idx="454">
                  <c:v>7.5816666666666661</c:v>
                </c:pt>
                <c:pt idx="455">
                  <c:v>7.5983333333333327</c:v>
                </c:pt>
                <c:pt idx="456">
                  <c:v>7.6149999999999993</c:v>
                </c:pt>
                <c:pt idx="457">
                  <c:v>7.6316666666666659</c:v>
                </c:pt>
                <c:pt idx="458">
                  <c:v>7.6483333333333325</c:v>
                </c:pt>
                <c:pt idx="459">
                  <c:v>7.665</c:v>
                </c:pt>
                <c:pt idx="460">
                  <c:v>7.6816666666666666</c:v>
                </c:pt>
                <c:pt idx="461">
                  <c:v>7.6983333333333333</c:v>
                </c:pt>
                <c:pt idx="462">
                  <c:v>7.7149999999999999</c:v>
                </c:pt>
                <c:pt idx="463">
                  <c:v>7.7316666666666665</c:v>
                </c:pt>
                <c:pt idx="464">
                  <c:v>7.7483333333333331</c:v>
                </c:pt>
                <c:pt idx="465">
                  <c:v>7.7649999999999997</c:v>
                </c:pt>
                <c:pt idx="466">
                  <c:v>7.7816666666666663</c:v>
                </c:pt>
                <c:pt idx="467">
                  <c:v>7.7983333333333329</c:v>
                </c:pt>
                <c:pt idx="468">
                  <c:v>7.8149999999999995</c:v>
                </c:pt>
                <c:pt idx="469">
                  <c:v>7.8316666666666661</c:v>
                </c:pt>
                <c:pt idx="470">
                  <c:v>7.8483333333333327</c:v>
                </c:pt>
                <c:pt idx="471">
                  <c:v>7.8649999999999993</c:v>
                </c:pt>
                <c:pt idx="472">
                  <c:v>7.8816666666666659</c:v>
                </c:pt>
                <c:pt idx="473">
                  <c:v>7.8983333333333325</c:v>
                </c:pt>
                <c:pt idx="474">
                  <c:v>7.915</c:v>
                </c:pt>
                <c:pt idx="475">
                  <c:v>7.9316666666666666</c:v>
                </c:pt>
                <c:pt idx="476">
                  <c:v>7.9483333333333333</c:v>
                </c:pt>
                <c:pt idx="477">
                  <c:v>7.9649999999999999</c:v>
                </c:pt>
                <c:pt idx="478">
                  <c:v>7.9816666666666665</c:v>
                </c:pt>
                <c:pt idx="479">
                  <c:v>7.9983333333333331</c:v>
                </c:pt>
                <c:pt idx="480">
                  <c:v>8.0149999999999988</c:v>
                </c:pt>
                <c:pt idx="481">
                  <c:v>8.0316666666666663</c:v>
                </c:pt>
                <c:pt idx="482">
                  <c:v>8.0483333333333338</c:v>
                </c:pt>
                <c:pt idx="483">
                  <c:v>8.0649999999999995</c:v>
                </c:pt>
                <c:pt idx="484">
                  <c:v>8.081666666666667</c:v>
                </c:pt>
                <c:pt idx="485">
                  <c:v>8.0983333333333327</c:v>
                </c:pt>
                <c:pt idx="486">
                  <c:v>8.1150000000000002</c:v>
                </c:pt>
                <c:pt idx="487">
                  <c:v>8.1316666666666659</c:v>
                </c:pt>
                <c:pt idx="488">
                  <c:v>8.1483333333333334</c:v>
                </c:pt>
                <c:pt idx="489">
                  <c:v>8.1649999999999991</c:v>
                </c:pt>
                <c:pt idx="490">
                  <c:v>8.1816666666666666</c:v>
                </c:pt>
                <c:pt idx="491">
                  <c:v>8.1983333333333324</c:v>
                </c:pt>
                <c:pt idx="492">
                  <c:v>8.2149999999999999</c:v>
                </c:pt>
                <c:pt idx="493">
                  <c:v>8.2316666666666656</c:v>
                </c:pt>
                <c:pt idx="494">
                  <c:v>8.2483333333333331</c:v>
                </c:pt>
                <c:pt idx="495">
                  <c:v>8.2649999999999988</c:v>
                </c:pt>
                <c:pt idx="496">
                  <c:v>8.2816666666666663</c:v>
                </c:pt>
                <c:pt idx="497">
                  <c:v>8.2983333333333338</c:v>
                </c:pt>
                <c:pt idx="498">
                  <c:v>8.3149999999999995</c:v>
                </c:pt>
                <c:pt idx="499">
                  <c:v>8.331666666666667</c:v>
                </c:pt>
                <c:pt idx="500">
                  <c:v>8.3483333333333327</c:v>
                </c:pt>
                <c:pt idx="501">
                  <c:v>8.3650000000000002</c:v>
                </c:pt>
                <c:pt idx="502">
                  <c:v>8.3816666666666659</c:v>
                </c:pt>
                <c:pt idx="503">
                  <c:v>8.3983333333333334</c:v>
                </c:pt>
                <c:pt idx="504">
                  <c:v>8.4149999999999991</c:v>
                </c:pt>
                <c:pt idx="505">
                  <c:v>8.4316666666666666</c:v>
                </c:pt>
                <c:pt idx="506">
                  <c:v>8.4483333333333324</c:v>
                </c:pt>
                <c:pt idx="507">
                  <c:v>8.4649999999999999</c:v>
                </c:pt>
                <c:pt idx="508">
                  <c:v>8.4816666666666656</c:v>
                </c:pt>
                <c:pt idx="509">
                  <c:v>8.4983333333333331</c:v>
                </c:pt>
                <c:pt idx="510">
                  <c:v>8.5149999999999988</c:v>
                </c:pt>
                <c:pt idx="511">
                  <c:v>8.5316666666666663</c:v>
                </c:pt>
                <c:pt idx="512">
                  <c:v>8.5483333333333338</c:v>
                </c:pt>
                <c:pt idx="513">
                  <c:v>8.5649999999999995</c:v>
                </c:pt>
                <c:pt idx="514">
                  <c:v>8.581666666666667</c:v>
                </c:pt>
                <c:pt idx="515">
                  <c:v>8.5983333333333327</c:v>
                </c:pt>
                <c:pt idx="516">
                  <c:v>8.6150000000000002</c:v>
                </c:pt>
                <c:pt idx="517">
                  <c:v>8.6316666666666659</c:v>
                </c:pt>
                <c:pt idx="518">
                  <c:v>8.6483333333333334</c:v>
                </c:pt>
                <c:pt idx="519">
                  <c:v>8.6649999999999991</c:v>
                </c:pt>
                <c:pt idx="520">
                  <c:v>8.6816666666666666</c:v>
                </c:pt>
                <c:pt idx="521">
                  <c:v>8.6983333333333324</c:v>
                </c:pt>
                <c:pt idx="522">
                  <c:v>8.7149999999999999</c:v>
                </c:pt>
                <c:pt idx="523">
                  <c:v>8.7316666666666656</c:v>
                </c:pt>
                <c:pt idx="524">
                  <c:v>8.7483333333333331</c:v>
                </c:pt>
                <c:pt idx="525">
                  <c:v>8.7649999999999988</c:v>
                </c:pt>
                <c:pt idx="526">
                  <c:v>8.7816666666666663</c:v>
                </c:pt>
                <c:pt idx="527">
                  <c:v>8.7983333333333338</c:v>
                </c:pt>
                <c:pt idx="528">
                  <c:v>8.8149999999999995</c:v>
                </c:pt>
                <c:pt idx="529">
                  <c:v>8.831666666666667</c:v>
                </c:pt>
                <c:pt idx="530">
                  <c:v>8.8483333333333327</c:v>
                </c:pt>
                <c:pt idx="531">
                  <c:v>8.8650000000000002</c:v>
                </c:pt>
                <c:pt idx="532">
                  <c:v>8.8816666666666659</c:v>
                </c:pt>
                <c:pt idx="533">
                  <c:v>8.8983333333333334</c:v>
                </c:pt>
                <c:pt idx="534">
                  <c:v>8.9149999999999991</c:v>
                </c:pt>
                <c:pt idx="535">
                  <c:v>8.9316666666666666</c:v>
                </c:pt>
                <c:pt idx="536">
                  <c:v>8.9483333333333324</c:v>
                </c:pt>
                <c:pt idx="537">
                  <c:v>8.9649999999999999</c:v>
                </c:pt>
                <c:pt idx="538">
                  <c:v>8.9816666666666656</c:v>
                </c:pt>
                <c:pt idx="539">
                  <c:v>8.9983333333333331</c:v>
                </c:pt>
                <c:pt idx="540">
                  <c:v>9.0149999999999988</c:v>
                </c:pt>
                <c:pt idx="541">
                  <c:v>9.0316666666666663</c:v>
                </c:pt>
                <c:pt idx="542">
                  <c:v>9.0483333333333338</c:v>
                </c:pt>
                <c:pt idx="543">
                  <c:v>9.0649999999999995</c:v>
                </c:pt>
                <c:pt idx="544">
                  <c:v>9.081666666666667</c:v>
                </c:pt>
                <c:pt idx="545">
                  <c:v>9.0983333333333327</c:v>
                </c:pt>
                <c:pt idx="546">
                  <c:v>9.1150000000000002</c:v>
                </c:pt>
                <c:pt idx="547">
                  <c:v>9.1316666666666659</c:v>
                </c:pt>
                <c:pt idx="548">
                  <c:v>9.1483333333333334</c:v>
                </c:pt>
                <c:pt idx="549">
                  <c:v>9.1649999999999991</c:v>
                </c:pt>
                <c:pt idx="550">
                  <c:v>9.1816666666666666</c:v>
                </c:pt>
                <c:pt idx="551">
                  <c:v>9.1983333333333324</c:v>
                </c:pt>
                <c:pt idx="552">
                  <c:v>9.2149999999999999</c:v>
                </c:pt>
                <c:pt idx="553">
                  <c:v>9.2316666666666656</c:v>
                </c:pt>
                <c:pt idx="554">
                  <c:v>9.2483333333333331</c:v>
                </c:pt>
                <c:pt idx="555">
                  <c:v>9.2649999999999988</c:v>
                </c:pt>
                <c:pt idx="556">
                  <c:v>9.2816666666666663</c:v>
                </c:pt>
                <c:pt idx="557">
                  <c:v>9.2983333333333338</c:v>
                </c:pt>
                <c:pt idx="558">
                  <c:v>9.3149999999999995</c:v>
                </c:pt>
                <c:pt idx="559">
                  <c:v>9.331666666666667</c:v>
                </c:pt>
                <c:pt idx="560">
                  <c:v>9.3483333333333327</c:v>
                </c:pt>
                <c:pt idx="561">
                  <c:v>9.3650000000000002</c:v>
                </c:pt>
                <c:pt idx="562">
                  <c:v>9.3816666666666659</c:v>
                </c:pt>
                <c:pt idx="563">
                  <c:v>9.3983333333333334</c:v>
                </c:pt>
                <c:pt idx="564">
                  <c:v>9.4149999999999991</c:v>
                </c:pt>
                <c:pt idx="565">
                  <c:v>9.4316666666666666</c:v>
                </c:pt>
                <c:pt idx="566">
                  <c:v>9.4483333333333324</c:v>
                </c:pt>
                <c:pt idx="567">
                  <c:v>9.4649999999999999</c:v>
                </c:pt>
                <c:pt idx="568">
                  <c:v>9.4816666666666656</c:v>
                </c:pt>
                <c:pt idx="569">
                  <c:v>9.4983333333333331</c:v>
                </c:pt>
                <c:pt idx="570">
                  <c:v>9.5149999999999988</c:v>
                </c:pt>
                <c:pt idx="571">
                  <c:v>9.5316666666666663</c:v>
                </c:pt>
                <c:pt idx="572">
                  <c:v>9.5483333333333338</c:v>
                </c:pt>
                <c:pt idx="573">
                  <c:v>9.5649999999999995</c:v>
                </c:pt>
                <c:pt idx="574">
                  <c:v>9.581666666666667</c:v>
                </c:pt>
                <c:pt idx="575">
                  <c:v>9.5983333333333327</c:v>
                </c:pt>
                <c:pt idx="576">
                  <c:v>9.6150000000000002</c:v>
                </c:pt>
                <c:pt idx="577">
                  <c:v>9.6316666666666659</c:v>
                </c:pt>
                <c:pt idx="578">
                  <c:v>9.6483333333333334</c:v>
                </c:pt>
                <c:pt idx="579">
                  <c:v>9.6649999999999991</c:v>
                </c:pt>
                <c:pt idx="580">
                  <c:v>9.6816666666666666</c:v>
                </c:pt>
                <c:pt idx="581">
                  <c:v>9.6983333333333324</c:v>
                </c:pt>
                <c:pt idx="582">
                  <c:v>9.7149999999999999</c:v>
                </c:pt>
                <c:pt idx="583">
                  <c:v>9.7316666666666656</c:v>
                </c:pt>
                <c:pt idx="584">
                  <c:v>9.7483333333333331</c:v>
                </c:pt>
                <c:pt idx="585">
                  <c:v>9.7649999999999988</c:v>
                </c:pt>
                <c:pt idx="586">
                  <c:v>9.7816666666666663</c:v>
                </c:pt>
                <c:pt idx="587">
                  <c:v>9.7983333333333338</c:v>
                </c:pt>
                <c:pt idx="588">
                  <c:v>9.8149999999999995</c:v>
                </c:pt>
                <c:pt idx="589">
                  <c:v>9.831666666666667</c:v>
                </c:pt>
                <c:pt idx="590">
                  <c:v>9.8483333333333327</c:v>
                </c:pt>
                <c:pt idx="591">
                  <c:v>9.8650000000000002</c:v>
                </c:pt>
                <c:pt idx="592">
                  <c:v>9.8816666666666659</c:v>
                </c:pt>
                <c:pt idx="593">
                  <c:v>9.8983333333333334</c:v>
                </c:pt>
                <c:pt idx="594">
                  <c:v>9.9149999999999991</c:v>
                </c:pt>
                <c:pt idx="595">
                  <c:v>9.9316666666666666</c:v>
                </c:pt>
                <c:pt idx="596">
                  <c:v>9.9483333333333324</c:v>
                </c:pt>
                <c:pt idx="597">
                  <c:v>9.9649999999999999</c:v>
                </c:pt>
                <c:pt idx="598">
                  <c:v>9.9816666666666656</c:v>
                </c:pt>
                <c:pt idx="599">
                  <c:v>9.9983333333333331</c:v>
                </c:pt>
                <c:pt idx="600">
                  <c:v>10.014999999999999</c:v>
                </c:pt>
                <c:pt idx="601">
                  <c:v>10.031666666666666</c:v>
                </c:pt>
                <c:pt idx="602">
                  <c:v>10.048333333333334</c:v>
                </c:pt>
                <c:pt idx="603">
                  <c:v>10.065</c:v>
                </c:pt>
                <c:pt idx="604">
                  <c:v>10.081666666666667</c:v>
                </c:pt>
                <c:pt idx="605">
                  <c:v>10.098333333333333</c:v>
                </c:pt>
                <c:pt idx="606">
                  <c:v>10.115</c:v>
                </c:pt>
                <c:pt idx="607">
                  <c:v>10.131666666666666</c:v>
                </c:pt>
                <c:pt idx="608">
                  <c:v>10.148333333333333</c:v>
                </c:pt>
                <c:pt idx="609">
                  <c:v>10.164999999999999</c:v>
                </c:pt>
                <c:pt idx="610">
                  <c:v>10.181666666666667</c:v>
                </c:pt>
                <c:pt idx="611">
                  <c:v>10.198333333333332</c:v>
                </c:pt>
                <c:pt idx="612">
                  <c:v>10.215</c:v>
                </c:pt>
                <c:pt idx="613">
                  <c:v>10.231666666666666</c:v>
                </c:pt>
                <c:pt idx="614">
                  <c:v>10.248333333333333</c:v>
                </c:pt>
                <c:pt idx="615">
                  <c:v>10.264999999999999</c:v>
                </c:pt>
                <c:pt idx="616">
                  <c:v>10.281666666666666</c:v>
                </c:pt>
                <c:pt idx="617">
                  <c:v>10.298333333333334</c:v>
                </c:pt>
                <c:pt idx="618">
                  <c:v>10.315</c:v>
                </c:pt>
                <c:pt idx="619">
                  <c:v>10.331666666666667</c:v>
                </c:pt>
                <c:pt idx="620">
                  <c:v>10.348333333333333</c:v>
                </c:pt>
                <c:pt idx="621">
                  <c:v>10.365</c:v>
                </c:pt>
                <c:pt idx="622">
                  <c:v>10.381666666666666</c:v>
                </c:pt>
                <c:pt idx="623">
                  <c:v>10.398333333333333</c:v>
                </c:pt>
                <c:pt idx="624">
                  <c:v>10.414999999999999</c:v>
                </c:pt>
                <c:pt idx="625">
                  <c:v>10.431666666666667</c:v>
                </c:pt>
                <c:pt idx="626">
                  <c:v>10.448333333333332</c:v>
                </c:pt>
                <c:pt idx="627">
                  <c:v>10.465</c:v>
                </c:pt>
                <c:pt idx="628">
                  <c:v>10.481666666666666</c:v>
                </c:pt>
                <c:pt idx="629">
                  <c:v>10.498333333333333</c:v>
                </c:pt>
                <c:pt idx="630">
                  <c:v>10.514999999999999</c:v>
                </c:pt>
                <c:pt idx="631">
                  <c:v>10.531666666666666</c:v>
                </c:pt>
                <c:pt idx="632">
                  <c:v>10.548333333333334</c:v>
                </c:pt>
                <c:pt idx="633">
                  <c:v>10.565</c:v>
                </c:pt>
                <c:pt idx="634">
                  <c:v>10.581666666666667</c:v>
                </c:pt>
                <c:pt idx="635">
                  <c:v>10.598333333333333</c:v>
                </c:pt>
                <c:pt idx="636">
                  <c:v>10.615</c:v>
                </c:pt>
                <c:pt idx="637">
                  <c:v>10.631666666666666</c:v>
                </c:pt>
                <c:pt idx="638">
                  <c:v>10.648333333333333</c:v>
                </c:pt>
                <c:pt idx="639">
                  <c:v>10.664999999999999</c:v>
                </c:pt>
                <c:pt idx="640">
                  <c:v>10.681666666666667</c:v>
                </c:pt>
                <c:pt idx="641">
                  <c:v>10.698333333333332</c:v>
                </c:pt>
                <c:pt idx="642">
                  <c:v>10.715</c:v>
                </c:pt>
                <c:pt idx="643">
                  <c:v>10.731666666666666</c:v>
                </c:pt>
                <c:pt idx="644">
                  <c:v>10.748333333333333</c:v>
                </c:pt>
                <c:pt idx="645">
                  <c:v>10.764999999999999</c:v>
                </c:pt>
                <c:pt idx="646">
                  <c:v>10.781666666666666</c:v>
                </c:pt>
                <c:pt idx="647">
                  <c:v>10.798333333333334</c:v>
                </c:pt>
                <c:pt idx="648">
                  <c:v>10.815</c:v>
                </c:pt>
                <c:pt idx="649">
                  <c:v>10.831666666666667</c:v>
                </c:pt>
                <c:pt idx="650">
                  <c:v>10.848333333333333</c:v>
                </c:pt>
                <c:pt idx="651">
                  <c:v>10.865</c:v>
                </c:pt>
                <c:pt idx="652">
                  <c:v>10.881666666666666</c:v>
                </c:pt>
                <c:pt idx="653">
                  <c:v>10.898333333333333</c:v>
                </c:pt>
                <c:pt idx="654">
                  <c:v>10.914999999999999</c:v>
                </c:pt>
                <c:pt idx="655">
                  <c:v>10.931666666666667</c:v>
                </c:pt>
                <c:pt idx="656">
                  <c:v>10.948333333333332</c:v>
                </c:pt>
                <c:pt idx="657">
                  <c:v>10.965</c:v>
                </c:pt>
                <c:pt idx="658">
                  <c:v>10.981666666666666</c:v>
                </c:pt>
                <c:pt idx="659">
                  <c:v>10.998333333333333</c:v>
                </c:pt>
                <c:pt idx="660">
                  <c:v>11.014999999999999</c:v>
                </c:pt>
                <c:pt idx="661">
                  <c:v>11.031666666666666</c:v>
                </c:pt>
                <c:pt idx="662">
                  <c:v>11.048333333333334</c:v>
                </c:pt>
                <c:pt idx="663">
                  <c:v>11.065</c:v>
                </c:pt>
                <c:pt idx="664">
                  <c:v>11.081666666666667</c:v>
                </c:pt>
                <c:pt idx="665">
                  <c:v>11.098333333333333</c:v>
                </c:pt>
                <c:pt idx="666">
                  <c:v>11.115</c:v>
                </c:pt>
                <c:pt idx="667">
                  <c:v>11.131666666666666</c:v>
                </c:pt>
                <c:pt idx="668">
                  <c:v>11.148333333333333</c:v>
                </c:pt>
                <c:pt idx="669">
                  <c:v>11.164999999999999</c:v>
                </c:pt>
                <c:pt idx="670">
                  <c:v>11.181666666666667</c:v>
                </c:pt>
                <c:pt idx="671">
                  <c:v>11.198333333333332</c:v>
                </c:pt>
                <c:pt idx="672">
                  <c:v>11.215</c:v>
                </c:pt>
                <c:pt idx="673">
                  <c:v>11.231666666666666</c:v>
                </c:pt>
                <c:pt idx="674">
                  <c:v>11.248333333333333</c:v>
                </c:pt>
                <c:pt idx="675">
                  <c:v>11.264999999999999</c:v>
                </c:pt>
                <c:pt idx="676">
                  <c:v>11.281666666666666</c:v>
                </c:pt>
                <c:pt idx="677">
                  <c:v>11.298333333333334</c:v>
                </c:pt>
                <c:pt idx="678">
                  <c:v>11.315</c:v>
                </c:pt>
                <c:pt idx="679">
                  <c:v>11.331666666666667</c:v>
                </c:pt>
                <c:pt idx="680">
                  <c:v>11.348333333333333</c:v>
                </c:pt>
                <c:pt idx="681">
                  <c:v>11.365</c:v>
                </c:pt>
                <c:pt idx="682">
                  <c:v>11.381666666666666</c:v>
                </c:pt>
                <c:pt idx="683">
                  <c:v>11.398333333333333</c:v>
                </c:pt>
                <c:pt idx="684">
                  <c:v>11.414999999999999</c:v>
                </c:pt>
                <c:pt idx="685">
                  <c:v>11.431666666666667</c:v>
                </c:pt>
                <c:pt idx="686">
                  <c:v>11.448333333333332</c:v>
                </c:pt>
                <c:pt idx="687">
                  <c:v>11.465</c:v>
                </c:pt>
                <c:pt idx="688">
                  <c:v>11.481666666666666</c:v>
                </c:pt>
                <c:pt idx="689">
                  <c:v>11.498333333333333</c:v>
                </c:pt>
                <c:pt idx="690">
                  <c:v>11.514999999999999</c:v>
                </c:pt>
                <c:pt idx="691">
                  <c:v>11.531666666666666</c:v>
                </c:pt>
                <c:pt idx="692">
                  <c:v>11.548333333333334</c:v>
                </c:pt>
                <c:pt idx="693">
                  <c:v>11.565</c:v>
                </c:pt>
                <c:pt idx="694">
                  <c:v>11.581666666666667</c:v>
                </c:pt>
                <c:pt idx="695">
                  <c:v>11.598333333333333</c:v>
                </c:pt>
                <c:pt idx="696">
                  <c:v>11.615</c:v>
                </c:pt>
                <c:pt idx="697">
                  <c:v>11.631666666666666</c:v>
                </c:pt>
                <c:pt idx="698">
                  <c:v>11.648333333333333</c:v>
                </c:pt>
                <c:pt idx="699">
                  <c:v>11.664999999999999</c:v>
                </c:pt>
                <c:pt idx="700">
                  <c:v>11.681666666666667</c:v>
                </c:pt>
                <c:pt idx="701">
                  <c:v>11.698333333333332</c:v>
                </c:pt>
                <c:pt idx="702">
                  <c:v>11.715</c:v>
                </c:pt>
                <c:pt idx="703">
                  <c:v>11.731666666666666</c:v>
                </c:pt>
                <c:pt idx="704">
                  <c:v>11.748333333333333</c:v>
                </c:pt>
                <c:pt idx="705">
                  <c:v>11.764999999999999</c:v>
                </c:pt>
                <c:pt idx="706">
                  <c:v>11.781666666666666</c:v>
                </c:pt>
                <c:pt idx="707">
                  <c:v>11.798333333333334</c:v>
                </c:pt>
                <c:pt idx="708">
                  <c:v>11.815</c:v>
                </c:pt>
                <c:pt idx="709">
                  <c:v>11.831666666666667</c:v>
                </c:pt>
                <c:pt idx="710">
                  <c:v>11.848333333333333</c:v>
                </c:pt>
                <c:pt idx="711">
                  <c:v>11.865</c:v>
                </c:pt>
                <c:pt idx="712">
                  <c:v>11.881666666666666</c:v>
                </c:pt>
                <c:pt idx="713">
                  <c:v>11.898333333333333</c:v>
                </c:pt>
                <c:pt idx="714">
                  <c:v>11.914999999999999</c:v>
                </c:pt>
                <c:pt idx="715">
                  <c:v>11.931666666666667</c:v>
                </c:pt>
                <c:pt idx="716">
                  <c:v>11.948333333333332</c:v>
                </c:pt>
                <c:pt idx="717">
                  <c:v>11.965</c:v>
                </c:pt>
                <c:pt idx="718">
                  <c:v>11.981666666666666</c:v>
                </c:pt>
                <c:pt idx="719">
                  <c:v>11.998333333333333</c:v>
                </c:pt>
                <c:pt idx="720">
                  <c:v>12.014999999999999</c:v>
                </c:pt>
                <c:pt idx="721">
                  <c:v>12.031666666666666</c:v>
                </c:pt>
                <c:pt idx="722">
                  <c:v>12.048333333333334</c:v>
                </c:pt>
                <c:pt idx="723">
                  <c:v>12.065</c:v>
                </c:pt>
                <c:pt idx="724">
                  <c:v>12.081666666666667</c:v>
                </c:pt>
                <c:pt idx="725">
                  <c:v>12.098333333333333</c:v>
                </c:pt>
                <c:pt idx="726">
                  <c:v>12.115</c:v>
                </c:pt>
                <c:pt idx="727">
                  <c:v>12.131666666666666</c:v>
                </c:pt>
                <c:pt idx="728">
                  <c:v>12.148333333333333</c:v>
                </c:pt>
                <c:pt idx="729">
                  <c:v>12.164999999999999</c:v>
                </c:pt>
                <c:pt idx="730">
                  <c:v>12.181666666666667</c:v>
                </c:pt>
                <c:pt idx="731">
                  <c:v>12.198333333333332</c:v>
                </c:pt>
                <c:pt idx="732">
                  <c:v>12.215</c:v>
                </c:pt>
                <c:pt idx="733">
                  <c:v>12.231666666666666</c:v>
                </c:pt>
                <c:pt idx="734">
                  <c:v>12.248333333333333</c:v>
                </c:pt>
                <c:pt idx="735">
                  <c:v>12.264999999999999</c:v>
                </c:pt>
                <c:pt idx="736">
                  <c:v>12.281666666666666</c:v>
                </c:pt>
                <c:pt idx="737">
                  <c:v>12.298333333333334</c:v>
                </c:pt>
                <c:pt idx="738">
                  <c:v>12.315</c:v>
                </c:pt>
                <c:pt idx="739">
                  <c:v>12.331666666666667</c:v>
                </c:pt>
                <c:pt idx="740">
                  <c:v>12.348333333333333</c:v>
                </c:pt>
                <c:pt idx="741">
                  <c:v>12.365</c:v>
                </c:pt>
                <c:pt idx="742">
                  <c:v>12.381666666666666</c:v>
                </c:pt>
                <c:pt idx="743">
                  <c:v>12.398333333333333</c:v>
                </c:pt>
                <c:pt idx="744">
                  <c:v>12.414999999999999</c:v>
                </c:pt>
                <c:pt idx="745">
                  <c:v>12.431666666666667</c:v>
                </c:pt>
                <c:pt idx="746">
                  <c:v>12.448333333333332</c:v>
                </c:pt>
                <c:pt idx="747">
                  <c:v>12.465</c:v>
                </c:pt>
                <c:pt idx="748">
                  <c:v>12.481666666666666</c:v>
                </c:pt>
                <c:pt idx="749">
                  <c:v>12.498333333333333</c:v>
                </c:pt>
                <c:pt idx="750">
                  <c:v>12.514999999999999</c:v>
                </c:pt>
                <c:pt idx="751">
                  <c:v>12.531666666666666</c:v>
                </c:pt>
                <c:pt idx="752">
                  <c:v>12.548333333333334</c:v>
                </c:pt>
                <c:pt idx="753">
                  <c:v>12.565</c:v>
                </c:pt>
                <c:pt idx="754">
                  <c:v>12.581666666666667</c:v>
                </c:pt>
                <c:pt idx="755">
                  <c:v>12.598333333333333</c:v>
                </c:pt>
                <c:pt idx="756">
                  <c:v>12.615</c:v>
                </c:pt>
                <c:pt idx="757">
                  <c:v>12.631666666666666</c:v>
                </c:pt>
                <c:pt idx="758">
                  <c:v>12.648333333333333</c:v>
                </c:pt>
                <c:pt idx="759">
                  <c:v>12.664999999999999</c:v>
                </c:pt>
                <c:pt idx="760">
                  <c:v>12.681666666666667</c:v>
                </c:pt>
                <c:pt idx="761">
                  <c:v>12.698333333333332</c:v>
                </c:pt>
                <c:pt idx="762">
                  <c:v>12.715</c:v>
                </c:pt>
                <c:pt idx="763">
                  <c:v>12.731666666666666</c:v>
                </c:pt>
                <c:pt idx="764">
                  <c:v>12.748333333333333</c:v>
                </c:pt>
                <c:pt idx="765">
                  <c:v>12.764999999999999</c:v>
                </c:pt>
                <c:pt idx="766">
                  <c:v>12.781666666666666</c:v>
                </c:pt>
                <c:pt idx="767">
                  <c:v>12.798333333333334</c:v>
                </c:pt>
                <c:pt idx="768">
                  <c:v>12.815</c:v>
                </c:pt>
                <c:pt idx="769">
                  <c:v>12.831666666666667</c:v>
                </c:pt>
                <c:pt idx="770">
                  <c:v>12.848333333333333</c:v>
                </c:pt>
                <c:pt idx="771">
                  <c:v>12.865</c:v>
                </c:pt>
                <c:pt idx="772">
                  <c:v>12.881666666666666</c:v>
                </c:pt>
                <c:pt idx="773">
                  <c:v>12.898333333333333</c:v>
                </c:pt>
                <c:pt idx="774">
                  <c:v>12.914999999999999</c:v>
                </c:pt>
                <c:pt idx="775">
                  <c:v>12.931666666666667</c:v>
                </c:pt>
                <c:pt idx="776">
                  <c:v>12.948333333333332</c:v>
                </c:pt>
                <c:pt idx="777">
                  <c:v>12.965</c:v>
                </c:pt>
                <c:pt idx="778">
                  <c:v>12.981666666666666</c:v>
                </c:pt>
                <c:pt idx="779">
                  <c:v>12.998333333333333</c:v>
                </c:pt>
                <c:pt idx="780">
                  <c:v>13.014999999999999</c:v>
                </c:pt>
                <c:pt idx="781">
                  <c:v>13.031666666666666</c:v>
                </c:pt>
                <c:pt idx="782">
                  <c:v>13.048333333333334</c:v>
                </c:pt>
                <c:pt idx="783">
                  <c:v>13.065</c:v>
                </c:pt>
                <c:pt idx="784">
                  <c:v>13.081666666666667</c:v>
                </c:pt>
                <c:pt idx="785">
                  <c:v>13.098333333333333</c:v>
                </c:pt>
                <c:pt idx="786">
                  <c:v>13.115</c:v>
                </c:pt>
                <c:pt idx="787">
                  <c:v>13.131666666666666</c:v>
                </c:pt>
                <c:pt idx="788">
                  <c:v>13.148333333333333</c:v>
                </c:pt>
                <c:pt idx="789">
                  <c:v>13.164999999999999</c:v>
                </c:pt>
                <c:pt idx="790">
                  <c:v>13.181666666666667</c:v>
                </c:pt>
                <c:pt idx="791">
                  <c:v>13.198333333333332</c:v>
                </c:pt>
                <c:pt idx="792">
                  <c:v>13.215</c:v>
                </c:pt>
                <c:pt idx="793">
                  <c:v>13.231666666666666</c:v>
                </c:pt>
                <c:pt idx="794">
                  <c:v>13.248333333333333</c:v>
                </c:pt>
                <c:pt idx="795">
                  <c:v>13.264999999999999</c:v>
                </c:pt>
                <c:pt idx="796">
                  <c:v>13.281666666666666</c:v>
                </c:pt>
                <c:pt idx="797">
                  <c:v>13.298333333333334</c:v>
                </c:pt>
                <c:pt idx="798">
                  <c:v>13.315</c:v>
                </c:pt>
                <c:pt idx="799">
                  <c:v>13.331666666666667</c:v>
                </c:pt>
                <c:pt idx="800">
                  <c:v>13.348333333333333</c:v>
                </c:pt>
                <c:pt idx="801">
                  <c:v>13.365</c:v>
                </c:pt>
                <c:pt idx="802">
                  <c:v>13.381666666666666</c:v>
                </c:pt>
                <c:pt idx="803">
                  <c:v>13.398333333333333</c:v>
                </c:pt>
                <c:pt idx="804">
                  <c:v>13.414999999999999</c:v>
                </c:pt>
                <c:pt idx="805">
                  <c:v>13.431666666666667</c:v>
                </c:pt>
                <c:pt idx="806">
                  <c:v>13.448333333333332</c:v>
                </c:pt>
                <c:pt idx="807">
                  <c:v>13.465</c:v>
                </c:pt>
                <c:pt idx="808">
                  <c:v>13.481666666666666</c:v>
                </c:pt>
                <c:pt idx="809">
                  <c:v>13.498333333333333</c:v>
                </c:pt>
                <c:pt idx="810">
                  <c:v>13.514999999999999</c:v>
                </c:pt>
                <c:pt idx="811">
                  <c:v>13.531666666666666</c:v>
                </c:pt>
                <c:pt idx="812">
                  <c:v>13.548333333333334</c:v>
                </c:pt>
                <c:pt idx="813">
                  <c:v>13.565</c:v>
                </c:pt>
                <c:pt idx="814">
                  <c:v>13.581666666666667</c:v>
                </c:pt>
                <c:pt idx="815">
                  <c:v>13.598333333333333</c:v>
                </c:pt>
                <c:pt idx="816">
                  <c:v>13.615</c:v>
                </c:pt>
                <c:pt idx="817">
                  <c:v>13.631666666666666</c:v>
                </c:pt>
                <c:pt idx="818">
                  <c:v>13.648333333333333</c:v>
                </c:pt>
                <c:pt idx="819">
                  <c:v>13.664999999999999</c:v>
                </c:pt>
                <c:pt idx="820">
                  <c:v>13.681666666666667</c:v>
                </c:pt>
                <c:pt idx="821">
                  <c:v>13.698333333333332</c:v>
                </c:pt>
                <c:pt idx="822">
                  <c:v>13.715</c:v>
                </c:pt>
                <c:pt idx="823">
                  <c:v>13.731666666666666</c:v>
                </c:pt>
                <c:pt idx="824">
                  <c:v>13.748333333333333</c:v>
                </c:pt>
                <c:pt idx="825">
                  <c:v>13.764999999999999</c:v>
                </c:pt>
                <c:pt idx="826">
                  <c:v>13.781666666666666</c:v>
                </c:pt>
                <c:pt idx="827">
                  <c:v>13.798333333333334</c:v>
                </c:pt>
                <c:pt idx="828">
                  <c:v>13.815</c:v>
                </c:pt>
                <c:pt idx="829">
                  <c:v>13.831666666666667</c:v>
                </c:pt>
                <c:pt idx="830">
                  <c:v>13.848333333333333</c:v>
                </c:pt>
                <c:pt idx="831">
                  <c:v>13.865</c:v>
                </c:pt>
                <c:pt idx="832">
                  <c:v>13.881666666666666</c:v>
                </c:pt>
                <c:pt idx="833">
                  <c:v>13.898333333333333</c:v>
                </c:pt>
                <c:pt idx="834">
                  <c:v>13.914999999999999</c:v>
                </c:pt>
                <c:pt idx="835">
                  <c:v>13.931666666666667</c:v>
                </c:pt>
                <c:pt idx="836">
                  <c:v>13.948333333333332</c:v>
                </c:pt>
                <c:pt idx="837">
                  <c:v>13.965</c:v>
                </c:pt>
                <c:pt idx="838">
                  <c:v>13.981666666666666</c:v>
                </c:pt>
                <c:pt idx="839">
                  <c:v>13.998333333333333</c:v>
                </c:pt>
                <c:pt idx="840">
                  <c:v>14.014999999999999</c:v>
                </c:pt>
                <c:pt idx="841">
                  <c:v>14.031666666666666</c:v>
                </c:pt>
                <c:pt idx="842">
                  <c:v>14.048333333333334</c:v>
                </c:pt>
                <c:pt idx="843">
                  <c:v>14.065</c:v>
                </c:pt>
                <c:pt idx="844">
                  <c:v>14.081666666666667</c:v>
                </c:pt>
                <c:pt idx="845">
                  <c:v>14.098333333333333</c:v>
                </c:pt>
                <c:pt idx="846">
                  <c:v>14.115</c:v>
                </c:pt>
                <c:pt idx="847">
                  <c:v>14.131666666666666</c:v>
                </c:pt>
                <c:pt idx="848">
                  <c:v>14.148333333333333</c:v>
                </c:pt>
                <c:pt idx="849">
                  <c:v>14.164999999999999</c:v>
                </c:pt>
                <c:pt idx="850">
                  <c:v>14.181666666666667</c:v>
                </c:pt>
                <c:pt idx="851">
                  <c:v>14.198333333333332</c:v>
                </c:pt>
                <c:pt idx="852">
                  <c:v>14.215</c:v>
                </c:pt>
                <c:pt idx="853">
                  <c:v>14.231666666666666</c:v>
                </c:pt>
                <c:pt idx="854">
                  <c:v>14.248333333333333</c:v>
                </c:pt>
                <c:pt idx="855">
                  <c:v>14.264999999999999</c:v>
                </c:pt>
                <c:pt idx="856">
                  <c:v>14.281666666666666</c:v>
                </c:pt>
                <c:pt idx="857">
                  <c:v>14.298333333333334</c:v>
                </c:pt>
                <c:pt idx="858">
                  <c:v>14.315</c:v>
                </c:pt>
                <c:pt idx="859">
                  <c:v>14.331666666666667</c:v>
                </c:pt>
                <c:pt idx="860">
                  <c:v>14.348333333333333</c:v>
                </c:pt>
                <c:pt idx="861">
                  <c:v>14.365</c:v>
                </c:pt>
                <c:pt idx="862">
                  <c:v>14.381666666666666</c:v>
                </c:pt>
                <c:pt idx="863">
                  <c:v>14.398333333333333</c:v>
                </c:pt>
                <c:pt idx="864">
                  <c:v>14.414999999999999</c:v>
                </c:pt>
                <c:pt idx="865">
                  <c:v>14.431666666666667</c:v>
                </c:pt>
                <c:pt idx="866">
                  <c:v>14.448333333333332</c:v>
                </c:pt>
                <c:pt idx="867">
                  <c:v>14.465</c:v>
                </c:pt>
                <c:pt idx="868">
                  <c:v>14.481666666666666</c:v>
                </c:pt>
                <c:pt idx="869">
                  <c:v>14.498333333333333</c:v>
                </c:pt>
                <c:pt idx="870">
                  <c:v>14.514999999999999</c:v>
                </c:pt>
                <c:pt idx="871">
                  <c:v>14.531666666666666</c:v>
                </c:pt>
                <c:pt idx="872">
                  <c:v>14.548333333333334</c:v>
                </c:pt>
                <c:pt idx="873">
                  <c:v>14.565</c:v>
                </c:pt>
                <c:pt idx="874">
                  <c:v>14.581666666666667</c:v>
                </c:pt>
                <c:pt idx="875">
                  <c:v>14.598333333333333</c:v>
                </c:pt>
                <c:pt idx="876">
                  <c:v>14.615</c:v>
                </c:pt>
                <c:pt idx="877">
                  <c:v>14.631666666666666</c:v>
                </c:pt>
                <c:pt idx="878">
                  <c:v>14.648333333333333</c:v>
                </c:pt>
                <c:pt idx="879">
                  <c:v>14.664999999999999</c:v>
                </c:pt>
                <c:pt idx="880">
                  <c:v>14.681666666666667</c:v>
                </c:pt>
                <c:pt idx="881">
                  <c:v>14.698333333333332</c:v>
                </c:pt>
                <c:pt idx="882">
                  <c:v>14.715</c:v>
                </c:pt>
                <c:pt idx="883">
                  <c:v>14.731666666666666</c:v>
                </c:pt>
                <c:pt idx="884">
                  <c:v>14.748333333333333</c:v>
                </c:pt>
                <c:pt idx="885">
                  <c:v>14.764999999999999</c:v>
                </c:pt>
                <c:pt idx="886">
                  <c:v>14.781666666666666</c:v>
                </c:pt>
                <c:pt idx="887">
                  <c:v>14.798333333333334</c:v>
                </c:pt>
                <c:pt idx="888">
                  <c:v>14.815</c:v>
                </c:pt>
                <c:pt idx="889">
                  <c:v>14.831666666666667</c:v>
                </c:pt>
                <c:pt idx="890">
                  <c:v>14.848333333333333</c:v>
                </c:pt>
                <c:pt idx="891">
                  <c:v>14.865</c:v>
                </c:pt>
                <c:pt idx="892">
                  <c:v>14.881666666666666</c:v>
                </c:pt>
                <c:pt idx="893">
                  <c:v>14.898333333333333</c:v>
                </c:pt>
                <c:pt idx="894">
                  <c:v>14.914999999999999</c:v>
                </c:pt>
                <c:pt idx="895">
                  <c:v>14.931666666666667</c:v>
                </c:pt>
                <c:pt idx="896">
                  <c:v>14.948333333333332</c:v>
                </c:pt>
                <c:pt idx="897">
                  <c:v>14.965</c:v>
                </c:pt>
                <c:pt idx="898">
                  <c:v>14.981666666666666</c:v>
                </c:pt>
                <c:pt idx="899">
                  <c:v>14.998333333333333</c:v>
                </c:pt>
                <c:pt idx="900">
                  <c:v>15.014999999999999</c:v>
                </c:pt>
                <c:pt idx="901">
                  <c:v>15.031666666666666</c:v>
                </c:pt>
                <c:pt idx="902">
                  <c:v>15.048333333333334</c:v>
                </c:pt>
                <c:pt idx="903">
                  <c:v>15.065</c:v>
                </c:pt>
                <c:pt idx="904">
                  <c:v>15.081666666666667</c:v>
                </c:pt>
                <c:pt idx="905">
                  <c:v>15.098333333333333</c:v>
                </c:pt>
                <c:pt idx="906">
                  <c:v>15.115</c:v>
                </c:pt>
                <c:pt idx="907">
                  <c:v>15.131666666666666</c:v>
                </c:pt>
                <c:pt idx="908">
                  <c:v>15.148333333333333</c:v>
                </c:pt>
                <c:pt idx="909">
                  <c:v>15.164999999999999</c:v>
                </c:pt>
                <c:pt idx="910">
                  <c:v>15.181666666666667</c:v>
                </c:pt>
                <c:pt idx="911">
                  <c:v>15.198333333333332</c:v>
                </c:pt>
                <c:pt idx="912">
                  <c:v>15.215</c:v>
                </c:pt>
                <c:pt idx="913">
                  <c:v>15.231666666666666</c:v>
                </c:pt>
                <c:pt idx="914">
                  <c:v>15.248333333333333</c:v>
                </c:pt>
                <c:pt idx="915">
                  <c:v>15.264999999999999</c:v>
                </c:pt>
                <c:pt idx="916">
                  <c:v>15.281666666666666</c:v>
                </c:pt>
                <c:pt idx="917">
                  <c:v>15.298333333333334</c:v>
                </c:pt>
                <c:pt idx="918">
                  <c:v>15.315</c:v>
                </c:pt>
                <c:pt idx="919">
                  <c:v>15.331666666666667</c:v>
                </c:pt>
                <c:pt idx="920">
                  <c:v>15.348333333333333</c:v>
                </c:pt>
                <c:pt idx="921">
                  <c:v>15.365</c:v>
                </c:pt>
                <c:pt idx="922">
                  <c:v>15.381666666666666</c:v>
                </c:pt>
                <c:pt idx="923">
                  <c:v>15.398333333333333</c:v>
                </c:pt>
                <c:pt idx="924">
                  <c:v>15.414999999999999</c:v>
                </c:pt>
                <c:pt idx="925">
                  <c:v>15.431666666666667</c:v>
                </c:pt>
                <c:pt idx="926">
                  <c:v>15.448333333333332</c:v>
                </c:pt>
                <c:pt idx="927">
                  <c:v>15.465</c:v>
                </c:pt>
                <c:pt idx="928">
                  <c:v>15.481666666666666</c:v>
                </c:pt>
                <c:pt idx="929">
                  <c:v>15.498333333333333</c:v>
                </c:pt>
                <c:pt idx="930">
                  <c:v>15.514999999999999</c:v>
                </c:pt>
                <c:pt idx="931">
                  <c:v>15.531666666666666</c:v>
                </c:pt>
                <c:pt idx="932">
                  <c:v>15.548333333333334</c:v>
                </c:pt>
                <c:pt idx="933">
                  <c:v>15.565</c:v>
                </c:pt>
                <c:pt idx="934">
                  <c:v>15.581666666666667</c:v>
                </c:pt>
                <c:pt idx="935">
                  <c:v>15.598333333333333</c:v>
                </c:pt>
                <c:pt idx="936">
                  <c:v>15.615</c:v>
                </c:pt>
                <c:pt idx="937">
                  <c:v>15.631666666666666</c:v>
                </c:pt>
                <c:pt idx="938">
                  <c:v>15.648333333333333</c:v>
                </c:pt>
                <c:pt idx="939">
                  <c:v>15.664999999999999</c:v>
                </c:pt>
                <c:pt idx="940">
                  <c:v>15.681666666666667</c:v>
                </c:pt>
                <c:pt idx="941">
                  <c:v>15.698333333333332</c:v>
                </c:pt>
                <c:pt idx="942">
                  <c:v>15.715</c:v>
                </c:pt>
                <c:pt idx="943">
                  <c:v>15.731666666666666</c:v>
                </c:pt>
                <c:pt idx="944">
                  <c:v>15.748333333333333</c:v>
                </c:pt>
                <c:pt idx="945">
                  <c:v>15.764999999999999</c:v>
                </c:pt>
                <c:pt idx="946">
                  <c:v>15.781666666666666</c:v>
                </c:pt>
                <c:pt idx="947">
                  <c:v>15.798333333333334</c:v>
                </c:pt>
                <c:pt idx="948">
                  <c:v>15.815</c:v>
                </c:pt>
                <c:pt idx="949">
                  <c:v>15.831666666666667</c:v>
                </c:pt>
                <c:pt idx="950">
                  <c:v>15.848333333333333</c:v>
                </c:pt>
                <c:pt idx="951">
                  <c:v>15.865</c:v>
                </c:pt>
                <c:pt idx="952">
                  <c:v>15.881666666666666</c:v>
                </c:pt>
                <c:pt idx="953">
                  <c:v>15.898333333333333</c:v>
                </c:pt>
                <c:pt idx="954">
                  <c:v>15.914999999999999</c:v>
                </c:pt>
                <c:pt idx="955">
                  <c:v>15.931666666666667</c:v>
                </c:pt>
                <c:pt idx="956">
                  <c:v>15.948333333333332</c:v>
                </c:pt>
                <c:pt idx="957">
                  <c:v>15.965</c:v>
                </c:pt>
                <c:pt idx="958">
                  <c:v>15.981666666666666</c:v>
                </c:pt>
                <c:pt idx="959">
                  <c:v>15.998333333333333</c:v>
                </c:pt>
                <c:pt idx="960">
                  <c:v>16.015000000000001</c:v>
                </c:pt>
                <c:pt idx="961">
                  <c:v>16.031666666666666</c:v>
                </c:pt>
                <c:pt idx="962">
                  <c:v>16.048333333333332</c:v>
                </c:pt>
                <c:pt idx="963">
                  <c:v>16.065000000000001</c:v>
                </c:pt>
                <c:pt idx="964">
                  <c:v>16.081666666666667</c:v>
                </c:pt>
                <c:pt idx="965">
                  <c:v>16.098333333333333</c:v>
                </c:pt>
                <c:pt idx="966">
                  <c:v>16.114999999999998</c:v>
                </c:pt>
                <c:pt idx="967">
                  <c:v>16.131666666666668</c:v>
                </c:pt>
                <c:pt idx="968">
                  <c:v>16.148333333333333</c:v>
                </c:pt>
                <c:pt idx="969">
                  <c:v>16.164999999999999</c:v>
                </c:pt>
                <c:pt idx="970">
                  <c:v>16.181666666666665</c:v>
                </c:pt>
                <c:pt idx="971">
                  <c:v>16.198333333333334</c:v>
                </c:pt>
                <c:pt idx="972">
                  <c:v>16.215</c:v>
                </c:pt>
                <c:pt idx="973">
                  <c:v>16.231666666666666</c:v>
                </c:pt>
                <c:pt idx="974">
                  <c:v>16.248333333333331</c:v>
                </c:pt>
                <c:pt idx="975">
                  <c:v>16.265000000000001</c:v>
                </c:pt>
                <c:pt idx="976">
                  <c:v>16.281666666666666</c:v>
                </c:pt>
                <c:pt idx="977">
                  <c:v>16.298333333333332</c:v>
                </c:pt>
                <c:pt idx="978">
                  <c:v>16.315000000000001</c:v>
                </c:pt>
                <c:pt idx="979">
                  <c:v>16.331666666666667</c:v>
                </c:pt>
                <c:pt idx="980">
                  <c:v>16.348333333333333</c:v>
                </c:pt>
                <c:pt idx="981">
                  <c:v>16.364999999999998</c:v>
                </c:pt>
                <c:pt idx="982">
                  <c:v>16.381666666666668</c:v>
                </c:pt>
                <c:pt idx="983">
                  <c:v>16.398333333333333</c:v>
                </c:pt>
                <c:pt idx="984">
                  <c:v>16.414999999999999</c:v>
                </c:pt>
                <c:pt idx="985">
                  <c:v>16.431666666666665</c:v>
                </c:pt>
                <c:pt idx="986">
                  <c:v>16.448333333333334</c:v>
                </c:pt>
                <c:pt idx="987">
                  <c:v>16.465</c:v>
                </c:pt>
                <c:pt idx="988">
                  <c:v>16.481666666666666</c:v>
                </c:pt>
                <c:pt idx="989">
                  <c:v>16.498333333333331</c:v>
                </c:pt>
                <c:pt idx="990">
                  <c:v>16.515000000000001</c:v>
                </c:pt>
                <c:pt idx="991">
                  <c:v>16.531666666666666</c:v>
                </c:pt>
                <c:pt idx="992">
                  <c:v>16.548333333333332</c:v>
                </c:pt>
                <c:pt idx="993">
                  <c:v>16.565000000000001</c:v>
                </c:pt>
                <c:pt idx="994">
                  <c:v>16.581666666666667</c:v>
                </c:pt>
                <c:pt idx="995">
                  <c:v>16.598333333333333</c:v>
                </c:pt>
                <c:pt idx="996">
                  <c:v>16.614999999999998</c:v>
                </c:pt>
                <c:pt idx="997">
                  <c:v>16.631666666666668</c:v>
                </c:pt>
                <c:pt idx="998">
                  <c:v>16.648333333333333</c:v>
                </c:pt>
                <c:pt idx="999">
                  <c:v>16.664999999999999</c:v>
                </c:pt>
                <c:pt idx="1000">
                  <c:v>16.681666666666665</c:v>
                </c:pt>
                <c:pt idx="1001">
                  <c:v>16.698333333333334</c:v>
                </c:pt>
                <c:pt idx="1002">
                  <c:v>16.715</c:v>
                </c:pt>
                <c:pt idx="1003">
                  <c:v>16.731666666666666</c:v>
                </c:pt>
                <c:pt idx="1004">
                  <c:v>16.748333333333331</c:v>
                </c:pt>
                <c:pt idx="1005">
                  <c:v>16.765000000000001</c:v>
                </c:pt>
                <c:pt idx="1006">
                  <c:v>16.781666666666666</c:v>
                </c:pt>
                <c:pt idx="1007">
                  <c:v>16.798333333333332</c:v>
                </c:pt>
                <c:pt idx="1008">
                  <c:v>16.815000000000001</c:v>
                </c:pt>
                <c:pt idx="1009">
                  <c:v>16.831666666666667</c:v>
                </c:pt>
                <c:pt idx="1010">
                  <c:v>16.848333333333333</c:v>
                </c:pt>
                <c:pt idx="1011">
                  <c:v>16.864999999999998</c:v>
                </c:pt>
                <c:pt idx="1012">
                  <c:v>16.881666666666668</c:v>
                </c:pt>
                <c:pt idx="1013">
                  <c:v>16.898333333333333</c:v>
                </c:pt>
                <c:pt idx="1014">
                  <c:v>16.914999999999999</c:v>
                </c:pt>
                <c:pt idx="1015">
                  <c:v>16.931666666666665</c:v>
                </c:pt>
                <c:pt idx="1016">
                  <c:v>16.948333333333334</c:v>
                </c:pt>
                <c:pt idx="1017">
                  <c:v>16.965</c:v>
                </c:pt>
                <c:pt idx="1018">
                  <c:v>16.981666666666666</c:v>
                </c:pt>
                <c:pt idx="1019">
                  <c:v>16.998333333333331</c:v>
                </c:pt>
                <c:pt idx="1020">
                  <c:v>17.015000000000001</c:v>
                </c:pt>
                <c:pt idx="1021">
                  <c:v>17.031666666666666</c:v>
                </c:pt>
                <c:pt idx="1022">
                  <c:v>17.048333333333332</c:v>
                </c:pt>
                <c:pt idx="1023">
                  <c:v>17.065000000000001</c:v>
                </c:pt>
                <c:pt idx="1024">
                  <c:v>17.081666666666667</c:v>
                </c:pt>
                <c:pt idx="1025">
                  <c:v>17.098333333333336</c:v>
                </c:pt>
                <c:pt idx="1026">
                  <c:v>17.115000000000002</c:v>
                </c:pt>
                <c:pt idx="1027">
                  <c:v>17.131666666666668</c:v>
                </c:pt>
                <c:pt idx="1028">
                  <c:v>17.148333333333333</c:v>
                </c:pt>
                <c:pt idx="1029">
                  <c:v>17.165000000000003</c:v>
                </c:pt>
                <c:pt idx="1030">
                  <c:v>17.181666666666668</c:v>
                </c:pt>
                <c:pt idx="1031">
                  <c:v>17.198333333333334</c:v>
                </c:pt>
                <c:pt idx="1032">
                  <c:v>17.215</c:v>
                </c:pt>
                <c:pt idx="1033">
                  <c:v>17.231666666666669</c:v>
                </c:pt>
                <c:pt idx="1034">
                  <c:v>17.248333333333335</c:v>
                </c:pt>
                <c:pt idx="1035">
                  <c:v>17.265000000000001</c:v>
                </c:pt>
                <c:pt idx="1036">
                  <c:v>17.28166666666667</c:v>
                </c:pt>
                <c:pt idx="1037">
                  <c:v>17.298333333333336</c:v>
                </c:pt>
                <c:pt idx="1038">
                  <c:v>17.315000000000001</c:v>
                </c:pt>
                <c:pt idx="1039">
                  <c:v>17.331666666666667</c:v>
                </c:pt>
                <c:pt idx="1040">
                  <c:v>17.348333333333336</c:v>
                </c:pt>
                <c:pt idx="1041">
                  <c:v>17.365000000000002</c:v>
                </c:pt>
                <c:pt idx="1042">
                  <c:v>17.381666666666668</c:v>
                </c:pt>
                <c:pt idx="1043">
                  <c:v>17.398333333333333</c:v>
                </c:pt>
                <c:pt idx="1044">
                  <c:v>17.415000000000003</c:v>
                </c:pt>
                <c:pt idx="1045">
                  <c:v>17.431666666666668</c:v>
                </c:pt>
                <c:pt idx="1046">
                  <c:v>17.448333333333334</c:v>
                </c:pt>
                <c:pt idx="1047">
                  <c:v>17.465</c:v>
                </c:pt>
                <c:pt idx="1048">
                  <c:v>17.481666666666669</c:v>
                </c:pt>
                <c:pt idx="1049">
                  <c:v>17.498333333333335</c:v>
                </c:pt>
                <c:pt idx="1050">
                  <c:v>17.515000000000001</c:v>
                </c:pt>
                <c:pt idx="1051">
                  <c:v>17.53166666666667</c:v>
                </c:pt>
                <c:pt idx="1052">
                  <c:v>17.548333333333336</c:v>
                </c:pt>
                <c:pt idx="1053">
                  <c:v>17.565000000000001</c:v>
                </c:pt>
                <c:pt idx="1054">
                  <c:v>17.581666666666667</c:v>
                </c:pt>
                <c:pt idx="1055">
                  <c:v>17.598333333333336</c:v>
                </c:pt>
                <c:pt idx="1056">
                  <c:v>17.615000000000002</c:v>
                </c:pt>
                <c:pt idx="1057">
                  <c:v>17.631666666666668</c:v>
                </c:pt>
                <c:pt idx="1058">
                  <c:v>17.648333333333333</c:v>
                </c:pt>
                <c:pt idx="1059">
                  <c:v>17.665000000000003</c:v>
                </c:pt>
                <c:pt idx="1060">
                  <c:v>17.681666666666668</c:v>
                </c:pt>
                <c:pt idx="1061">
                  <c:v>17.698333333333334</c:v>
                </c:pt>
                <c:pt idx="1062">
                  <c:v>17.715</c:v>
                </c:pt>
                <c:pt idx="1063">
                  <c:v>17.731666666666669</c:v>
                </c:pt>
                <c:pt idx="1064">
                  <c:v>17.748333333333335</c:v>
                </c:pt>
                <c:pt idx="1065">
                  <c:v>17.765000000000001</c:v>
                </c:pt>
                <c:pt idx="1066">
                  <c:v>17.78166666666667</c:v>
                </c:pt>
                <c:pt idx="1067">
                  <c:v>17.798333333333336</c:v>
                </c:pt>
                <c:pt idx="1068">
                  <c:v>17.815000000000001</c:v>
                </c:pt>
                <c:pt idx="1069">
                  <c:v>17.831666666666667</c:v>
                </c:pt>
                <c:pt idx="1070">
                  <c:v>17.848333333333336</c:v>
                </c:pt>
                <c:pt idx="1071">
                  <c:v>17.865000000000002</c:v>
                </c:pt>
                <c:pt idx="1072">
                  <c:v>17.881666666666668</c:v>
                </c:pt>
                <c:pt idx="1073">
                  <c:v>17.898333333333333</c:v>
                </c:pt>
                <c:pt idx="1074">
                  <c:v>17.915000000000003</c:v>
                </c:pt>
                <c:pt idx="1075">
                  <c:v>17.931666666666668</c:v>
                </c:pt>
                <c:pt idx="1076">
                  <c:v>17.948333333333334</c:v>
                </c:pt>
                <c:pt idx="1077">
                  <c:v>17.965</c:v>
                </c:pt>
                <c:pt idx="1078">
                  <c:v>17.981666666666669</c:v>
                </c:pt>
                <c:pt idx="1079">
                  <c:v>17.998333333333335</c:v>
                </c:pt>
                <c:pt idx="1080">
                  <c:v>18.015000000000001</c:v>
                </c:pt>
                <c:pt idx="1081">
                  <c:v>18.03166666666667</c:v>
                </c:pt>
                <c:pt idx="1082">
                  <c:v>18.048333333333336</c:v>
                </c:pt>
                <c:pt idx="1083">
                  <c:v>18.065000000000001</c:v>
                </c:pt>
                <c:pt idx="1084">
                  <c:v>18.081666666666667</c:v>
                </c:pt>
                <c:pt idx="1085">
                  <c:v>18.098333333333336</c:v>
                </c:pt>
                <c:pt idx="1086">
                  <c:v>18.115000000000002</c:v>
                </c:pt>
                <c:pt idx="1087">
                  <c:v>18.131666666666668</c:v>
                </c:pt>
                <c:pt idx="1088">
                  <c:v>18.148333333333333</c:v>
                </c:pt>
                <c:pt idx="1089">
                  <c:v>18.165000000000003</c:v>
                </c:pt>
                <c:pt idx="1090">
                  <c:v>18.181666666666668</c:v>
                </c:pt>
                <c:pt idx="1091">
                  <c:v>18.198333333333334</c:v>
                </c:pt>
                <c:pt idx="1092">
                  <c:v>18.215</c:v>
                </c:pt>
                <c:pt idx="1093">
                  <c:v>18.231666666666669</c:v>
                </c:pt>
                <c:pt idx="1094">
                  <c:v>18.248333333333335</c:v>
                </c:pt>
                <c:pt idx="1095">
                  <c:v>18.265000000000001</c:v>
                </c:pt>
                <c:pt idx="1096">
                  <c:v>18.28166666666667</c:v>
                </c:pt>
                <c:pt idx="1097">
                  <c:v>18.298333333333336</c:v>
                </c:pt>
                <c:pt idx="1098">
                  <c:v>18.315000000000001</c:v>
                </c:pt>
                <c:pt idx="1099">
                  <c:v>18.331666666666667</c:v>
                </c:pt>
                <c:pt idx="1100">
                  <c:v>18.348333333333336</c:v>
                </c:pt>
                <c:pt idx="1101">
                  <c:v>18.365000000000002</c:v>
                </c:pt>
                <c:pt idx="1102">
                  <c:v>18.381666666666668</c:v>
                </c:pt>
                <c:pt idx="1103">
                  <c:v>18.398333333333333</c:v>
                </c:pt>
                <c:pt idx="1104">
                  <c:v>18.415000000000003</c:v>
                </c:pt>
                <c:pt idx="1105">
                  <c:v>18.431666666666668</c:v>
                </c:pt>
                <c:pt idx="1106">
                  <c:v>18.448333333333334</c:v>
                </c:pt>
                <c:pt idx="1107">
                  <c:v>18.465</c:v>
                </c:pt>
                <c:pt idx="1108">
                  <c:v>18.481666666666669</c:v>
                </c:pt>
                <c:pt idx="1109">
                  <c:v>18.498333333333335</c:v>
                </c:pt>
                <c:pt idx="1110">
                  <c:v>18.515000000000001</c:v>
                </c:pt>
                <c:pt idx="1111">
                  <c:v>18.53166666666667</c:v>
                </c:pt>
                <c:pt idx="1112">
                  <c:v>18.548333333333336</c:v>
                </c:pt>
                <c:pt idx="1113">
                  <c:v>18.565000000000001</c:v>
                </c:pt>
                <c:pt idx="1114">
                  <c:v>18.581666666666667</c:v>
                </c:pt>
                <c:pt idx="1115">
                  <c:v>18.598333333333336</c:v>
                </c:pt>
                <c:pt idx="1116">
                  <c:v>18.615000000000002</c:v>
                </c:pt>
                <c:pt idx="1117">
                  <c:v>18.631666666666668</c:v>
                </c:pt>
                <c:pt idx="1118">
                  <c:v>18.648333333333333</c:v>
                </c:pt>
                <c:pt idx="1119">
                  <c:v>18.665000000000003</c:v>
                </c:pt>
                <c:pt idx="1120">
                  <c:v>18.681666666666668</c:v>
                </c:pt>
                <c:pt idx="1121">
                  <c:v>18.698333333333334</c:v>
                </c:pt>
                <c:pt idx="1122">
                  <c:v>18.715</c:v>
                </c:pt>
                <c:pt idx="1123">
                  <c:v>18.731666666666669</c:v>
                </c:pt>
                <c:pt idx="1124">
                  <c:v>18.748333333333335</c:v>
                </c:pt>
                <c:pt idx="1125">
                  <c:v>18.765000000000001</c:v>
                </c:pt>
                <c:pt idx="1126">
                  <c:v>18.78166666666667</c:v>
                </c:pt>
                <c:pt idx="1127">
                  <c:v>18.798333333333336</c:v>
                </c:pt>
                <c:pt idx="1128">
                  <c:v>18.815000000000001</c:v>
                </c:pt>
                <c:pt idx="1129">
                  <c:v>18.831666666666667</c:v>
                </c:pt>
                <c:pt idx="1130">
                  <c:v>18.848333333333336</c:v>
                </c:pt>
                <c:pt idx="1131">
                  <c:v>18.865000000000002</c:v>
                </c:pt>
                <c:pt idx="1132">
                  <c:v>18.881666666666668</c:v>
                </c:pt>
                <c:pt idx="1133">
                  <c:v>18.898333333333333</c:v>
                </c:pt>
                <c:pt idx="1134">
                  <c:v>18.915000000000003</c:v>
                </c:pt>
                <c:pt idx="1135">
                  <c:v>18.931666666666668</c:v>
                </c:pt>
                <c:pt idx="1136">
                  <c:v>18.948333333333334</c:v>
                </c:pt>
                <c:pt idx="1137">
                  <c:v>18.965</c:v>
                </c:pt>
                <c:pt idx="1138">
                  <c:v>18.981666666666669</c:v>
                </c:pt>
                <c:pt idx="1139">
                  <c:v>18.998333333333335</c:v>
                </c:pt>
                <c:pt idx="1140">
                  <c:v>19.015000000000001</c:v>
                </c:pt>
                <c:pt idx="1141">
                  <c:v>19.03166666666667</c:v>
                </c:pt>
                <c:pt idx="1142">
                  <c:v>19.048333333333336</c:v>
                </c:pt>
                <c:pt idx="1143">
                  <c:v>19.065000000000001</c:v>
                </c:pt>
                <c:pt idx="1144">
                  <c:v>19.081666666666667</c:v>
                </c:pt>
                <c:pt idx="1145">
                  <c:v>19.098333333333336</c:v>
                </c:pt>
                <c:pt idx="1146">
                  <c:v>19.115000000000002</c:v>
                </c:pt>
                <c:pt idx="1147">
                  <c:v>19.131666666666668</c:v>
                </c:pt>
                <c:pt idx="1148">
                  <c:v>19.148333333333333</c:v>
                </c:pt>
                <c:pt idx="1149">
                  <c:v>19.165000000000003</c:v>
                </c:pt>
                <c:pt idx="1150">
                  <c:v>19.181666666666668</c:v>
                </c:pt>
                <c:pt idx="1151">
                  <c:v>19.198333333333334</c:v>
                </c:pt>
                <c:pt idx="1152">
                  <c:v>19.215</c:v>
                </c:pt>
                <c:pt idx="1153">
                  <c:v>19.231666666666669</c:v>
                </c:pt>
                <c:pt idx="1154">
                  <c:v>19.248333333333335</c:v>
                </c:pt>
                <c:pt idx="1155">
                  <c:v>19.265000000000001</c:v>
                </c:pt>
                <c:pt idx="1156">
                  <c:v>19.28166666666667</c:v>
                </c:pt>
                <c:pt idx="1157">
                  <c:v>19.298333333333336</c:v>
                </c:pt>
                <c:pt idx="1158">
                  <c:v>19.315000000000001</c:v>
                </c:pt>
                <c:pt idx="1159">
                  <c:v>19.331666666666667</c:v>
                </c:pt>
                <c:pt idx="1160">
                  <c:v>19.348333333333336</c:v>
                </c:pt>
                <c:pt idx="1161">
                  <c:v>19.365000000000002</c:v>
                </c:pt>
                <c:pt idx="1162">
                  <c:v>19.381666666666668</c:v>
                </c:pt>
                <c:pt idx="1163">
                  <c:v>19.398333333333333</c:v>
                </c:pt>
                <c:pt idx="1164">
                  <c:v>19.415000000000003</c:v>
                </c:pt>
                <c:pt idx="1165">
                  <c:v>19.431666666666668</c:v>
                </c:pt>
                <c:pt idx="1166">
                  <c:v>19.448333333333334</c:v>
                </c:pt>
                <c:pt idx="1167">
                  <c:v>19.465</c:v>
                </c:pt>
                <c:pt idx="1168">
                  <c:v>19.481666666666669</c:v>
                </c:pt>
                <c:pt idx="1169">
                  <c:v>19.498333333333335</c:v>
                </c:pt>
                <c:pt idx="1170">
                  <c:v>19.515000000000001</c:v>
                </c:pt>
                <c:pt idx="1171">
                  <c:v>19.53166666666667</c:v>
                </c:pt>
                <c:pt idx="1172">
                  <c:v>19.548333333333336</c:v>
                </c:pt>
                <c:pt idx="1173">
                  <c:v>19.565000000000001</c:v>
                </c:pt>
                <c:pt idx="1174">
                  <c:v>19.581666666666667</c:v>
                </c:pt>
                <c:pt idx="1175">
                  <c:v>19.598333333333336</c:v>
                </c:pt>
                <c:pt idx="1176">
                  <c:v>19.615000000000002</c:v>
                </c:pt>
                <c:pt idx="1177">
                  <c:v>19.631666666666668</c:v>
                </c:pt>
                <c:pt idx="1178">
                  <c:v>19.648333333333333</c:v>
                </c:pt>
                <c:pt idx="1179">
                  <c:v>19.665000000000003</c:v>
                </c:pt>
                <c:pt idx="1180">
                  <c:v>19.681666666666668</c:v>
                </c:pt>
                <c:pt idx="1181">
                  <c:v>19.698333333333334</c:v>
                </c:pt>
                <c:pt idx="1182">
                  <c:v>19.715</c:v>
                </c:pt>
                <c:pt idx="1183">
                  <c:v>19.731666666666669</c:v>
                </c:pt>
                <c:pt idx="1184">
                  <c:v>19.748333333333335</c:v>
                </c:pt>
                <c:pt idx="1185">
                  <c:v>19.765000000000001</c:v>
                </c:pt>
                <c:pt idx="1186">
                  <c:v>19.78166666666667</c:v>
                </c:pt>
                <c:pt idx="1187">
                  <c:v>19.798333333333336</c:v>
                </c:pt>
                <c:pt idx="1188">
                  <c:v>19.815000000000001</c:v>
                </c:pt>
                <c:pt idx="1189">
                  <c:v>19.831666666666667</c:v>
                </c:pt>
                <c:pt idx="1190">
                  <c:v>19.848333333333336</c:v>
                </c:pt>
                <c:pt idx="1191">
                  <c:v>19.865000000000002</c:v>
                </c:pt>
                <c:pt idx="1192">
                  <c:v>19.881666666666668</c:v>
                </c:pt>
                <c:pt idx="1193">
                  <c:v>19.898333333333333</c:v>
                </c:pt>
                <c:pt idx="1194">
                  <c:v>19.915000000000003</c:v>
                </c:pt>
                <c:pt idx="1195">
                  <c:v>19.931666666666668</c:v>
                </c:pt>
                <c:pt idx="1196">
                  <c:v>19.948333333333334</c:v>
                </c:pt>
                <c:pt idx="1197">
                  <c:v>19.965</c:v>
                </c:pt>
                <c:pt idx="1198">
                  <c:v>19.981666666666669</c:v>
                </c:pt>
                <c:pt idx="1199">
                  <c:v>19.998333333333335</c:v>
                </c:pt>
                <c:pt idx="1200">
                  <c:v>20.015000000000001</c:v>
                </c:pt>
                <c:pt idx="1201">
                  <c:v>20.03166666666667</c:v>
                </c:pt>
                <c:pt idx="1202">
                  <c:v>20.048333333333336</c:v>
                </c:pt>
                <c:pt idx="1203">
                  <c:v>20.065000000000001</c:v>
                </c:pt>
                <c:pt idx="1204">
                  <c:v>20.081666666666667</c:v>
                </c:pt>
                <c:pt idx="1205">
                  <c:v>20.098333333333336</c:v>
                </c:pt>
                <c:pt idx="1206">
                  <c:v>20.115000000000002</c:v>
                </c:pt>
                <c:pt idx="1207">
                  <c:v>20.131666666666668</c:v>
                </c:pt>
                <c:pt idx="1208">
                  <c:v>20.148333333333333</c:v>
                </c:pt>
                <c:pt idx="1209">
                  <c:v>20.165000000000003</c:v>
                </c:pt>
                <c:pt idx="1210">
                  <c:v>20.181666666666668</c:v>
                </c:pt>
                <c:pt idx="1211">
                  <c:v>20.198333333333334</c:v>
                </c:pt>
                <c:pt idx="1212">
                  <c:v>20.215</c:v>
                </c:pt>
                <c:pt idx="1213">
                  <c:v>20.231666666666669</c:v>
                </c:pt>
                <c:pt idx="1214">
                  <c:v>20.248333333333335</c:v>
                </c:pt>
                <c:pt idx="1215">
                  <c:v>20.265000000000001</c:v>
                </c:pt>
                <c:pt idx="1216">
                  <c:v>20.28166666666667</c:v>
                </c:pt>
                <c:pt idx="1217">
                  <c:v>20.298333333333336</c:v>
                </c:pt>
                <c:pt idx="1218">
                  <c:v>20.315000000000001</c:v>
                </c:pt>
                <c:pt idx="1219">
                  <c:v>20.331666666666667</c:v>
                </c:pt>
                <c:pt idx="1220">
                  <c:v>20.348333333333336</c:v>
                </c:pt>
                <c:pt idx="1221">
                  <c:v>20.365000000000002</c:v>
                </c:pt>
                <c:pt idx="1222">
                  <c:v>20.381666666666668</c:v>
                </c:pt>
                <c:pt idx="1223">
                  <c:v>20.398333333333333</c:v>
                </c:pt>
                <c:pt idx="1224">
                  <c:v>20.415000000000003</c:v>
                </c:pt>
                <c:pt idx="1225">
                  <c:v>20.431666666666668</c:v>
                </c:pt>
                <c:pt idx="1226">
                  <c:v>20.448333333333334</c:v>
                </c:pt>
                <c:pt idx="1227">
                  <c:v>20.465</c:v>
                </c:pt>
                <c:pt idx="1228">
                  <c:v>20.481666666666669</c:v>
                </c:pt>
                <c:pt idx="1229">
                  <c:v>20.498333333333335</c:v>
                </c:pt>
                <c:pt idx="1230">
                  <c:v>20.515000000000001</c:v>
                </c:pt>
                <c:pt idx="1231">
                  <c:v>20.53166666666667</c:v>
                </c:pt>
                <c:pt idx="1232">
                  <c:v>20.548333333333336</c:v>
                </c:pt>
                <c:pt idx="1233">
                  <c:v>20.565000000000001</c:v>
                </c:pt>
                <c:pt idx="1234">
                  <c:v>20.581666666666667</c:v>
                </c:pt>
                <c:pt idx="1235">
                  <c:v>20.598333333333336</c:v>
                </c:pt>
                <c:pt idx="1236">
                  <c:v>20.615000000000002</c:v>
                </c:pt>
                <c:pt idx="1237">
                  <c:v>20.631666666666668</c:v>
                </c:pt>
                <c:pt idx="1238">
                  <c:v>20.648333333333333</c:v>
                </c:pt>
                <c:pt idx="1239">
                  <c:v>20.665000000000003</c:v>
                </c:pt>
                <c:pt idx="1240">
                  <c:v>20.681666666666668</c:v>
                </c:pt>
                <c:pt idx="1241">
                  <c:v>20.698333333333334</c:v>
                </c:pt>
                <c:pt idx="1242">
                  <c:v>20.715</c:v>
                </c:pt>
                <c:pt idx="1243">
                  <c:v>20.731666666666669</c:v>
                </c:pt>
                <c:pt idx="1244">
                  <c:v>20.748333333333335</c:v>
                </c:pt>
                <c:pt idx="1245">
                  <c:v>20.765000000000001</c:v>
                </c:pt>
                <c:pt idx="1246">
                  <c:v>20.78166666666667</c:v>
                </c:pt>
                <c:pt idx="1247">
                  <c:v>20.798333333333336</c:v>
                </c:pt>
                <c:pt idx="1248">
                  <c:v>20.815000000000001</c:v>
                </c:pt>
                <c:pt idx="1249">
                  <c:v>20.831666666666667</c:v>
                </c:pt>
                <c:pt idx="1250">
                  <c:v>20.848333333333336</c:v>
                </c:pt>
                <c:pt idx="1251">
                  <c:v>20.865000000000002</c:v>
                </c:pt>
                <c:pt idx="1252">
                  <c:v>20.881666666666668</c:v>
                </c:pt>
                <c:pt idx="1253">
                  <c:v>20.898333333333333</c:v>
                </c:pt>
                <c:pt idx="1254">
                  <c:v>20.915000000000003</c:v>
                </c:pt>
                <c:pt idx="1255">
                  <c:v>20.931666666666668</c:v>
                </c:pt>
                <c:pt idx="1256">
                  <c:v>20.948333333333334</c:v>
                </c:pt>
                <c:pt idx="1257">
                  <c:v>20.965</c:v>
                </c:pt>
                <c:pt idx="1258">
                  <c:v>20.981666666666669</c:v>
                </c:pt>
                <c:pt idx="1259">
                  <c:v>20.998333333333335</c:v>
                </c:pt>
                <c:pt idx="1260">
                  <c:v>21.015000000000001</c:v>
                </c:pt>
                <c:pt idx="1261">
                  <c:v>21.03166666666667</c:v>
                </c:pt>
                <c:pt idx="1262">
                  <c:v>21.048333333333336</c:v>
                </c:pt>
                <c:pt idx="1263">
                  <c:v>21.065000000000001</c:v>
                </c:pt>
                <c:pt idx="1264">
                  <c:v>21.081666666666667</c:v>
                </c:pt>
                <c:pt idx="1265">
                  <c:v>21.098333333333336</c:v>
                </c:pt>
                <c:pt idx="1266">
                  <c:v>21.115000000000002</c:v>
                </c:pt>
                <c:pt idx="1267">
                  <c:v>21.131666666666668</c:v>
                </c:pt>
                <c:pt idx="1268">
                  <c:v>21.148333333333333</c:v>
                </c:pt>
                <c:pt idx="1269">
                  <c:v>21.165000000000003</c:v>
                </c:pt>
                <c:pt idx="1270">
                  <c:v>21.181666666666668</c:v>
                </c:pt>
                <c:pt idx="1271">
                  <c:v>21.198333333333334</c:v>
                </c:pt>
                <c:pt idx="1272">
                  <c:v>21.215</c:v>
                </c:pt>
                <c:pt idx="1273">
                  <c:v>21.231666666666669</c:v>
                </c:pt>
                <c:pt idx="1274">
                  <c:v>21.248333333333335</c:v>
                </c:pt>
                <c:pt idx="1275">
                  <c:v>21.265000000000001</c:v>
                </c:pt>
                <c:pt idx="1276">
                  <c:v>21.28166666666667</c:v>
                </c:pt>
                <c:pt idx="1277">
                  <c:v>21.298333333333336</c:v>
                </c:pt>
                <c:pt idx="1278">
                  <c:v>21.315000000000001</c:v>
                </c:pt>
                <c:pt idx="1279">
                  <c:v>21.331666666666667</c:v>
                </c:pt>
                <c:pt idx="1280">
                  <c:v>21.348333333333336</c:v>
                </c:pt>
                <c:pt idx="1281">
                  <c:v>21.365000000000002</c:v>
                </c:pt>
                <c:pt idx="1282">
                  <c:v>21.381666666666668</c:v>
                </c:pt>
                <c:pt idx="1283">
                  <c:v>21.398333333333333</c:v>
                </c:pt>
                <c:pt idx="1284">
                  <c:v>21.415000000000003</c:v>
                </c:pt>
                <c:pt idx="1285">
                  <c:v>21.431666666666668</c:v>
                </c:pt>
                <c:pt idx="1286">
                  <c:v>21.448333333333334</c:v>
                </c:pt>
                <c:pt idx="1287">
                  <c:v>21.465</c:v>
                </c:pt>
                <c:pt idx="1288">
                  <c:v>21.481666666666669</c:v>
                </c:pt>
                <c:pt idx="1289">
                  <c:v>21.498333333333335</c:v>
                </c:pt>
                <c:pt idx="1290">
                  <c:v>21.515000000000001</c:v>
                </c:pt>
                <c:pt idx="1291">
                  <c:v>21.53166666666667</c:v>
                </c:pt>
                <c:pt idx="1292">
                  <c:v>21.548333333333336</c:v>
                </c:pt>
                <c:pt idx="1293">
                  <c:v>21.565000000000001</c:v>
                </c:pt>
                <c:pt idx="1294">
                  <c:v>21.581666666666667</c:v>
                </c:pt>
                <c:pt idx="1295">
                  <c:v>21.598333333333336</c:v>
                </c:pt>
                <c:pt idx="1296">
                  <c:v>21.615000000000002</c:v>
                </c:pt>
                <c:pt idx="1297">
                  <c:v>21.631666666666668</c:v>
                </c:pt>
                <c:pt idx="1298">
                  <c:v>21.648333333333333</c:v>
                </c:pt>
                <c:pt idx="1299">
                  <c:v>21.665000000000003</c:v>
                </c:pt>
                <c:pt idx="1300">
                  <c:v>21.681666666666668</c:v>
                </c:pt>
                <c:pt idx="1301">
                  <c:v>21.698333333333334</c:v>
                </c:pt>
                <c:pt idx="1302">
                  <c:v>21.715</c:v>
                </c:pt>
                <c:pt idx="1303">
                  <c:v>21.731666666666669</c:v>
                </c:pt>
                <c:pt idx="1304">
                  <c:v>21.748333333333335</c:v>
                </c:pt>
                <c:pt idx="1305">
                  <c:v>21.765000000000001</c:v>
                </c:pt>
                <c:pt idx="1306">
                  <c:v>21.78166666666667</c:v>
                </c:pt>
                <c:pt idx="1307">
                  <c:v>21.798333333333336</c:v>
                </c:pt>
                <c:pt idx="1308">
                  <c:v>21.815000000000001</c:v>
                </c:pt>
                <c:pt idx="1309">
                  <c:v>21.831666666666667</c:v>
                </c:pt>
                <c:pt idx="1310">
                  <c:v>21.848333333333336</c:v>
                </c:pt>
                <c:pt idx="1311">
                  <c:v>21.865000000000002</c:v>
                </c:pt>
                <c:pt idx="1312">
                  <c:v>21.881666666666668</c:v>
                </c:pt>
                <c:pt idx="1313">
                  <c:v>21.898333333333333</c:v>
                </c:pt>
                <c:pt idx="1314">
                  <c:v>21.915000000000003</c:v>
                </c:pt>
                <c:pt idx="1315">
                  <c:v>21.931666666666668</c:v>
                </c:pt>
                <c:pt idx="1316">
                  <c:v>21.948333333333334</c:v>
                </c:pt>
                <c:pt idx="1317">
                  <c:v>21.965</c:v>
                </c:pt>
                <c:pt idx="1318">
                  <c:v>21.981666666666669</c:v>
                </c:pt>
                <c:pt idx="1319">
                  <c:v>21.998333333333335</c:v>
                </c:pt>
                <c:pt idx="1320">
                  <c:v>22.015000000000001</c:v>
                </c:pt>
                <c:pt idx="1321">
                  <c:v>22.03166666666667</c:v>
                </c:pt>
                <c:pt idx="1322">
                  <c:v>22.048333333333336</c:v>
                </c:pt>
                <c:pt idx="1323">
                  <c:v>22.065000000000001</c:v>
                </c:pt>
                <c:pt idx="1324">
                  <c:v>22.081666666666667</c:v>
                </c:pt>
                <c:pt idx="1325">
                  <c:v>22.098333333333336</c:v>
                </c:pt>
                <c:pt idx="1326">
                  <c:v>22.115000000000002</c:v>
                </c:pt>
                <c:pt idx="1327">
                  <c:v>22.131666666666668</c:v>
                </c:pt>
                <c:pt idx="1328">
                  <c:v>22.148333333333333</c:v>
                </c:pt>
                <c:pt idx="1329">
                  <c:v>22.165000000000003</c:v>
                </c:pt>
                <c:pt idx="1330">
                  <c:v>22.181666666666668</c:v>
                </c:pt>
                <c:pt idx="1331">
                  <c:v>22.198333333333334</c:v>
                </c:pt>
                <c:pt idx="1332">
                  <c:v>22.215</c:v>
                </c:pt>
                <c:pt idx="1333">
                  <c:v>22.231666666666669</c:v>
                </c:pt>
                <c:pt idx="1334">
                  <c:v>22.248333333333335</c:v>
                </c:pt>
                <c:pt idx="1335">
                  <c:v>22.265000000000001</c:v>
                </c:pt>
                <c:pt idx="1336">
                  <c:v>22.28166666666667</c:v>
                </c:pt>
                <c:pt idx="1337">
                  <c:v>22.298333333333336</c:v>
                </c:pt>
                <c:pt idx="1338">
                  <c:v>22.315000000000001</c:v>
                </c:pt>
                <c:pt idx="1339">
                  <c:v>22.331666666666667</c:v>
                </c:pt>
                <c:pt idx="1340">
                  <c:v>22.348333333333336</c:v>
                </c:pt>
                <c:pt idx="1341">
                  <c:v>22.365000000000002</c:v>
                </c:pt>
                <c:pt idx="1342">
                  <c:v>22.381666666666668</c:v>
                </c:pt>
                <c:pt idx="1343">
                  <c:v>22.398333333333333</c:v>
                </c:pt>
                <c:pt idx="1344">
                  <c:v>22.415000000000003</c:v>
                </c:pt>
                <c:pt idx="1345">
                  <c:v>22.431666666666668</c:v>
                </c:pt>
                <c:pt idx="1346">
                  <c:v>22.448333333333334</c:v>
                </c:pt>
                <c:pt idx="1347">
                  <c:v>22.465</c:v>
                </c:pt>
                <c:pt idx="1348">
                  <c:v>22.481666666666669</c:v>
                </c:pt>
                <c:pt idx="1349">
                  <c:v>22.498333333333335</c:v>
                </c:pt>
                <c:pt idx="1350">
                  <c:v>22.515000000000001</c:v>
                </c:pt>
                <c:pt idx="1351">
                  <c:v>22.53166666666667</c:v>
                </c:pt>
                <c:pt idx="1352">
                  <c:v>22.548333333333336</c:v>
                </c:pt>
                <c:pt idx="1353">
                  <c:v>22.565000000000001</c:v>
                </c:pt>
                <c:pt idx="1354">
                  <c:v>22.581666666666667</c:v>
                </c:pt>
                <c:pt idx="1355">
                  <c:v>22.598333333333336</c:v>
                </c:pt>
                <c:pt idx="1356">
                  <c:v>22.615000000000002</c:v>
                </c:pt>
                <c:pt idx="1357">
                  <c:v>22.631666666666668</c:v>
                </c:pt>
                <c:pt idx="1358">
                  <c:v>22.648333333333333</c:v>
                </c:pt>
                <c:pt idx="1359">
                  <c:v>22.665000000000003</c:v>
                </c:pt>
                <c:pt idx="1360">
                  <c:v>22.681666666666668</c:v>
                </c:pt>
                <c:pt idx="1361">
                  <c:v>22.698333333333334</c:v>
                </c:pt>
                <c:pt idx="1362">
                  <c:v>22.715</c:v>
                </c:pt>
                <c:pt idx="1363">
                  <c:v>22.731666666666669</c:v>
                </c:pt>
                <c:pt idx="1364">
                  <c:v>22.748333333333335</c:v>
                </c:pt>
                <c:pt idx="1365">
                  <c:v>22.765000000000001</c:v>
                </c:pt>
                <c:pt idx="1366">
                  <c:v>22.78166666666667</c:v>
                </c:pt>
                <c:pt idx="1367">
                  <c:v>22.798333333333336</c:v>
                </c:pt>
                <c:pt idx="1368">
                  <c:v>22.815000000000001</c:v>
                </c:pt>
                <c:pt idx="1369">
                  <c:v>22.831666666666667</c:v>
                </c:pt>
                <c:pt idx="1370">
                  <c:v>22.848333333333336</c:v>
                </c:pt>
                <c:pt idx="1371">
                  <c:v>22.865000000000002</c:v>
                </c:pt>
                <c:pt idx="1372">
                  <c:v>22.881666666666668</c:v>
                </c:pt>
                <c:pt idx="1373">
                  <c:v>22.898333333333333</c:v>
                </c:pt>
                <c:pt idx="1374">
                  <c:v>22.915000000000003</c:v>
                </c:pt>
                <c:pt idx="1375">
                  <c:v>22.931666666666668</c:v>
                </c:pt>
                <c:pt idx="1376">
                  <c:v>22.948333333333334</c:v>
                </c:pt>
                <c:pt idx="1377">
                  <c:v>22.965</c:v>
                </c:pt>
                <c:pt idx="1378">
                  <c:v>22.981666666666669</c:v>
                </c:pt>
                <c:pt idx="1379">
                  <c:v>22.998333333333335</c:v>
                </c:pt>
                <c:pt idx="1380">
                  <c:v>23.015000000000001</c:v>
                </c:pt>
                <c:pt idx="1381">
                  <c:v>23.03166666666667</c:v>
                </c:pt>
                <c:pt idx="1382">
                  <c:v>23.048333333333336</c:v>
                </c:pt>
                <c:pt idx="1383">
                  <c:v>23.065000000000001</c:v>
                </c:pt>
                <c:pt idx="1384">
                  <c:v>23.081666666666667</c:v>
                </c:pt>
                <c:pt idx="1385">
                  <c:v>23.098333333333336</c:v>
                </c:pt>
                <c:pt idx="1386">
                  <c:v>23.115000000000002</c:v>
                </c:pt>
                <c:pt idx="1387">
                  <c:v>23.131666666666668</c:v>
                </c:pt>
                <c:pt idx="1388">
                  <c:v>23.148333333333333</c:v>
                </c:pt>
                <c:pt idx="1389">
                  <c:v>23.165000000000003</c:v>
                </c:pt>
                <c:pt idx="1390">
                  <c:v>23.181666666666668</c:v>
                </c:pt>
                <c:pt idx="1391">
                  <c:v>23.198333333333334</c:v>
                </c:pt>
                <c:pt idx="1392">
                  <c:v>23.215</c:v>
                </c:pt>
                <c:pt idx="1393">
                  <c:v>23.231666666666669</c:v>
                </c:pt>
                <c:pt idx="1394">
                  <c:v>23.248333333333335</c:v>
                </c:pt>
                <c:pt idx="1395">
                  <c:v>23.265000000000001</c:v>
                </c:pt>
                <c:pt idx="1396">
                  <c:v>23.28166666666667</c:v>
                </c:pt>
                <c:pt idx="1397">
                  <c:v>23.298333333333336</c:v>
                </c:pt>
                <c:pt idx="1398">
                  <c:v>23.315000000000001</c:v>
                </c:pt>
                <c:pt idx="1399">
                  <c:v>23.331666666666667</c:v>
                </c:pt>
                <c:pt idx="1400">
                  <c:v>23.348333333333336</c:v>
                </c:pt>
                <c:pt idx="1401">
                  <c:v>23.365000000000002</c:v>
                </c:pt>
                <c:pt idx="1402">
                  <c:v>23.381666666666668</c:v>
                </c:pt>
                <c:pt idx="1403">
                  <c:v>23.398333333333333</c:v>
                </c:pt>
                <c:pt idx="1404">
                  <c:v>23.415000000000003</c:v>
                </c:pt>
                <c:pt idx="1405">
                  <c:v>23.431666666666668</c:v>
                </c:pt>
                <c:pt idx="1406">
                  <c:v>23.448333333333334</c:v>
                </c:pt>
                <c:pt idx="1407">
                  <c:v>23.465</c:v>
                </c:pt>
                <c:pt idx="1408">
                  <c:v>23.481666666666669</c:v>
                </c:pt>
                <c:pt idx="1409">
                  <c:v>23.498333333333335</c:v>
                </c:pt>
                <c:pt idx="1410">
                  <c:v>23.515000000000001</c:v>
                </c:pt>
                <c:pt idx="1411">
                  <c:v>23.53166666666667</c:v>
                </c:pt>
                <c:pt idx="1412">
                  <c:v>23.548333333333336</c:v>
                </c:pt>
                <c:pt idx="1413">
                  <c:v>23.565000000000001</c:v>
                </c:pt>
                <c:pt idx="1414">
                  <c:v>23.581666666666667</c:v>
                </c:pt>
                <c:pt idx="1415">
                  <c:v>23.598333333333336</c:v>
                </c:pt>
                <c:pt idx="1416">
                  <c:v>23.615000000000002</c:v>
                </c:pt>
                <c:pt idx="1417">
                  <c:v>23.631666666666668</c:v>
                </c:pt>
                <c:pt idx="1418">
                  <c:v>23.648333333333333</c:v>
                </c:pt>
                <c:pt idx="1419">
                  <c:v>23.665000000000003</c:v>
                </c:pt>
                <c:pt idx="1420">
                  <c:v>23.681666666666668</c:v>
                </c:pt>
                <c:pt idx="1421">
                  <c:v>23.698333333333334</c:v>
                </c:pt>
                <c:pt idx="1422">
                  <c:v>23.715</c:v>
                </c:pt>
                <c:pt idx="1423">
                  <c:v>23.731666666666669</c:v>
                </c:pt>
                <c:pt idx="1424">
                  <c:v>23.748333333333335</c:v>
                </c:pt>
                <c:pt idx="1425">
                  <c:v>23.765000000000001</c:v>
                </c:pt>
                <c:pt idx="1426">
                  <c:v>23.78166666666667</c:v>
                </c:pt>
                <c:pt idx="1427">
                  <c:v>23.798333333333336</c:v>
                </c:pt>
                <c:pt idx="1428">
                  <c:v>23.815000000000001</c:v>
                </c:pt>
                <c:pt idx="1429">
                  <c:v>23.831666666666667</c:v>
                </c:pt>
                <c:pt idx="1430">
                  <c:v>23.848333333333336</c:v>
                </c:pt>
                <c:pt idx="1431">
                  <c:v>23.865000000000002</c:v>
                </c:pt>
                <c:pt idx="1432">
                  <c:v>23.881666666666668</c:v>
                </c:pt>
                <c:pt idx="1433">
                  <c:v>23.898333333333333</c:v>
                </c:pt>
                <c:pt idx="1434">
                  <c:v>23.915000000000003</c:v>
                </c:pt>
                <c:pt idx="1435">
                  <c:v>23.931666666666668</c:v>
                </c:pt>
                <c:pt idx="1436">
                  <c:v>23.948333333333334</c:v>
                </c:pt>
                <c:pt idx="1437">
                  <c:v>23.965</c:v>
                </c:pt>
                <c:pt idx="1438">
                  <c:v>23.981666666666669</c:v>
                </c:pt>
                <c:pt idx="1439">
                  <c:v>23.998333333333335</c:v>
                </c:pt>
                <c:pt idx="1440">
                  <c:v>24.015000000000001</c:v>
                </c:pt>
                <c:pt idx="1441">
                  <c:v>24.03166666666667</c:v>
                </c:pt>
                <c:pt idx="1442">
                  <c:v>24.048333333333336</c:v>
                </c:pt>
                <c:pt idx="1443">
                  <c:v>24.065000000000001</c:v>
                </c:pt>
                <c:pt idx="1444">
                  <c:v>24.081666666666667</c:v>
                </c:pt>
                <c:pt idx="1445">
                  <c:v>24.098333333333336</c:v>
                </c:pt>
                <c:pt idx="1446">
                  <c:v>24.115000000000002</c:v>
                </c:pt>
                <c:pt idx="1447">
                  <c:v>24.131666666666668</c:v>
                </c:pt>
                <c:pt idx="1448">
                  <c:v>24.148333333333333</c:v>
                </c:pt>
                <c:pt idx="1449">
                  <c:v>24.165000000000003</c:v>
                </c:pt>
                <c:pt idx="1450">
                  <c:v>24.181666666666668</c:v>
                </c:pt>
                <c:pt idx="1451">
                  <c:v>24.198333333333334</c:v>
                </c:pt>
                <c:pt idx="1452">
                  <c:v>24.215</c:v>
                </c:pt>
                <c:pt idx="1453">
                  <c:v>24.231666666666669</c:v>
                </c:pt>
                <c:pt idx="1454">
                  <c:v>24.248333333333335</c:v>
                </c:pt>
                <c:pt idx="1455">
                  <c:v>24.265000000000001</c:v>
                </c:pt>
                <c:pt idx="1456">
                  <c:v>24.28166666666667</c:v>
                </c:pt>
                <c:pt idx="1457">
                  <c:v>24.298333333333336</c:v>
                </c:pt>
                <c:pt idx="1458">
                  <c:v>24.315000000000001</c:v>
                </c:pt>
                <c:pt idx="1459">
                  <c:v>24.331666666666667</c:v>
                </c:pt>
                <c:pt idx="1460">
                  <c:v>24.348333333333336</c:v>
                </c:pt>
                <c:pt idx="1461">
                  <c:v>24.365000000000002</c:v>
                </c:pt>
                <c:pt idx="1462">
                  <c:v>24.381666666666668</c:v>
                </c:pt>
                <c:pt idx="1463">
                  <c:v>24.398333333333333</c:v>
                </c:pt>
                <c:pt idx="1464">
                  <c:v>24.415000000000003</c:v>
                </c:pt>
                <c:pt idx="1465">
                  <c:v>24.431666666666668</c:v>
                </c:pt>
                <c:pt idx="1466">
                  <c:v>24.448333333333334</c:v>
                </c:pt>
                <c:pt idx="1467">
                  <c:v>24.465</c:v>
                </c:pt>
                <c:pt idx="1468">
                  <c:v>24.481666666666669</c:v>
                </c:pt>
                <c:pt idx="1469">
                  <c:v>24.498333333333335</c:v>
                </c:pt>
                <c:pt idx="1470">
                  <c:v>24.515000000000001</c:v>
                </c:pt>
                <c:pt idx="1471">
                  <c:v>24.53166666666667</c:v>
                </c:pt>
                <c:pt idx="1472">
                  <c:v>24.548333333333336</c:v>
                </c:pt>
                <c:pt idx="1473">
                  <c:v>24.565000000000001</c:v>
                </c:pt>
                <c:pt idx="1474">
                  <c:v>24.581666666666667</c:v>
                </c:pt>
                <c:pt idx="1475">
                  <c:v>24.598333333333336</c:v>
                </c:pt>
                <c:pt idx="1476">
                  <c:v>24.615000000000002</c:v>
                </c:pt>
                <c:pt idx="1477">
                  <c:v>24.631666666666668</c:v>
                </c:pt>
                <c:pt idx="1478">
                  <c:v>24.648333333333333</c:v>
                </c:pt>
                <c:pt idx="1479">
                  <c:v>24.665000000000003</c:v>
                </c:pt>
                <c:pt idx="1480">
                  <c:v>24.681666666666668</c:v>
                </c:pt>
                <c:pt idx="1481">
                  <c:v>24.698333333333334</c:v>
                </c:pt>
                <c:pt idx="1482">
                  <c:v>24.715</c:v>
                </c:pt>
                <c:pt idx="1483">
                  <c:v>24.731666666666669</c:v>
                </c:pt>
                <c:pt idx="1484">
                  <c:v>24.748333333333335</c:v>
                </c:pt>
                <c:pt idx="1485">
                  <c:v>24.765000000000001</c:v>
                </c:pt>
                <c:pt idx="1486">
                  <c:v>24.78166666666667</c:v>
                </c:pt>
                <c:pt idx="1487">
                  <c:v>24.798333333333336</c:v>
                </c:pt>
                <c:pt idx="1488">
                  <c:v>24.815000000000001</c:v>
                </c:pt>
                <c:pt idx="1489">
                  <c:v>24.831666666666667</c:v>
                </c:pt>
                <c:pt idx="1490">
                  <c:v>24.848333333333336</c:v>
                </c:pt>
                <c:pt idx="1491">
                  <c:v>24.865000000000002</c:v>
                </c:pt>
                <c:pt idx="1492">
                  <c:v>24.881666666666668</c:v>
                </c:pt>
                <c:pt idx="1493">
                  <c:v>24.898333333333333</c:v>
                </c:pt>
                <c:pt idx="1494">
                  <c:v>24.915000000000003</c:v>
                </c:pt>
                <c:pt idx="1495">
                  <c:v>24.931666666666668</c:v>
                </c:pt>
                <c:pt idx="1496">
                  <c:v>24.948333333333334</c:v>
                </c:pt>
                <c:pt idx="1497">
                  <c:v>24.965</c:v>
                </c:pt>
                <c:pt idx="1498">
                  <c:v>24.981666666666669</c:v>
                </c:pt>
                <c:pt idx="1499">
                  <c:v>24.998333333333335</c:v>
                </c:pt>
                <c:pt idx="1500">
                  <c:v>25.015000000000001</c:v>
                </c:pt>
                <c:pt idx="1501">
                  <c:v>25.03166666666667</c:v>
                </c:pt>
                <c:pt idx="1502">
                  <c:v>25.048333333333336</c:v>
                </c:pt>
                <c:pt idx="1503">
                  <c:v>25.065000000000001</c:v>
                </c:pt>
                <c:pt idx="1504">
                  <c:v>25.081666666666667</c:v>
                </c:pt>
                <c:pt idx="1505">
                  <c:v>25.098333333333336</c:v>
                </c:pt>
                <c:pt idx="1506">
                  <c:v>25.115000000000002</c:v>
                </c:pt>
                <c:pt idx="1507">
                  <c:v>25.131666666666668</c:v>
                </c:pt>
                <c:pt idx="1508">
                  <c:v>25.148333333333333</c:v>
                </c:pt>
                <c:pt idx="1509">
                  <c:v>25.165000000000003</c:v>
                </c:pt>
                <c:pt idx="1510">
                  <c:v>25.181666666666668</c:v>
                </c:pt>
                <c:pt idx="1511">
                  <c:v>25.198333333333334</c:v>
                </c:pt>
                <c:pt idx="1512">
                  <c:v>25.215</c:v>
                </c:pt>
                <c:pt idx="1513">
                  <c:v>25.231666666666669</c:v>
                </c:pt>
                <c:pt idx="1514">
                  <c:v>25.248333333333335</c:v>
                </c:pt>
                <c:pt idx="1515">
                  <c:v>25.265000000000001</c:v>
                </c:pt>
                <c:pt idx="1516">
                  <c:v>25.28166666666667</c:v>
                </c:pt>
                <c:pt idx="1517">
                  <c:v>25.298333333333336</c:v>
                </c:pt>
                <c:pt idx="1518">
                  <c:v>25.315000000000001</c:v>
                </c:pt>
                <c:pt idx="1519">
                  <c:v>25.331666666666667</c:v>
                </c:pt>
                <c:pt idx="1520">
                  <c:v>25.348333333333336</c:v>
                </c:pt>
                <c:pt idx="1521">
                  <c:v>25.365000000000002</c:v>
                </c:pt>
                <c:pt idx="1522">
                  <c:v>25.381666666666668</c:v>
                </c:pt>
                <c:pt idx="1523">
                  <c:v>25.398333333333333</c:v>
                </c:pt>
                <c:pt idx="1524">
                  <c:v>25.415000000000003</c:v>
                </c:pt>
                <c:pt idx="1525">
                  <c:v>25.431666666666668</c:v>
                </c:pt>
                <c:pt idx="1526">
                  <c:v>25.448333333333334</c:v>
                </c:pt>
                <c:pt idx="1527">
                  <c:v>25.465</c:v>
                </c:pt>
                <c:pt idx="1528">
                  <c:v>25.481666666666669</c:v>
                </c:pt>
                <c:pt idx="1529">
                  <c:v>25.498333333333335</c:v>
                </c:pt>
                <c:pt idx="1530">
                  <c:v>25.515000000000001</c:v>
                </c:pt>
                <c:pt idx="1531">
                  <c:v>25.53166666666667</c:v>
                </c:pt>
                <c:pt idx="1532">
                  <c:v>25.548333333333336</c:v>
                </c:pt>
                <c:pt idx="1533">
                  <c:v>25.565000000000001</c:v>
                </c:pt>
                <c:pt idx="1534">
                  <c:v>25.581666666666667</c:v>
                </c:pt>
                <c:pt idx="1535">
                  <c:v>25.598333333333336</c:v>
                </c:pt>
                <c:pt idx="1536">
                  <c:v>25.615000000000002</c:v>
                </c:pt>
                <c:pt idx="1537">
                  <c:v>25.631666666666668</c:v>
                </c:pt>
                <c:pt idx="1538">
                  <c:v>25.648333333333333</c:v>
                </c:pt>
                <c:pt idx="1539">
                  <c:v>25.665000000000003</c:v>
                </c:pt>
                <c:pt idx="1540">
                  <c:v>25.681666666666668</c:v>
                </c:pt>
                <c:pt idx="1541">
                  <c:v>25.698333333333334</c:v>
                </c:pt>
                <c:pt idx="1542">
                  <c:v>25.715</c:v>
                </c:pt>
                <c:pt idx="1543">
                  <c:v>25.731666666666669</c:v>
                </c:pt>
                <c:pt idx="1544">
                  <c:v>25.748333333333335</c:v>
                </c:pt>
                <c:pt idx="1545">
                  <c:v>25.765000000000001</c:v>
                </c:pt>
                <c:pt idx="1546">
                  <c:v>25.78166666666667</c:v>
                </c:pt>
                <c:pt idx="1547">
                  <c:v>25.798333333333336</c:v>
                </c:pt>
                <c:pt idx="1548">
                  <c:v>25.815000000000001</c:v>
                </c:pt>
                <c:pt idx="1549">
                  <c:v>25.831666666666667</c:v>
                </c:pt>
                <c:pt idx="1550">
                  <c:v>25.848333333333336</c:v>
                </c:pt>
                <c:pt idx="1551">
                  <c:v>25.865000000000002</c:v>
                </c:pt>
                <c:pt idx="1552">
                  <c:v>25.881666666666668</c:v>
                </c:pt>
                <c:pt idx="1553">
                  <c:v>25.898333333333333</c:v>
                </c:pt>
                <c:pt idx="1554">
                  <c:v>25.915000000000003</c:v>
                </c:pt>
                <c:pt idx="1555">
                  <c:v>25.931666666666668</c:v>
                </c:pt>
                <c:pt idx="1556">
                  <c:v>25.948333333333334</c:v>
                </c:pt>
                <c:pt idx="1557">
                  <c:v>25.965</c:v>
                </c:pt>
                <c:pt idx="1558">
                  <c:v>25.981666666666669</c:v>
                </c:pt>
                <c:pt idx="1559">
                  <c:v>25.998333333333335</c:v>
                </c:pt>
                <c:pt idx="1560">
                  <c:v>26.015000000000001</c:v>
                </c:pt>
                <c:pt idx="1561">
                  <c:v>26.03166666666667</c:v>
                </c:pt>
                <c:pt idx="1562">
                  <c:v>26.048333333333336</c:v>
                </c:pt>
                <c:pt idx="1563">
                  <c:v>26.065000000000001</c:v>
                </c:pt>
                <c:pt idx="1564">
                  <c:v>26.081666666666667</c:v>
                </c:pt>
                <c:pt idx="1565">
                  <c:v>26.098333333333336</c:v>
                </c:pt>
                <c:pt idx="1566">
                  <c:v>26.115000000000002</c:v>
                </c:pt>
                <c:pt idx="1567">
                  <c:v>26.131666666666668</c:v>
                </c:pt>
                <c:pt idx="1568">
                  <c:v>26.148333333333333</c:v>
                </c:pt>
                <c:pt idx="1569">
                  <c:v>26.165000000000003</c:v>
                </c:pt>
                <c:pt idx="1570">
                  <c:v>26.181666666666668</c:v>
                </c:pt>
                <c:pt idx="1571">
                  <c:v>26.198333333333334</c:v>
                </c:pt>
                <c:pt idx="1572">
                  <c:v>26.215</c:v>
                </c:pt>
                <c:pt idx="1573">
                  <c:v>26.231666666666669</c:v>
                </c:pt>
                <c:pt idx="1574">
                  <c:v>26.248333333333335</c:v>
                </c:pt>
                <c:pt idx="1575">
                  <c:v>26.265000000000001</c:v>
                </c:pt>
                <c:pt idx="1576">
                  <c:v>26.28166666666667</c:v>
                </c:pt>
                <c:pt idx="1577">
                  <c:v>26.298333333333336</c:v>
                </c:pt>
                <c:pt idx="1578">
                  <c:v>26.315000000000001</c:v>
                </c:pt>
                <c:pt idx="1579">
                  <c:v>26.331666666666667</c:v>
                </c:pt>
                <c:pt idx="1580">
                  <c:v>26.348333333333336</c:v>
                </c:pt>
                <c:pt idx="1581">
                  <c:v>26.365000000000002</c:v>
                </c:pt>
                <c:pt idx="1582">
                  <c:v>26.381666666666668</c:v>
                </c:pt>
                <c:pt idx="1583">
                  <c:v>26.398333333333333</c:v>
                </c:pt>
                <c:pt idx="1584">
                  <c:v>26.415000000000003</c:v>
                </c:pt>
                <c:pt idx="1585">
                  <c:v>26.431666666666668</c:v>
                </c:pt>
                <c:pt idx="1586">
                  <c:v>26.448333333333334</c:v>
                </c:pt>
                <c:pt idx="1587">
                  <c:v>26.465</c:v>
                </c:pt>
                <c:pt idx="1588">
                  <c:v>26.481666666666669</c:v>
                </c:pt>
                <c:pt idx="1589">
                  <c:v>26.498333333333335</c:v>
                </c:pt>
                <c:pt idx="1590">
                  <c:v>26.515000000000001</c:v>
                </c:pt>
                <c:pt idx="1591">
                  <c:v>26.53166666666667</c:v>
                </c:pt>
                <c:pt idx="1592">
                  <c:v>26.548333333333336</c:v>
                </c:pt>
                <c:pt idx="1593">
                  <c:v>26.565000000000001</c:v>
                </c:pt>
                <c:pt idx="1594">
                  <c:v>26.581666666666667</c:v>
                </c:pt>
                <c:pt idx="1595">
                  <c:v>26.598333333333336</c:v>
                </c:pt>
                <c:pt idx="1596">
                  <c:v>26.615000000000002</c:v>
                </c:pt>
                <c:pt idx="1597">
                  <c:v>26.631666666666668</c:v>
                </c:pt>
                <c:pt idx="1598">
                  <c:v>26.648333333333333</c:v>
                </c:pt>
                <c:pt idx="1599">
                  <c:v>26.665000000000003</c:v>
                </c:pt>
                <c:pt idx="1600">
                  <c:v>26.681666666666668</c:v>
                </c:pt>
                <c:pt idx="1601">
                  <c:v>26.698333333333334</c:v>
                </c:pt>
                <c:pt idx="1602">
                  <c:v>26.715</c:v>
                </c:pt>
                <c:pt idx="1603">
                  <c:v>26.731666666666669</c:v>
                </c:pt>
                <c:pt idx="1604">
                  <c:v>26.748333333333335</c:v>
                </c:pt>
                <c:pt idx="1605">
                  <c:v>26.765000000000001</c:v>
                </c:pt>
                <c:pt idx="1606">
                  <c:v>26.78166666666667</c:v>
                </c:pt>
                <c:pt idx="1607">
                  <c:v>26.798333333333336</c:v>
                </c:pt>
                <c:pt idx="1608">
                  <c:v>26.815000000000001</c:v>
                </c:pt>
                <c:pt idx="1609">
                  <c:v>26.831666666666667</c:v>
                </c:pt>
                <c:pt idx="1610">
                  <c:v>26.848333333333336</c:v>
                </c:pt>
                <c:pt idx="1611">
                  <c:v>26.865000000000002</c:v>
                </c:pt>
                <c:pt idx="1612">
                  <c:v>26.881666666666668</c:v>
                </c:pt>
                <c:pt idx="1613">
                  <c:v>26.898333333333333</c:v>
                </c:pt>
                <c:pt idx="1614">
                  <c:v>26.915000000000003</c:v>
                </c:pt>
                <c:pt idx="1615">
                  <c:v>26.931666666666668</c:v>
                </c:pt>
                <c:pt idx="1616">
                  <c:v>26.948333333333334</c:v>
                </c:pt>
                <c:pt idx="1617">
                  <c:v>26.965</c:v>
                </c:pt>
                <c:pt idx="1618">
                  <c:v>26.981666666666669</c:v>
                </c:pt>
                <c:pt idx="1619">
                  <c:v>26.998333333333335</c:v>
                </c:pt>
                <c:pt idx="1620">
                  <c:v>27.015000000000001</c:v>
                </c:pt>
                <c:pt idx="1621">
                  <c:v>27.03166666666667</c:v>
                </c:pt>
                <c:pt idx="1622">
                  <c:v>27.048333333333336</c:v>
                </c:pt>
                <c:pt idx="1623">
                  <c:v>27.065000000000001</c:v>
                </c:pt>
                <c:pt idx="1624">
                  <c:v>27.081666666666667</c:v>
                </c:pt>
                <c:pt idx="1625">
                  <c:v>27.098333333333336</c:v>
                </c:pt>
                <c:pt idx="1626">
                  <c:v>27.115000000000002</c:v>
                </c:pt>
                <c:pt idx="1627">
                  <c:v>27.131666666666668</c:v>
                </c:pt>
                <c:pt idx="1628">
                  <c:v>27.148333333333333</c:v>
                </c:pt>
                <c:pt idx="1629">
                  <c:v>27.165000000000003</c:v>
                </c:pt>
                <c:pt idx="1630">
                  <c:v>27.181666666666668</c:v>
                </c:pt>
                <c:pt idx="1631">
                  <c:v>27.198333333333334</c:v>
                </c:pt>
                <c:pt idx="1632">
                  <c:v>27.215</c:v>
                </c:pt>
                <c:pt idx="1633">
                  <c:v>27.231666666666669</c:v>
                </c:pt>
                <c:pt idx="1634">
                  <c:v>27.248333333333335</c:v>
                </c:pt>
                <c:pt idx="1635">
                  <c:v>27.265000000000001</c:v>
                </c:pt>
                <c:pt idx="1636">
                  <c:v>27.28166666666667</c:v>
                </c:pt>
                <c:pt idx="1637">
                  <c:v>27.298333333333336</c:v>
                </c:pt>
                <c:pt idx="1638">
                  <c:v>27.315000000000001</c:v>
                </c:pt>
                <c:pt idx="1639">
                  <c:v>27.331666666666667</c:v>
                </c:pt>
                <c:pt idx="1640">
                  <c:v>27.348333333333336</c:v>
                </c:pt>
                <c:pt idx="1641">
                  <c:v>27.365000000000002</c:v>
                </c:pt>
                <c:pt idx="1642">
                  <c:v>27.381666666666668</c:v>
                </c:pt>
                <c:pt idx="1643">
                  <c:v>27.398333333333333</c:v>
                </c:pt>
                <c:pt idx="1644">
                  <c:v>27.415000000000003</c:v>
                </c:pt>
                <c:pt idx="1645">
                  <c:v>27.431666666666668</c:v>
                </c:pt>
                <c:pt idx="1646">
                  <c:v>27.448333333333334</c:v>
                </c:pt>
                <c:pt idx="1647">
                  <c:v>27.465</c:v>
                </c:pt>
                <c:pt idx="1648">
                  <c:v>27.481666666666669</c:v>
                </c:pt>
                <c:pt idx="1649">
                  <c:v>27.498333333333335</c:v>
                </c:pt>
                <c:pt idx="1650">
                  <c:v>27.515000000000001</c:v>
                </c:pt>
                <c:pt idx="1651">
                  <c:v>27.53166666666667</c:v>
                </c:pt>
                <c:pt idx="1652">
                  <c:v>27.548333333333336</c:v>
                </c:pt>
                <c:pt idx="1653">
                  <c:v>27.565000000000001</c:v>
                </c:pt>
                <c:pt idx="1654">
                  <c:v>27.581666666666667</c:v>
                </c:pt>
                <c:pt idx="1655">
                  <c:v>27.598333333333336</c:v>
                </c:pt>
                <c:pt idx="1656">
                  <c:v>27.615000000000002</c:v>
                </c:pt>
                <c:pt idx="1657">
                  <c:v>27.631666666666668</c:v>
                </c:pt>
                <c:pt idx="1658">
                  <c:v>27.648333333333333</c:v>
                </c:pt>
                <c:pt idx="1659">
                  <c:v>27.665000000000003</c:v>
                </c:pt>
                <c:pt idx="1660">
                  <c:v>27.681666666666668</c:v>
                </c:pt>
                <c:pt idx="1661">
                  <c:v>27.698333333333334</c:v>
                </c:pt>
                <c:pt idx="1662">
                  <c:v>27.715</c:v>
                </c:pt>
                <c:pt idx="1663">
                  <c:v>27.731666666666669</c:v>
                </c:pt>
                <c:pt idx="1664">
                  <c:v>27.748333333333335</c:v>
                </c:pt>
                <c:pt idx="1665">
                  <c:v>27.765000000000001</c:v>
                </c:pt>
                <c:pt idx="1666">
                  <c:v>27.78166666666667</c:v>
                </c:pt>
                <c:pt idx="1667">
                  <c:v>27.798333333333336</c:v>
                </c:pt>
                <c:pt idx="1668">
                  <c:v>27.815000000000001</c:v>
                </c:pt>
                <c:pt idx="1669">
                  <c:v>27.831666666666667</c:v>
                </c:pt>
                <c:pt idx="1670">
                  <c:v>27.848333333333336</c:v>
                </c:pt>
                <c:pt idx="1671">
                  <c:v>27.865000000000002</c:v>
                </c:pt>
                <c:pt idx="1672">
                  <c:v>27.881666666666668</c:v>
                </c:pt>
                <c:pt idx="1673">
                  <c:v>27.898333333333333</c:v>
                </c:pt>
                <c:pt idx="1674">
                  <c:v>27.915000000000003</c:v>
                </c:pt>
                <c:pt idx="1675">
                  <c:v>27.931666666666668</c:v>
                </c:pt>
                <c:pt idx="1676">
                  <c:v>27.948333333333334</c:v>
                </c:pt>
                <c:pt idx="1677">
                  <c:v>27.965</c:v>
                </c:pt>
                <c:pt idx="1678">
                  <c:v>27.981666666666669</c:v>
                </c:pt>
                <c:pt idx="1679">
                  <c:v>27.998333333333335</c:v>
                </c:pt>
                <c:pt idx="1680">
                  <c:v>28.015000000000001</c:v>
                </c:pt>
                <c:pt idx="1681">
                  <c:v>28.03166666666667</c:v>
                </c:pt>
                <c:pt idx="1682">
                  <c:v>28.048333333333336</c:v>
                </c:pt>
                <c:pt idx="1683">
                  <c:v>28.065000000000001</c:v>
                </c:pt>
                <c:pt idx="1684">
                  <c:v>28.081666666666667</c:v>
                </c:pt>
                <c:pt idx="1685">
                  <c:v>28.098333333333336</c:v>
                </c:pt>
                <c:pt idx="1686">
                  <c:v>28.115000000000002</c:v>
                </c:pt>
                <c:pt idx="1687">
                  <c:v>28.131666666666668</c:v>
                </c:pt>
                <c:pt idx="1688">
                  <c:v>28.148333333333333</c:v>
                </c:pt>
                <c:pt idx="1689">
                  <c:v>28.165000000000003</c:v>
                </c:pt>
                <c:pt idx="1690">
                  <c:v>28.181666666666668</c:v>
                </c:pt>
                <c:pt idx="1691">
                  <c:v>28.198333333333334</c:v>
                </c:pt>
                <c:pt idx="1692">
                  <c:v>28.215</c:v>
                </c:pt>
                <c:pt idx="1693">
                  <c:v>28.231666666666669</c:v>
                </c:pt>
                <c:pt idx="1694">
                  <c:v>28.248333333333335</c:v>
                </c:pt>
                <c:pt idx="1695">
                  <c:v>28.265000000000001</c:v>
                </c:pt>
                <c:pt idx="1696">
                  <c:v>28.28166666666667</c:v>
                </c:pt>
                <c:pt idx="1697">
                  <c:v>28.298333333333336</c:v>
                </c:pt>
                <c:pt idx="1698">
                  <c:v>28.315000000000001</c:v>
                </c:pt>
                <c:pt idx="1699">
                  <c:v>28.331666666666667</c:v>
                </c:pt>
                <c:pt idx="1700">
                  <c:v>28.348333333333336</c:v>
                </c:pt>
                <c:pt idx="1701">
                  <c:v>28.365000000000002</c:v>
                </c:pt>
                <c:pt idx="1702">
                  <c:v>28.381666666666668</c:v>
                </c:pt>
                <c:pt idx="1703">
                  <c:v>28.398333333333333</c:v>
                </c:pt>
                <c:pt idx="1704">
                  <c:v>28.415000000000003</c:v>
                </c:pt>
                <c:pt idx="1705">
                  <c:v>28.431666666666668</c:v>
                </c:pt>
                <c:pt idx="1706">
                  <c:v>28.448333333333334</c:v>
                </c:pt>
                <c:pt idx="1707">
                  <c:v>28.465</c:v>
                </c:pt>
                <c:pt idx="1708">
                  <c:v>28.481666666666669</c:v>
                </c:pt>
                <c:pt idx="1709">
                  <c:v>28.498333333333335</c:v>
                </c:pt>
                <c:pt idx="1710">
                  <c:v>28.515000000000001</c:v>
                </c:pt>
                <c:pt idx="1711">
                  <c:v>28.53166666666667</c:v>
                </c:pt>
                <c:pt idx="1712">
                  <c:v>28.548333333333336</c:v>
                </c:pt>
                <c:pt idx="1713">
                  <c:v>28.565000000000001</c:v>
                </c:pt>
                <c:pt idx="1714">
                  <c:v>28.581666666666667</c:v>
                </c:pt>
                <c:pt idx="1715">
                  <c:v>28.598333333333336</c:v>
                </c:pt>
                <c:pt idx="1716">
                  <c:v>28.615000000000002</c:v>
                </c:pt>
                <c:pt idx="1717">
                  <c:v>28.631666666666668</c:v>
                </c:pt>
                <c:pt idx="1718">
                  <c:v>28.648333333333333</c:v>
                </c:pt>
                <c:pt idx="1719">
                  <c:v>28.665000000000003</c:v>
                </c:pt>
                <c:pt idx="1720">
                  <c:v>28.681666666666668</c:v>
                </c:pt>
                <c:pt idx="1721">
                  <c:v>28.698333333333334</c:v>
                </c:pt>
                <c:pt idx="1722">
                  <c:v>28.715</c:v>
                </c:pt>
                <c:pt idx="1723">
                  <c:v>28.731666666666669</c:v>
                </c:pt>
                <c:pt idx="1724">
                  <c:v>28.748333333333335</c:v>
                </c:pt>
                <c:pt idx="1725">
                  <c:v>28.765000000000001</c:v>
                </c:pt>
                <c:pt idx="1726">
                  <c:v>28.78166666666667</c:v>
                </c:pt>
                <c:pt idx="1727">
                  <c:v>28.798333333333336</c:v>
                </c:pt>
                <c:pt idx="1728">
                  <c:v>28.815000000000001</c:v>
                </c:pt>
                <c:pt idx="1729">
                  <c:v>28.831666666666667</c:v>
                </c:pt>
                <c:pt idx="1730">
                  <c:v>28.848333333333336</c:v>
                </c:pt>
                <c:pt idx="1731">
                  <c:v>28.865000000000002</c:v>
                </c:pt>
                <c:pt idx="1732">
                  <c:v>28.881666666666668</c:v>
                </c:pt>
                <c:pt idx="1733">
                  <c:v>28.898333333333333</c:v>
                </c:pt>
                <c:pt idx="1734">
                  <c:v>28.915000000000003</c:v>
                </c:pt>
                <c:pt idx="1735">
                  <c:v>28.931666666666668</c:v>
                </c:pt>
                <c:pt idx="1736">
                  <c:v>28.948333333333334</c:v>
                </c:pt>
                <c:pt idx="1737">
                  <c:v>28.965</c:v>
                </c:pt>
                <c:pt idx="1738">
                  <c:v>28.981666666666669</c:v>
                </c:pt>
                <c:pt idx="1739">
                  <c:v>28.998333333333335</c:v>
                </c:pt>
                <c:pt idx="1740">
                  <c:v>29.015000000000001</c:v>
                </c:pt>
                <c:pt idx="1741">
                  <c:v>29.03166666666667</c:v>
                </c:pt>
                <c:pt idx="1742">
                  <c:v>29.048333333333336</c:v>
                </c:pt>
                <c:pt idx="1743">
                  <c:v>29.065000000000001</c:v>
                </c:pt>
                <c:pt idx="1744">
                  <c:v>29.081666666666667</c:v>
                </c:pt>
                <c:pt idx="1745">
                  <c:v>29.098333333333336</c:v>
                </c:pt>
                <c:pt idx="1746">
                  <c:v>29.115000000000002</c:v>
                </c:pt>
                <c:pt idx="1747">
                  <c:v>29.131666666666668</c:v>
                </c:pt>
                <c:pt idx="1748">
                  <c:v>29.148333333333333</c:v>
                </c:pt>
                <c:pt idx="1749">
                  <c:v>29.165000000000003</c:v>
                </c:pt>
                <c:pt idx="1750">
                  <c:v>29.181666666666668</c:v>
                </c:pt>
                <c:pt idx="1751">
                  <c:v>29.198333333333334</c:v>
                </c:pt>
                <c:pt idx="1752">
                  <c:v>29.215</c:v>
                </c:pt>
                <c:pt idx="1753">
                  <c:v>29.231666666666669</c:v>
                </c:pt>
                <c:pt idx="1754">
                  <c:v>29.248333333333335</c:v>
                </c:pt>
                <c:pt idx="1755">
                  <c:v>29.265000000000001</c:v>
                </c:pt>
                <c:pt idx="1756">
                  <c:v>29.28166666666667</c:v>
                </c:pt>
                <c:pt idx="1757">
                  <c:v>29.298333333333336</c:v>
                </c:pt>
                <c:pt idx="1758">
                  <c:v>29.315000000000001</c:v>
                </c:pt>
                <c:pt idx="1759">
                  <c:v>29.331666666666667</c:v>
                </c:pt>
                <c:pt idx="1760">
                  <c:v>29.348333333333336</c:v>
                </c:pt>
                <c:pt idx="1761">
                  <c:v>29.365000000000002</c:v>
                </c:pt>
                <c:pt idx="1762">
                  <c:v>29.381666666666668</c:v>
                </c:pt>
                <c:pt idx="1763">
                  <c:v>29.398333333333333</c:v>
                </c:pt>
                <c:pt idx="1764">
                  <c:v>29.415000000000003</c:v>
                </c:pt>
                <c:pt idx="1765">
                  <c:v>29.431666666666668</c:v>
                </c:pt>
                <c:pt idx="1766">
                  <c:v>29.448333333333334</c:v>
                </c:pt>
                <c:pt idx="1767">
                  <c:v>29.465</c:v>
                </c:pt>
                <c:pt idx="1768">
                  <c:v>29.481666666666669</c:v>
                </c:pt>
                <c:pt idx="1769">
                  <c:v>29.498333333333335</c:v>
                </c:pt>
                <c:pt idx="1770">
                  <c:v>29.515000000000001</c:v>
                </c:pt>
                <c:pt idx="1771">
                  <c:v>29.53166666666667</c:v>
                </c:pt>
                <c:pt idx="1772">
                  <c:v>29.548333333333336</c:v>
                </c:pt>
                <c:pt idx="1773">
                  <c:v>29.565000000000001</c:v>
                </c:pt>
                <c:pt idx="1774">
                  <c:v>29.581666666666667</c:v>
                </c:pt>
                <c:pt idx="1775">
                  <c:v>29.598333333333336</c:v>
                </c:pt>
                <c:pt idx="1776">
                  <c:v>29.615000000000002</c:v>
                </c:pt>
                <c:pt idx="1777">
                  <c:v>29.631666666666668</c:v>
                </c:pt>
                <c:pt idx="1778">
                  <c:v>29.648333333333333</c:v>
                </c:pt>
                <c:pt idx="1779">
                  <c:v>29.665000000000003</c:v>
                </c:pt>
                <c:pt idx="1780">
                  <c:v>29.681666666666668</c:v>
                </c:pt>
                <c:pt idx="1781">
                  <c:v>29.698333333333334</c:v>
                </c:pt>
                <c:pt idx="1782">
                  <c:v>29.715</c:v>
                </c:pt>
                <c:pt idx="1783">
                  <c:v>29.731666666666669</c:v>
                </c:pt>
                <c:pt idx="1784">
                  <c:v>29.748333333333335</c:v>
                </c:pt>
                <c:pt idx="1785">
                  <c:v>29.765000000000001</c:v>
                </c:pt>
                <c:pt idx="1786">
                  <c:v>29.78166666666667</c:v>
                </c:pt>
                <c:pt idx="1787">
                  <c:v>29.798333333333336</c:v>
                </c:pt>
                <c:pt idx="1788">
                  <c:v>29.815000000000001</c:v>
                </c:pt>
                <c:pt idx="1789">
                  <c:v>29.831666666666667</c:v>
                </c:pt>
                <c:pt idx="1790">
                  <c:v>29.848333333333336</c:v>
                </c:pt>
                <c:pt idx="1791">
                  <c:v>29.865000000000002</c:v>
                </c:pt>
                <c:pt idx="1792">
                  <c:v>29.881666666666668</c:v>
                </c:pt>
                <c:pt idx="1793">
                  <c:v>29.898333333333333</c:v>
                </c:pt>
                <c:pt idx="1794">
                  <c:v>29.915000000000003</c:v>
                </c:pt>
                <c:pt idx="1795">
                  <c:v>29.931666666666668</c:v>
                </c:pt>
                <c:pt idx="1796">
                  <c:v>29.948333333333334</c:v>
                </c:pt>
                <c:pt idx="1797">
                  <c:v>29.965</c:v>
                </c:pt>
                <c:pt idx="1798">
                  <c:v>29.981666666666669</c:v>
                </c:pt>
                <c:pt idx="1799">
                  <c:v>29.998333333333335</c:v>
                </c:pt>
                <c:pt idx="1800">
                  <c:v>30.015000000000001</c:v>
                </c:pt>
                <c:pt idx="1801">
                  <c:v>30.03166666666667</c:v>
                </c:pt>
                <c:pt idx="1802">
                  <c:v>30.048333333333336</c:v>
                </c:pt>
                <c:pt idx="1803">
                  <c:v>30.065000000000001</c:v>
                </c:pt>
                <c:pt idx="1804">
                  <c:v>30.081666666666667</c:v>
                </c:pt>
                <c:pt idx="1805">
                  <c:v>30.098333333333336</c:v>
                </c:pt>
                <c:pt idx="1806">
                  <c:v>30.115000000000002</c:v>
                </c:pt>
                <c:pt idx="1807">
                  <c:v>30.131666666666668</c:v>
                </c:pt>
                <c:pt idx="1808">
                  <c:v>30.148333333333333</c:v>
                </c:pt>
                <c:pt idx="1809">
                  <c:v>30.165000000000003</c:v>
                </c:pt>
                <c:pt idx="1810">
                  <c:v>30.181666666666668</c:v>
                </c:pt>
                <c:pt idx="1811">
                  <c:v>30.198333333333334</c:v>
                </c:pt>
                <c:pt idx="1812">
                  <c:v>30.215</c:v>
                </c:pt>
                <c:pt idx="1813">
                  <c:v>30.231666666666669</c:v>
                </c:pt>
                <c:pt idx="1814">
                  <c:v>30.248333333333335</c:v>
                </c:pt>
                <c:pt idx="1815">
                  <c:v>30.265000000000001</c:v>
                </c:pt>
                <c:pt idx="1816">
                  <c:v>30.28166666666667</c:v>
                </c:pt>
                <c:pt idx="1817">
                  <c:v>30.298333333333336</c:v>
                </c:pt>
                <c:pt idx="1818">
                  <c:v>30.315000000000001</c:v>
                </c:pt>
                <c:pt idx="1819">
                  <c:v>30.331666666666667</c:v>
                </c:pt>
                <c:pt idx="1820">
                  <c:v>30.348333333333336</c:v>
                </c:pt>
                <c:pt idx="1821">
                  <c:v>30.365000000000002</c:v>
                </c:pt>
                <c:pt idx="1822">
                  <c:v>30.381666666666668</c:v>
                </c:pt>
                <c:pt idx="1823">
                  <c:v>30.398333333333333</c:v>
                </c:pt>
                <c:pt idx="1824">
                  <c:v>30.415000000000003</c:v>
                </c:pt>
                <c:pt idx="1825">
                  <c:v>30.431666666666668</c:v>
                </c:pt>
                <c:pt idx="1826">
                  <c:v>30.448333333333334</c:v>
                </c:pt>
                <c:pt idx="1827">
                  <c:v>30.465</c:v>
                </c:pt>
                <c:pt idx="1828">
                  <c:v>30.481666666666669</c:v>
                </c:pt>
                <c:pt idx="1829">
                  <c:v>30.498333333333335</c:v>
                </c:pt>
                <c:pt idx="1830">
                  <c:v>30.515000000000001</c:v>
                </c:pt>
                <c:pt idx="1831">
                  <c:v>30.53166666666667</c:v>
                </c:pt>
                <c:pt idx="1832">
                  <c:v>30.548333333333336</c:v>
                </c:pt>
                <c:pt idx="1833">
                  <c:v>30.565000000000001</c:v>
                </c:pt>
                <c:pt idx="1834">
                  <c:v>30.581666666666667</c:v>
                </c:pt>
                <c:pt idx="1835">
                  <c:v>30.598333333333336</c:v>
                </c:pt>
                <c:pt idx="1836">
                  <c:v>30.615000000000002</c:v>
                </c:pt>
                <c:pt idx="1837">
                  <c:v>30.631666666666668</c:v>
                </c:pt>
                <c:pt idx="1838">
                  <c:v>30.648333333333333</c:v>
                </c:pt>
                <c:pt idx="1839">
                  <c:v>30.665000000000003</c:v>
                </c:pt>
                <c:pt idx="1840">
                  <c:v>30.681666666666668</c:v>
                </c:pt>
                <c:pt idx="1841">
                  <c:v>30.698333333333334</c:v>
                </c:pt>
                <c:pt idx="1842">
                  <c:v>30.715</c:v>
                </c:pt>
                <c:pt idx="1843">
                  <c:v>30.731666666666669</c:v>
                </c:pt>
                <c:pt idx="1844">
                  <c:v>30.748333333333335</c:v>
                </c:pt>
                <c:pt idx="1845">
                  <c:v>30.765000000000001</c:v>
                </c:pt>
                <c:pt idx="1846">
                  <c:v>30.78166666666667</c:v>
                </c:pt>
                <c:pt idx="1847">
                  <c:v>30.798333333333336</c:v>
                </c:pt>
                <c:pt idx="1848">
                  <c:v>30.815000000000001</c:v>
                </c:pt>
                <c:pt idx="1849">
                  <c:v>30.831666666666667</c:v>
                </c:pt>
                <c:pt idx="1850">
                  <c:v>30.848333333333336</c:v>
                </c:pt>
                <c:pt idx="1851">
                  <c:v>30.865000000000002</c:v>
                </c:pt>
                <c:pt idx="1852">
                  <c:v>30.881666666666668</c:v>
                </c:pt>
                <c:pt idx="1853">
                  <c:v>30.898333333333333</c:v>
                </c:pt>
                <c:pt idx="1854">
                  <c:v>30.915000000000003</c:v>
                </c:pt>
                <c:pt idx="1855">
                  <c:v>30.931666666666668</c:v>
                </c:pt>
                <c:pt idx="1856">
                  <c:v>30.948333333333334</c:v>
                </c:pt>
                <c:pt idx="1857">
                  <c:v>30.965</c:v>
                </c:pt>
                <c:pt idx="1858">
                  <c:v>30.981666666666669</c:v>
                </c:pt>
                <c:pt idx="1859">
                  <c:v>30.998333333333335</c:v>
                </c:pt>
                <c:pt idx="1860">
                  <c:v>31.015000000000001</c:v>
                </c:pt>
                <c:pt idx="1861">
                  <c:v>31.03166666666667</c:v>
                </c:pt>
                <c:pt idx="1862">
                  <c:v>31.048333333333336</c:v>
                </c:pt>
                <c:pt idx="1863">
                  <c:v>31.065000000000001</c:v>
                </c:pt>
                <c:pt idx="1864">
                  <c:v>31.081666666666667</c:v>
                </c:pt>
                <c:pt idx="1865">
                  <c:v>31.098333333333336</c:v>
                </c:pt>
                <c:pt idx="1866">
                  <c:v>31.115000000000002</c:v>
                </c:pt>
                <c:pt idx="1867">
                  <c:v>31.131666666666668</c:v>
                </c:pt>
                <c:pt idx="1868">
                  <c:v>31.148333333333333</c:v>
                </c:pt>
                <c:pt idx="1869">
                  <c:v>31.165000000000003</c:v>
                </c:pt>
                <c:pt idx="1870">
                  <c:v>31.181666666666668</c:v>
                </c:pt>
                <c:pt idx="1871">
                  <c:v>31.198333333333334</c:v>
                </c:pt>
                <c:pt idx="1872">
                  <c:v>31.215</c:v>
                </c:pt>
                <c:pt idx="1873">
                  <c:v>31.231666666666669</c:v>
                </c:pt>
                <c:pt idx="1874">
                  <c:v>31.248333333333335</c:v>
                </c:pt>
                <c:pt idx="1875">
                  <c:v>31.265000000000001</c:v>
                </c:pt>
                <c:pt idx="1876">
                  <c:v>31.28166666666667</c:v>
                </c:pt>
                <c:pt idx="1877">
                  <c:v>31.298333333333336</c:v>
                </c:pt>
                <c:pt idx="1878">
                  <c:v>31.315000000000001</c:v>
                </c:pt>
                <c:pt idx="1879">
                  <c:v>31.331666666666667</c:v>
                </c:pt>
                <c:pt idx="1880">
                  <c:v>31.348333333333336</c:v>
                </c:pt>
                <c:pt idx="1881">
                  <c:v>31.365000000000002</c:v>
                </c:pt>
                <c:pt idx="1882">
                  <c:v>31.381666666666668</c:v>
                </c:pt>
                <c:pt idx="1883">
                  <c:v>31.398333333333333</c:v>
                </c:pt>
                <c:pt idx="1884">
                  <c:v>31.415000000000003</c:v>
                </c:pt>
                <c:pt idx="1885">
                  <c:v>31.431666666666668</c:v>
                </c:pt>
                <c:pt idx="1886">
                  <c:v>31.448333333333334</c:v>
                </c:pt>
                <c:pt idx="1887">
                  <c:v>31.465</c:v>
                </c:pt>
                <c:pt idx="1888">
                  <c:v>31.481666666666669</c:v>
                </c:pt>
                <c:pt idx="1889">
                  <c:v>31.498333333333335</c:v>
                </c:pt>
                <c:pt idx="1890">
                  <c:v>31.515000000000001</c:v>
                </c:pt>
                <c:pt idx="1891">
                  <c:v>31.53166666666667</c:v>
                </c:pt>
                <c:pt idx="1892">
                  <c:v>31.548333333333336</c:v>
                </c:pt>
                <c:pt idx="1893">
                  <c:v>31.565000000000001</c:v>
                </c:pt>
                <c:pt idx="1894">
                  <c:v>31.581666666666667</c:v>
                </c:pt>
                <c:pt idx="1895">
                  <c:v>31.598333333333336</c:v>
                </c:pt>
                <c:pt idx="1896">
                  <c:v>31.615000000000002</c:v>
                </c:pt>
              </c:numCache>
            </c:numRef>
          </c:xVal>
          <c:yVal>
            <c:numRef>
              <c:f>Sheet2!$D$2:$D$1898</c:f>
              <c:numCache>
                <c:formatCode>General</c:formatCode>
                <c:ptCount val="1897"/>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pt idx="1536">
                  <c:v>4</c:v>
                </c:pt>
                <c:pt idx="1537">
                  <c:v>4</c:v>
                </c:pt>
                <c:pt idx="1538">
                  <c:v>4</c:v>
                </c:pt>
                <c:pt idx="1539">
                  <c:v>4</c:v>
                </c:pt>
                <c:pt idx="1540">
                  <c:v>4</c:v>
                </c:pt>
                <c:pt idx="1541">
                  <c:v>4</c:v>
                </c:pt>
                <c:pt idx="1542">
                  <c:v>4</c:v>
                </c:pt>
                <c:pt idx="1543">
                  <c:v>4</c:v>
                </c:pt>
                <c:pt idx="1544">
                  <c:v>4</c:v>
                </c:pt>
                <c:pt idx="1545">
                  <c:v>4</c:v>
                </c:pt>
                <c:pt idx="1546">
                  <c:v>4</c:v>
                </c:pt>
                <c:pt idx="1547">
                  <c:v>4</c:v>
                </c:pt>
                <c:pt idx="1548">
                  <c:v>4</c:v>
                </c:pt>
                <c:pt idx="1549">
                  <c:v>4</c:v>
                </c:pt>
                <c:pt idx="1550">
                  <c:v>4</c:v>
                </c:pt>
                <c:pt idx="1551">
                  <c:v>4</c:v>
                </c:pt>
                <c:pt idx="1552">
                  <c:v>4</c:v>
                </c:pt>
                <c:pt idx="1553">
                  <c:v>4</c:v>
                </c:pt>
                <c:pt idx="1554">
                  <c:v>4</c:v>
                </c:pt>
                <c:pt idx="1555">
                  <c:v>4</c:v>
                </c:pt>
                <c:pt idx="1556">
                  <c:v>4</c:v>
                </c:pt>
                <c:pt idx="1557">
                  <c:v>4</c:v>
                </c:pt>
                <c:pt idx="1558">
                  <c:v>4</c:v>
                </c:pt>
                <c:pt idx="1559">
                  <c:v>4</c:v>
                </c:pt>
                <c:pt idx="1560">
                  <c:v>4</c:v>
                </c:pt>
                <c:pt idx="1561">
                  <c:v>4</c:v>
                </c:pt>
                <c:pt idx="1562">
                  <c:v>4</c:v>
                </c:pt>
                <c:pt idx="1563">
                  <c:v>4</c:v>
                </c:pt>
                <c:pt idx="1564">
                  <c:v>4</c:v>
                </c:pt>
                <c:pt idx="1565">
                  <c:v>4</c:v>
                </c:pt>
                <c:pt idx="1566">
                  <c:v>4</c:v>
                </c:pt>
                <c:pt idx="1567">
                  <c:v>4</c:v>
                </c:pt>
                <c:pt idx="1568">
                  <c:v>4</c:v>
                </c:pt>
                <c:pt idx="1569">
                  <c:v>4</c:v>
                </c:pt>
                <c:pt idx="1570">
                  <c:v>4</c:v>
                </c:pt>
                <c:pt idx="1571">
                  <c:v>4</c:v>
                </c:pt>
                <c:pt idx="1572">
                  <c:v>4</c:v>
                </c:pt>
                <c:pt idx="1573">
                  <c:v>4</c:v>
                </c:pt>
                <c:pt idx="1574">
                  <c:v>4</c:v>
                </c:pt>
                <c:pt idx="1575">
                  <c:v>4</c:v>
                </c:pt>
                <c:pt idx="1576">
                  <c:v>4</c:v>
                </c:pt>
                <c:pt idx="1577">
                  <c:v>4</c:v>
                </c:pt>
                <c:pt idx="1578">
                  <c:v>4</c:v>
                </c:pt>
                <c:pt idx="1579">
                  <c:v>4</c:v>
                </c:pt>
                <c:pt idx="1580">
                  <c:v>4</c:v>
                </c:pt>
                <c:pt idx="1581">
                  <c:v>4</c:v>
                </c:pt>
                <c:pt idx="1582">
                  <c:v>4</c:v>
                </c:pt>
                <c:pt idx="1583">
                  <c:v>4</c:v>
                </c:pt>
                <c:pt idx="1584">
                  <c:v>4</c:v>
                </c:pt>
                <c:pt idx="1585">
                  <c:v>4</c:v>
                </c:pt>
                <c:pt idx="1586">
                  <c:v>4</c:v>
                </c:pt>
                <c:pt idx="1587">
                  <c:v>4</c:v>
                </c:pt>
                <c:pt idx="1588">
                  <c:v>4</c:v>
                </c:pt>
                <c:pt idx="1589">
                  <c:v>4</c:v>
                </c:pt>
                <c:pt idx="1590">
                  <c:v>4</c:v>
                </c:pt>
                <c:pt idx="1591">
                  <c:v>4</c:v>
                </c:pt>
                <c:pt idx="1592">
                  <c:v>4</c:v>
                </c:pt>
                <c:pt idx="1593">
                  <c:v>4</c:v>
                </c:pt>
                <c:pt idx="1594">
                  <c:v>4</c:v>
                </c:pt>
                <c:pt idx="1595">
                  <c:v>4</c:v>
                </c:pt>
                <c:pt idx="1596">
                  <c:v>4</c:v>
                </c:pt>
                <c:pt idx="1597">
                  <c:v>4</c:v>
                </c:pt>
                <c:pt idx="1598">
                  <c:v>4</c:v>
                </c:pt>
                <c:pt idx="1599">
                  <c:v>4</c:v>
                </c:pt>
                <c:pt idx="1600">
                  <c:v>4</c:v>
                </c:pt>
                <c:pt idx="1601">
                  <c:v>4</c:v>
                </c:pt>
                <c:pt idx="1602">
                  <c:v>4</c:v>
                </c:pt>
                <c:pt idx="1603">
                  <c:v>4</c:v>
                </c:pt>
                <c:pt idx="1604">
                  <c:v>4</c:v>
                </c:pt>
                <c:pt idx="1605">
                  <c:v>4</c:v>
                </c:pt>
                <c:pt idx="1606">
                  <c:v>4</c:v>
                </c:pt>
                <c:pt idx="1607">
                  <c:v>4</c:v>
                </c:pt>
                <c:pt idx="1608">
                  <c:v>4</c:v>
                </c:pt>
                <c:pt idx="1609">
                  <c:v>4</c:v>
                </c:pt>
                <c:pt idx="1610">
                  <c:v>4</c:v>
                </c:pt>
                <c:pt idx="1611">
                  <c:v>4</c:v>
                </c:pt>
                <c:pt idx="1612">
                  <c:v>4</c:v>
                </c:pt>
                <c:pt idx="1613">
                  <c:v>4</c:v>
                </c:pt>
                <c:pt idx="1614">
                  <c:v>4</c:v>
                </c:pt>
                <c:pt idx="1615">
                  <c:v>4</c:v>
                </c:pt>
                <c:pt idx="1616">
                  <c:v>4</c:v>
                </c:pt>
                <c:pt idx="1617">
                  <c:v>4</c:v>
                </c:pt>
                <c:pt idx="1618">
                  <c:v>4</c:v>
                </c:pt>
                <c:pt idx="1619">
                  <c:v>4</c:v>
                </c:pt>
                <c:pt idx="1620">
                  <c:v>4</c:v>
                </c:pt>
                <c:pt idx="1621">
                  <c:v>4</c:v>
                </c:pt>
                <c:pt idx="1622">
                  <c:v>4</c:v>
                </c:pt>
                <c:pt idx="1623">
                  <c:v>4</c:v>
                </c:pt>
                <c:pt idx="1624">
                  <c:v>4</c:v>
                </c:pt>
                <c:pt idx="1625">
                  <c:v>4</c:v>
                </c:pt>
                <c:pt idx="1626">
                  <c:v>4</c:v>
                </c:pt>
                <c:pt idx="1627">
                  <c:v>4</c:v>
                </c:pt>
                <c:pt idx="1628">
                  <c:v>4</c:v>
                </c:pt>
                <c:pt idx="1629">
                  <c:v>4</c:v>
                </c:pt>
                <c:pt idx="1630">
                  <c:v>4</c:v>
                </c:pt>
                <c:pt idx="1631">
                  <c:v>4</c:v>
                </c:pt>
                <c:pt idx="1632">
                  <c:v>4</c:v>
                </c:pt>
                <c:pt idx="1633">
                  <c:v>4</c:v>
                </c:pt>
                <c:pt idx="1634">
                  <c:v>4</c:v>
                </c:pt>
                <c:pt idx="1635">
                  <c:v>4</c:v>
                </c:pt>
                <c:pt idx="1636">
                  <c:v>4</c:v>
                </c:pt>
                <c:pt idx="1637">
                  <c:v>4</c:v>
                </c:pt>
                <c:pt idx="1638">
                  <c:v>4</c:v>
                </c:pt>
                <c:pt idx="1639">
                  <c:v>4</c:v>
                </c:pt>
                <c:pt idx="1640">
                  <c:v>4</c:v>
                </c:pt>
                <c:pt idx="1641">
                  <c:v>4</c:v>
                </c:pt>
                <c:pt idx="1642">
                  <c:v>4</c:v>
                </c:pt>
                <c:pt idx="1643">
                  <c:v>4</c:v>
                </c:pt>
                <c:pt idx="1644">
                  <c:v>4</c:v>
                </c:pt>
                <c:pt idx="1645">
                  <c:v>4</c:v>
                </c:pt>
                <c:pt idx="1646">
                  <c:v>4</c:v>
                </c:pt>
                <c:pt idx="1647">
                  <c:v>4</c:v>
                </c:pt>
                <c:pt idx="1648">
                  <c:v>4</c:v>
                </c:pt>
                <c:pt idx="1649">
                  <c:v>4</c:v>
                </c:pt>
                <c:pt idx="1650">
                  <c:v>4</c:v>
                </c:pt>
                <c:pt idx="1651">
                  <c:v>4</c:v>
                </c:pt>
                <c:pt idx="1652">
                  <c:v>4</c:v>
                </c:pt>
                <c:pt idx="1653">
                  <c:v>4</c:v>
                </c:pt>
                <c:pt idx="1654">
                  <c:v>4</c:v>
                </c:pt>
                <c:pt idx="1655">
                  <c:v>4</c:v>
                </c:pt>
                <c:pt idx="1656">
                  <c:v>4</c:v>
                </c:pt>
                <c:pt idx="1657">
                  <c:v>4</c:v>
                </c:pt>
                <c:pt idx="1658">
                  <c:v>4</c:v>
                </c:pt>
                <c:pt idx="1659">
                  <c:v>4</c:v>
                </c:pt>
                <c:pt idx="1660">
                  <c:v>4</c:v>
                </c:pt>
                <c:pt idx="1661">
                  <c:v>4</c:v>
                </c:pt>
                <c:pt idx="1662">
                  <c:v>4</c:v>
                </c:pt>
                <c:pt idx="1663">
                  <c:v>4</c:v>
                </c:pt>
                <c:pt idx="1664">
                  <c:v>4</c:v>
                </c:pt>
                <c:pt idx="1665">
                  <c:v>4</c:v>
                </c:pt>
                <c:pt idx="1666">
                  <c:v>4</c:v>
                </c:pt>
                <c:pt idx="1667">
                  <c:v>4</c:v>
                </c:pt>
                <c:pt idx="1668">
                  <c:v>4</c:v>
                </c:pt>
                <c:pt idx="1669">
                  <c:v>4</c:v>
                </c:pt>
                <c:pt idx="1670">
                  <c:v>4</c:v>
                </c:pt>
                <c:pt idx="1671">
                  <c:v>4</c:v>
                </c:pt>
                <c:pt idx="1672">
                  <c:v>4</c:v>
                </c:pt>
                <c:pt idx="1673">
                  <c:v>4</c:v>
                </c:pt>
                <c:pt idx="1674">
                  <c:v>4</c:v>
                </c:pt>
                <c:pt idx="1675">
                  <c:v>4</c:v>
                </c:pt>
                <c:pt idx="1676">
                  <c:v>4</c:v>
                </c:pt>
                <c:pt idx="1677">
                  <c:v>4</c:v>
                </c:pt>
                <c:pt idx="1678">
                  <c:v>4</c:v>
                </c:pt>
                <c:pt idx="1679">
                  <c:v>4</c:v>
                </c:pt>
                <c:pt idx="1680">
                  <c:v>4</c:v>
                </c:pt>
                <c:pt idx="1681">
                  <c:v>4</c:v>
                </c:pt>
                <c:pt idx="1682">
                  <c:v>4</c:v>
                </c:pt>
                <c:pt idx="1683">
                  <c:v>4</c:v>
                </c:pt>
                <c:pt idx="1684">
                  <c:v>4</c:v>
                </c:pt>
                <c:pt idx="1685">
                  <c:v>4</c:v>
                </c:pt>
                <c:pt idx="1686">
                  <c:v>4</c:v>
                </c:pt>
                <c:pt idx="1687">
                  <c:v>4</c:v>
                </c:pt>
                <c:pt idx="1688">
                  <c:v>4</c:v>
                </c:pt>
                <c:pt idx="1689">
                  <c:v>4</c:v>
                </c:pt>
                <c:pt idx="1690">
                  <c:v>4</c:v>
                </c:pt>
                <c:pt idx="1691">
                  <c:v>4</c:v>
                </c:pt>
                <c:pt idx="1692">
                  <c:v>4</c:v>
                </c:pt>
                <c:pt idx="1693">
                  <c:v>4</c:v>
                </c:pt>
                <c:pt idx="1694">
                  <c:v>4</c:v>
                </c:pt>
                <c:pt idx="1695">
                  <c:v>4</c:v>
                </c:pt>
                <c:pt idx="1696">
                  <c:v>4</c:v>
                </c:pt>
                <c:pt idx="1697">
                  <c:v>4</c:v>
                </c:pt>
                <c:pt idx="1698">
                  <c:v>4</c:v>
                </c:pt>
                <c:pt idx="1699">
                  <c:v>4</c:v>
                </c:pt>
                <c:pt idx="1700">
                  <c:v>4</c:v>
                </c:pt>
                <c:pt idx="1701">
                  <c:v>4</c:v>
                </c:pt>
                <c:pt idx="1702">
                  <c:v>4</c:v>
                </c:pt>
                <c:pt idx="1703">
                  <c:v>4</c:v>
                </c:pt>
                <c:pt idx="1704">
                  <c:v>4</c:v>
                </c:pt>
                <c:pt idx="1705">
                  <c:v>4</c:v>
                </c:pt>
                <c:pt idx="1706">
                  <c:v>4</c:v>
                </c:pt>
                <c:pt idx="1707">
                  <c:v>4</c:v>
                </c:pt>
                <c:pt idx="1708">
                  <c:v>4</c:v>
                </c:pt>
                <c:pt idx="1709">
                  <c:v>4</c:v>
                </c:pt>
                <c:pt idx="1710">
                  <c:v>4</c:v>
                </c:pt>
                <c:pt idx="1711">
                  <c:v>4</c:v>
                </c:pt>
                <c:pt idx="1712">
                  <c:v>4</c:v>
                </c:pt>
                <c:pt idx="1713">
                  <c:v>4</c:v>
                </c:pt>
                <c:pt idx="1714">
                  <c:v>4</c:v>
                </c:pt>
                <c:pt idx="1715">
                  <c:v>4</c:v>
                </c:pt>
                <c:pt idx="1716">
                  <c:v>4</c:v>
                </c:pt>
                <c:pt idx="1717">
                  <c:v>4</c:v>
                </c:pt>
                <c:pt idx="1718">
                  <c:v>4</c:v>
                </c:pt>
                <c:pt idx="1719">
                  <c:v>4</c:v>
                </c:pt>
                <c:pt idx="1720">
                  <c:v>4</c:v>
                </c:pt>
                <c:pt idx="1721">
                  <c:v>4</c:v>
                </c:pt>
                <c:pt idx="1722">
                  <c:v>4</c:v>
                </c:pt>
                <c:pt idx="1723">
                  <c:v>4</c:v>
                </c:pt>
                <c:pt idx="1724">
                  <c:v>4</c:v>
                </c:pt>
                <c:pt idx="1725">
                  <c:v>4</c:v>
                </c:pt>
                <c:pt idx="1726">
                  <c:v>4</c:v>
                </c:pt>
                <c:pt idx="1727">
                  <c:v>4</c:v>
                </c:pt>
                <c:pt idx="1728">
                  <c:v>4</c:v>
                </c:pt>
                <c:pt idx="1729">
                  <c:v>4</c:v>
                </c:pt>
                <c:pt idx="1730">
                  <c:v>4</c:v>
                </c:pt>
                <c:pt idx="1731">
                  <c:v>4</c:v>
                </c:pt>
                <c:pt idx="1732">
                  <c:v>4</c:v>
                </c:pt>
                <c:pt idx="1733">
                  <c:v>4</c:v>
                </c:pt>
                <c:pt idx="1734">
                  <c:v>4</c:v>
                </c:pt>
                <c:pt idx="1735">
                  <c:v>4</c:v>
                </c:pt>
                <c:pt idx="1736">
                  <c:v>4</c:v>
                </c:pt>
                <c:pt idx="1737">
                  <c:v>4</c:v>
                </c:pt>
                <c:pt idx="1738">
                  <c:v>4</c:v>
                </c:pt>
                <c:pt idx="1739">
                  <c:v>4</c:v>
                </c:pt>
                <c:pt idx="1740">
                  <c:v>4</c:v>
                </c:pt>
                <c:pt idx="1741">
                  <c:v>4</c:v>
                </c:pt>
                <c:pt idx="1742">
                  <c:v>4</c:v>
                </c:pt>
                <c:pt idx="1743">
                  <c:v>4</c:v>
                </c:pt>
                <c:pt idx="1744">
                  <c:v>4</c:v>
                </c:pt>
                <c:pt idx="1745">
                  <c:v>4</c:v>
                </c:pt>
                <c:pt idx="1746">
                  <c:v>4</c:v>
                </c:pt>
                <c:pt idx="1747">
                  <c:v>4</c:v>
                </c:pt>
                <c:pt idx="1748">
                  <c:v>4</c:v>
                </c:pt>
                <c:pt idx="1749">
                  <c:v>4</c:v>
                </c:pt>
                <c:pt idx="1750">
                  <c:v>4</c:v>
                </c:pt>
                <c:pt idx="1751">
                  <c:v>4</c:v>
                </c:pt>
                <c:pt idx="1752">
                  <c:v>4</c:v>
                </c:pt>
                <c:pt idx="1753">
                  <c:v>4</c:v>
                </c:pt>
                <c:pt idx="1754">
                  <c:v>4</c:v>
                </c:pt>
                <c:pt idx="1755">
                  <c:v>4</c:v>
                </c:pt>
                <c:pt idx="1756">
                  <c:v>4</c:v>
                </c:pt>
                <c:pt idx="1757">
                  <c:v>4</c:v>
                </c:pt>
                <c:pt idx="1758">
                  <c:v>4</c:v>
                </c:pt>
                <c:pt idx="1759">
                  <c:v>4</c:v>
                </c:pt>
                <c:pt idx="1760">
                  <c:v>4</c:v>
                </c:pt>
                <c:pt idx="1761">
                  <c:v>4</c:v>
                </c:pt>
                <c:pt idx="1762">
                  <c:v>4</c:v>
                </c:pt>
                <c:pt idx="1763">
                  <c:v>4</c:v>
                </c:pt>
                <c:pt idx="1764">
                  <c:v>4</c:v>
                </c:pt>
                <c:pt idx="1765">
                  <c:v>4</c:v>
                </c:pt>
                <c:pt idx="1766">
                  <c:v>4</c:v>
                </c:pt>
                <c:pt idx="1767">
                  <c:v>4</c:v>
                </c:pt>
                <c:pt idx="1768">
                  <c:v>4</c:v>
                </c:pt>
                <c:pt idx="1769">
                  <c:v>4</c:v>
                </c:pt>
                <c:pt idx="1770">
                  <c:v>4</c:v>
                </c:pt>
                <c:pt idx="1771">
                  <c:v>4</c:v>
                </c:pt>
                <c:pt idx="1772">
                  <c:v>4</c:v>
                </c:pt>
                <c:pt idx="1773">
                  <c:v>4</c:v>
                </c:pt>
                <c:pt idx="1774">
                  <c:v>4</c:v>
                </c:pt>
                <c:pt idx="1775">
                  <c:v>4</c:v>
                </c:pt>
                <c:pt idx="1776">
                  <c:v>4</c:v>
                </c:pt>
                <c:pt idx="1777">
                  <c:v>4</c:v>
                </c:pt>
                <c:pt idx="1778">
                  <c:v>4</c:v>
                </c:pt>
                <c:pt idx="1779">
                  <c:v>4</c:v>
                </c:pt>
                <c:pt idx="1780">
                  <c:v>4</c:v>
                </c:pt>
                <c:pt idx="1781">
                  <c:v>4</c:v>
                </c:pt>
                <c:pt idx="1782">
                  <c:v>4</c:v>
                </c:pt>
                <c:pt idx="1783">
                  <c:v>4</c:v>
                </c:pt>
                <c:pt idx="1784">
                  <c:v>4</c:v>
                </c:pt>
                <c:pt idx="1785">
                  <c:v>4</c:v>
                </c:pt>
                <c:pt idx="1786">
                  <c:v>4</c:v>
                </c:pt>
                <c:pt idx="1787">
                  <c:v>4</c:v>
                </c:pt>
                <c:pt idx="1788">
                  <c:v>4</c:v>
                </c:pt>
                <c:pt idx="1789">
                  <c:v>4</c:v>
                </c:pt>
                <c:pt idx="1790">
                  <c:v>4</c:v>
                </c:pt>
                <c:pt idx="1791">
                  <c:v>4</c:v>
                </c:pt>
                <c:pt idx="1792">
                  <c:v>4</c:v>
                </c:pt>
                <c:pt idx="1793">
                  <c:v>4</c:v>
                </c:pt>
                <c:pt idx="1794">
                  <c:v>4</c:v>
                </c:pt>
                <c:pt idx="1795">
                  <c:v>4</c:v>
                </c:pt>
                <c:pt idx="1796">
                  <c:v>4</c:v>
                </c:pt>
                <c:pt idx="1797">
                  <c:v>4</c:v>
                </c:pt>
                <c:pt idx="1798">
                  <c:v>4</c:v>
                </c:pt>
                <c:pt idx="1799">
                  <c:v>4</c:v>
                </c:pt>
                <c:pt idx="1800">
                  <c:v>4</c:v>
                </c:pt>
                <c:pt idx="1801">
                  <c:v>4</c:v>
                </c:pt>
                <c:pt idx="1802">
                  <c:v>4</c:v>
                </c:pt>
                <c:pt idx="1803">
                  <c:v>4</c:v>
                </c:pt>
                <c:pt idx="1804">
                  <c:v>4</c:v>
                </c:pt>
                <c:pt idx="1805">
                  <c:v>4</c:v>
                </c:pt>
                <c:pt idx="1806">
                  <c:v>4</c:v>
                </c:pt>
                <c:pt idx="1807">
                  <c:v>4</c:v>
                </c:pt>
                <c:pt idx="1808">
                  <c:v>4</c:v>
                </c:pt>
                <c:pt idx="1809">
                  <c:v>4</c:v>
                </c:pt>
                <c:pt idx="1810">
                  <c:v>4</c:v>
                </c:pt>
                <c:pt idx="1811">
                  <c:v>4</c:v>
                </c:pt>
                <c:pt idx="1812">
                  <c:v>4</c:v>
                </c:pt>
                <c:pt idx="1813">
                  <c:v>4</c:v>
                </c:pt>
                <c:pt idx="1814">
                  <c:v>4</c:v>
                </c:pt>
                <c:pt idx="1815">
                  <c:v>4</c:v>
                </c:pt>
                <c:pt idx="1816">
                  <c:v>4</c:v>
                </c:pt>
                <c:pt idx="1817">
                  <c:v>4</c:v>
                </c:pt>
                <c:pt idx="1818">
                  <c:v>4</c:v>
                </c:pt>
                <c:pt idx="1819">
                  <c:v>4</c:v>
                </c:pt>
                <c:pt idx="1820">
                  <c:v>4</c:v>
                </c:pt>
                <c:pt idx="1821">
                  <c:v>4</c:v>
                </c:pt>
                <c:pt idx="1822">
                  <c:v>4</c:v>
                </c:pt>
                <c:pt idx="1823">
                  <c:v>4</c:v>
                </c:pt>
                <c:pt idx="1824">
                  <c:v>4</c:v>
                </c:pt>
                <c:pt idx="1825">
                  <c:v>4</c:v>
                </c:pt>
                <c:pt idx="1826">
                  <c:v>4</c:v>
                </c:pt>
                <c:pt idx="1827">
                  <c:v>4</c:v>
                </c:pt>
                <c:pt idx="1828">
                  <c:v>4</c:v>
                </c:pt>
                <c:pt idx="1829">
                  <c:v>4</c:v>
                </c:pt>
                <c:pt idx="1830">
                  <c:v>4</c:v>
                </c:pt>
                <c:pt idx="1831">
                  <c:v>4</c:v>
                </c:pt>
                <c:pt idx="1832">
                  <c:v>4</c:v>
                </c:pt>
                <c:pt idx="1833">
                  <c:v>4</c:v>
                </c:pt>
                <c:pt idx="1834">
                  <c:v>4</c:v>
                </c:pt>
                <c:pt idx="1835">
                  <c:v>4</c:v>
                </c:pt>
                <c:pt idx="1836">
                  <c:v>4</c:v>
                </c:pt>
                <c:pt idx="1837">
                  <c:v>4</c:v>
                </c:pt>
                <c:pt idx="1838">
                  <c:v>4</c:v>
                </c:pt>
                <c:pt idx="1839">
                  <c:v>4</c:v>
                </c:pt>
                <c:pt idx="1840">
                  <c:v>4</c:v>
                </c:pt>
                <c:pt idx="1841">
                  <c:v>4</c:v>
                </c:pt>
                <c:pt idx="1842">
                  <c:v>4</c:v>
                </c:pt>
                <c:pt idx="1843">
                  <c:v>4</c:v>
                </c:pt>
                <c:pt idx="1844">
                  <c:v>4</c:v>
                </c:pt>
                <c:pt idx="1845">
                  <c:v>4</c:v>
                </c:pt>
                <c:pt idx="1846">
                  <c:v>4</c:v>
                </c:pt>
                <c:pt idx="1847">
                  <c:v>4</c:v>
                </c:pt>
                <c:pt idx="1848">
                  <c:v>4</c:v>
                </c:pt>
                <c:pt idx="1849">
                  <c:v>4</c:v>
                </c:pt>
                <c:pt idx="1850">
                  <c:v>4</c:v>
                </c:pt>
                <c:pt idx="1851">
                  <c:v>4</c:v>
                </c:pt>
                <c:pt idx="1852">
                  <c:v>4</c:v>
                </c:pt>
                <c:pt idx="1853">
                  <c:v>4</c:v>
                </c:pt>
                <c:pt idx="1854">
                  <c:v>4</c:v>
                </c:pt>
                <c:pt idx="1855">
                  <c:v>4</c:v>
                </c:pt>
                <c:pt idx="1856">
                  <c:v>4</c:v>
                </c:pt>
                <c:pt idx="1857">
                  <c:v>4</c:v>
                </c:pt>
                <c:pt idx="1858">
                  <c:v>4</c:v>
                </c:pt>
                <c:pt idx="1859">
                  <c:v>4</c:v>
                </c:pt>
                <c:pt idx="1860">
                  <c:v>4</c:v>
                </c:pt>
                <c:pt idx="1861">
                  <c:v>4</c:v>
                </c:pt>
                <c:pt idx="1862">
                  <c:v>4</c:v>
                </c:pt>
                <c:pt idx="1863">
                  <c:v>4</c:v>
                </c:pt>
                <c:pt idx="1864">
                  <c:v>4</c:v>
                </c:pt>
                <c:pt idx="1865">
                  <c:v>4</c:v>
                </c:pt>
                <c:pt idx="1866">
                  <c:v>4</c:v>
                </c:pt>
                <c:pt idx="1867">
                  <c:v>4</c:v>
                </c:pt>
                <c:pt idx="1868">
                  <c:v>4</c:v>
                </c:pt>
                <c:pt idx="1869">
                  <c:v>4</c:v>
                </c:pt>
                <c:pt idx="1870">
                  <c:v>4</c:v>
                </c:pt>
                <c:pt idx="1871">
                  <c:v>4</c:v>
                </c:pt>
                <c:pt idx="1872">
                  <c:v>4</c:v>
                </c:pt>
                <c:pt idx="1873">
                  <c:v>4</c:v>
                </c:pt>
                <c:pt idx="1874">
                  <c:v>4</c:v>
                </c:pt>
                <c:pt idx="1875">
                  <c:v>4</c:v>
                </c:pt>
                <c:pt idx="1876">
                  <c:v>4</c:v>
                </c:pt>
                <c:pt idx="1877">
                  <c:v>4</c:v>
                </c:pt>
                <c:pt idx="1878">
                  <c:v>4</c:v>
                </c:pt>
                <c:pt idx="1879">
                  <c:v>4</c:v>
                </c:pt>
                <c:pt idx="1880">
                  <c:v>4</c:v>
                </c:pt>
                <c:pt idx="1881">
                  <c:v>4</c:v>
                </c:pt>
                <c:pt idx="1882">
                  <c:v>4</c:v>
                </c:pt>
                <c:pt idx="1883">
                  <c:v>4</c:v>
                </c:pt>
                <c:pt idx="1884">
                  <c:v>4</c:v>
                </c:pt>
                <c:pt idx="1885">
                  <c:v>4</c:v>
                </c:pt>
                <c:pt idx="1886">
                  <c:v>4</c:v>
                </c:pt>
                <c:pt idx="1887">
                  <c:v>4</c:v>
                </c:pt>
                <c:pt idx="1888">
                  <c:v>4</c:v>
                </c:pt>
                <c:pt idx="1889">
                  <c:v>4</c:v>
                </c:pt>
                <c:pt idx="1890">
                  <c:v>4</c:v>
                </c:pt>
                <c:pt idx="1891">
                  <c:v>4</c:v>
                </c:pt>
                <c:pt idx="1892">
                  <c:v>4</c:v>
                </c:pt>
                <c:pt idx="1893">
                  <c:v>4</c:v>
                </c:pt>
                <c:pt idx="1894">
                  <c:v>4</c:v>
                </c:pt>
                <c:pt idx="1895">
                  <c:v>4</c:v>
                </c:pt>
                <c:pt idx="1896">
                  <c:v>4</c:v>
                </c:pt>
              </c:numCache>
            </c:numRef>
          </c:yVal>
          <c:smooth val="1"/>
          <c:extLst>
            <c:ext xmlns:c16="http://schemas.microsoft.com/office/drawing/2014/chart" uri="{C3380CC4-5D6E-409C-BE32-E72D297353CC}">
              <c16:uniqueId val="{00000001-59DE-4222-BE54-9D269FED5874}"/>
            </c:ext>
          </c:extLst>
        </c:ser>
        <c:dLbls>
          <c:showLegendKey val="0"/>
          <c:showVal val="0"/>
          <c:showCatName val="0"/>
          <c:showSerName val="0"/>
          <c:showPercent val="0"/>
          <c:showBubbleSize val="0"/>
        </c:dLbls>
        <c:axId val="96721184"/>
        <c:axId val="96725024"/>
      </c:scatterChart>
      <c:valAx>
        <c:axId val="9672118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C5DFA4-ED7B-4C04-88BC-ABD4D2FD95E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FF30C49D-0962-4298-9700-248383EC1DA2}">
      <dgm:prSet phldrT="[Text]" phldr="0"/>
      <dgm:spPr>
        <a:solidFill>
          <a:srgbClr val="002060"/>
        </a:solidFill>
      </dgm:spPr>
      <dgm:t>
        <a:bodyPr/>
        <a:lstStyle/>
        <a:p>
          <a:r>
            <a:rPr lang="en-US" dirty="0">
              <a:latin typeface="Arial" panose="020B0604020202020204" pitchFamily="34" charset="0"/>
              <a:cs typeface="Arial" panose="020B0604020202020204" pitchFamily="34" charset="0"/>
            </a:rPr>
            <a:t>WHO</a:t>
          </a:r>
        </a:p>
      </dgm:t>
    </dgm:pt>
    <dgm:pt modelId="{A9939946-D4B6-4760-BEFF-0D8B03EB5699}" type="parTrans" cxnId="{90363C23-4CC6-4DD5-AF21-B0CA0FFD5EC0}">
      <dgm:prSet/>
      <dgm:spPr/>
      <dgm:t>
        <a:bodyPr/>
        <a:lstStyle/>
        <a:p>
          <a:endParaRPr lang="en-US"/>
        </a:p>
      </dgm:t>
    </dgm:pt>
    <dgm:pt modelId="{60214B19-A013-48D6-AADF-E1B667B04F1E}" type="sibTrans" cxnId="{90363C23-4CC6-4DD5-AF21-B0CA0FFD5EC0}">
      <dgm:prSet/>
      <dgm:spPr/>
      <dgm:t>
        <a:bodyPr/>
        <a:lstStyle/>
        <a:p>
          <a:endParaRPr lang="en-US"/>
        </a:p>
      </dgm:t>
    </dgm:pt>
    <dgm:pt modelId="{9BB53ED3-C846-49BD-9160-D9FC8BA77CDE}">
      <dgm:prSet phldrT="[Text]" custT="1"/>
      <dgm:spPr/>
      <dgm:t>
        <a:bodyPr/>
        <a:lstStyle/>
        <a:p>
          <a:pPr>
            <a:buFont typeface="Wingdings" panose="05000000000000000000" pitchFamily="2" charset="2"/>
            <a:buChar char="Ø"/>
          </a:pPr>
          <a:r>
            <a:rPr lang="en-US" sz="1400" dirty="0">
              <a:solidFill>
                <a:schemeClr val="accent4">
                  <a:lumMod val="50000"/>
                </a:schemeClr>
              </a:solidFill>
              <a:latin typeface="Arial" panose="020B0604020202020204" pitchFamily="34" charset="0"/>
              <a:cs typeface="Arial" panose="020B0604020202020204" pitchFamily="34" charset="0"/>
            </a:rPr>
            <a:t>Three top USAT athletes competing at the highest level, the World Triathlon Championship Series event in Yokohama.</a:t>
          </a:r>
          <a:endParaRPr lang="en-US" sz="1400" dirty="0"/>
        </a:p>
      </dgm:t>
    </dgm:pt>
    <dgm:pt modelId="{7DA3E9DF-BA6B-4741-8093-020A70F09A88}" type="parTrans" cxnId="{E502F62E-18A7-4373-8E3F-0D1F0D02F6C3}">
      <dgm:prSet/>
      <dgm:spPr/>
      <dgm:t>
        <a:bodyPr/>
        <a:lstStyle/>
        <a:p>
          <a:endParaRPr lang="en-US"/>
        </a:p>
      </dgm:t>
    </dgm:pt>
    <dgm:pt modelId="{85279933-9082-4FCD-B70A-8BE4C87E1F52}" type="sibTrans" cxnId="{E502F62E-18A7-4373-8E3F-0D1F0D02F6C3}">
      <dgm:prSet/>
      <dgm:spPr/>
      <dgm:t>
        <a:bodyPr/>
        <a:lstStyle/>
        <a:p>
          <a:endParaRPr lang="en-US"/>
        </a:p>
      </dgm:t>
    </dgm:pt>
    <dgm:pt modelId="{24D26040-8F49-45EC-B51B-1B7CAE4A519E}">
      <dgm:prSet phldrT="[Text]" phldr="0"/>
      <dgm:spPr>
        <a:solidFill>
          <a:srgbClr val="002060"/>
        </a:solidFill>
      </dgm:spPr>
      <dgm:t>
        <a:bodyPr/>
        <a:lstStyle/>
        <a:p>
          <a:r>
            <a:rPr lang="en-US" dirty="0">
              <a:latin typeface="Arial" panose="020B0604020202020204" pitchFamily="34" charset="0"/>
              <a:cs typeface="Arial" panose="020B0604020202020204" pitchFamily="34" charset="0"/>
            </a:rPr>
            <a:t>WHAT</a:t>
          </a:r>
        </a:p>
      </dgm:t>
    </dgm:pt>
    <dgm:pt modelId="{0D5DD8B7-68A8-4342-BA70-58DCD14B7043}" type="parTrans" cxnId="{432D6B82-3288-4A89-B5E0-13F4BF01A8E1}">
      <dgm:prSet/>
      <dgm:spPr/>
      <dgm:t>
        <a:bodyPr/>
        <a:lstStyle/>
        <a:p>
          <a:endParaRPr lang="en-US"/>
        </a:p>
      </dgm:t>
    </dgm:pt>
    <dgm:pt modelId="{CF64D240-9F86-451E-B707-BBB693F05CE6}" type="sibTrans" cxnId="{432D6B82-3288-4A89-B5E0-13F4BF01A8E1}">
      <dgm:prSet/>
      <dgm:spPr/>
      <dgm:t>
        <a:bodyPr/>
        <a:lstStyle/>
        <a:p>
          <a:endParaRPr lang="en-US"/>
        </a:p>
      </dgm:t>
    </dgm:pt>
    <dgm:pt modelId="{7E963B29-084D-4B97-AC2F-A901CC064E5C}">
      <dgm:prSet phldrT="[Text]" custT="1"/>
      <dgm:spPr/>
      <dgm:t>
        <a:bodyPr/>
        <a:lstStyle/>
        <a:p>
          <a:pPr>
            <a:buFont typeface="Wingdings" panose="05000000000000000000" pitchFamily="2" charset="2"/>
            <a:buChar char="Ø"/>
          </a:pPr>
          <a:r>
            <a:rPr lang="en-US" sz="1300" dirty="0">
              <a:solidFill>
                <a:schemeClr val="accent4">
                  <a:lumMod val="50000"/>
                </a:schemeClr>
              </a:solidFill>
              <a:latin typeface="Arial" panose="020B0604020202020204" pitchFamily="34" charset="0"/>
              <a:cs typeface="Arial" panose="020B0604020202020204" pitchFamily="34" charset="0"/>
            </a:rPr>
            <a:t>All three athletes came off the bike together in the main chase group. In this position, one of the athletes was most likely to have the best performance based on run testing and historical performances. Yet, he struggled on the run and finished 3</a:t>
          </a:r>
          <a:r>
            <a:rPr lang="en-US" sz="1300" baseline="30000" dirty="0">
              <a:solidFill>
                <a:schemeClr val="accent4">
                  <a:lumMod val="50000"/>
                </a:schemeClr>
              </a:solidFill>
              <a:latin typeface="Arial" panose="020B0604020202020204" pitchFamily="34" charset="0"/>
              <a:cs typeface="Arial" panose="020B0604020202020204" pitchFamily="34" charset="0"/>
            </a:rPr>
            <a:t>rd</a:t>
          </a:r>
          <a:r>
            <a:rPr lang="en-US" sz="1300" dirty="0">
              <a:solidFill>
                <a:schemeClr val="accent4">
                  <a:lumMod val="50000"/>
                </a:schemeClr>
              </a:solidFill>
              <a:latin typeface="Arial" panose="020B0604020202020204" pitchFamily="34" charset="0"/>
              <a:cs typeface="Arial" panose="020B0604020202020204" pitchFamily="34" charset="0"/>
            </a:rPr>
            <a:t> among the group. </a:t>
          </a:r>
          <a:endParaRPr lang="en-US" sz="1300" dirty="0"/>
        </a:p>
      </dgm:t>
    </dgm:pt>
    <dgm:pt modelId="{DA1CD97D-718D-4B4B-80DE-82183C25DAB3}" type="parTrans" cxnId="{31648690-33AB-4453-923B-22B821CFEC2B}">
      <dgm:prSet/>
      <dgm:spPr/>
      <dgm:t>
        <a:bodyPr/>
        <a:lstStyle/>
        <a:p>
          <a:endParaRPr lang="en-US"/>
        </a:p>
      </dgm:t>
    </dgm:pt>
    <dgm:pt modelId="{3892A760-E77B-4A3C-8018-CE2F3EA124F8}" type="sibTrans" cxnId="{31648690-33AB-4453-923B-22B821CFEC2B}">
      <dgm:prSet/>
      <dgm:spPr/>
      <dgm:t>
        <a:bodyPr/>
        <a:lstStyle/>
        <a:p>
          <a:endParaRPr lang="en-US"/>
        </a:p>
      </dgm:t>
    </dgm:pt>
    <dgm:pt modelId="{588AE4B0-0851-4F7B-9969-BA9ADCCC0220}">
      <dgm:prSet phldrT="[Text]" phldr="0"/>
      <dgm:spPr>
        <a:solidFill>
          <a:srgbClr val="002060"/>
        </a:solidFill>
      </dgm:spPr>
      <dgm:t>
        <a:bodyPr/>
        <a:lstStyle/>
        <a:p>
          <a:r>
            <a:rPr lang="en-US" dirty="0">
              <a:latin typeface="Arial" panose="020B0604020202020204" pitchFamily="34" charset="0"/>
              <a:cs typeface="Arial" panose="020B0604020202020204" pitchFamily="34" charset="0"/>
            </a:rPr>
            <a:t>HOW</a:t>
          </a:r>
        </a:p>
      </dgm:t>
    </dgm:pt>
    <dgm:pt modelId="{365BC8DF-C9FF-4E49-96C7-93AC23DE15B7}" type="parTrans" cxnId="{2E2DD7D9-23C6-4962-9A56-429F442F1FB6}">
      <dgm:prSet/>
      <dgm:spPr/>
      <dgm:t>
        <a:bodyPr/>
        <a:lstStyle/>
        <a:p>
          <a:endParaRPr lang="en-US"/>
        </a:p>
      </dgm:t>
    </dgm:pt>
    <dgm:pt modelId="{DE452A02-B220-49F4-8494-499A35A8BC59}" type="sibTrans" cxnId="{2E2DD7D9-23C6-4962-9A56-429F442F1FB6}">
      <dgm:prSet/>
      <dgm:spPr/>
      <dgm:t>
        <a:bodyPr/>
        <a:lstStyle/>
        <a:p>
          <a:endParaRPr lang="en-US"/>
        </a:p>
      </dgm:t>
    </dgm:pt>
    <dgm:pt modelId="{735F2C79-9D48-40D8-ABE0-DC2DA02A05D0}">
      <dgm:prSet phldrT="[Text]" custT="1"/>
      <dgm:spPr/>
      <dgm:t>
        <a:bodyPr/>
        <a:lstStyle/>
        <a:p>
          <a:pPr>
            <a:buFont typeface="Wingdings" panose="05000000000000000000" pitchFamily="2" charset="2"/>
            <a:buChar char="Ø"/>
          </a:pPr>
          <a:r>
            <a:rPr lang="en-US" sz="1250" dirty="0">
              <a:solidFill>
                <a:schemeClr val="accent4">
                  <a:lumMod val="50000"/>
                </a:schemeClr>
              </a:solidFill>
              <a:latin typeface="Arial" panose="020B0604020202020204" pitchFamily="34" charset="0"/>
              <a:cs typeface="Arial" panose="020B0604020202020204" pitchFamily="34" charset="0"/>
            </a:rPr>
            <a:t>When analyzing the athletes bike data, the favored athlete’s file looks very similar to the others when isolating for average power. </a:t>
          </a:r>
          <a:r>
            <a:rPr lang="en-US" sz="1250" i="1" dirty="0">
              <a:solidFill>
                <a:schemeClr val="accent4">
                  <a:lumMod val="50000"/>
                </a:schemeClr>
              </a:solidFill>
              <a:latin typeface="Arial" panose="020B0604020202020204" pitchFamily="34" charset="0"/>
              <a:cs typeface="Arial" panose="020B0604020202020204" pitchFamily="34" charset="0"/>
            </a:rPr>
            <a:t>However</a:t>
          </a:r>
          <a:r>
            <a:rPr lang="en-US" sz="1250" dirty="0">
              <a:solidFill>
                <a:schemeClr val="accent4">
                  <a:lumMod val="50000"/>
                </a:schemeClr>
              </a:solidFill>
              <a:latin typeface="Arial" panose="020B0604020202020204" pitchFamily="34" charset="0"/>
              <a:cs typeface="Arial" panose="020B0604020202020204" pitchFamily="34" charset="0"/>
            </a:rPr>
            <a:t>, using simulation techniques we modelled out the favored athlete’s blood lactate levels and saw that he finished the bike far above his threshold, directly leading to poor run ability.</a:t>
          </a:r>
          <a:endParaRPr lang="en-US" sz="1250" dirty="0"/>
        </a:p>
      </dgm:t>
    </dgm:pt>
    <dgm:pt modelId="{A6639ADE-B296-4AD9-838B-E18576D8977D}" type="parTrans" cxnId="{1C323639-914C-4C56-BFC9-9C18FC598A11}">
      <dgm:prSet/>
      <dgm:spPr/>
      <dgm:t>
        <a:bodyPr/>
        <a:lstStyle/>
        <a:p>
          <a:endParaRPr lang="en-US"/>
        </a:p>
      </dgm:t>
    </dgm:pt>
    <dgm:pt modelId="{A4A4E2F1-A584-4E52-B5AA-566DA20FB1EB}" type="sibTrans" cxnId="{1C323639-914C-4C56-BFC9-9C18FC598A11}">
      <dgm:prSet/>
      <dgm:spPr/>
      <dgm:t>
        <a:bodyPr/>
        <a:lstStyle/>
        <a:p>
          <a:endParaRPr lang="en-US"/>
        </a:p>
      </dgm:t>
    </dgm:pt>
    <dgm:pt modelId="{DCA40B36-58A1-42CE-AA94-473A92489042}">
      <dgm:prSet/>
      <dgm:spPr>
        <a:solidFill>
          <a:srgbClr val="002060"/>
        </a:solidFill>
      </dgm:spPr>
      <dgm:t>
        <a:bodyPr/>
        <a:lstStyle/>
        <a:p>
          <a:r>
            <a:rPr lang="en-US" dirty="0">
              <a:latin typeface="Arial" panose="020B0604020202020204" pitchFamily="34" charset="0"/>
              <a:cs typeface="Arial" panose="020B0604020202020204" pitchFamily="34" charset="0"/>
            </a:rPr>
            <a:t>WHY</a:t>
          </a:r>
        </a:p>
      </dgm:t>
    </dgm:pt>
    <dgm:pt modelId="{A749B417-46F5-40CB-BDD4-E0FC7F3A944E}" type="parTrans" cxnId="{2E4AC127-0333-43E1-ABB2-C8A1DC219A25}">
      <dgm:prSet/>
      <dgm:spPr/>
      <dgm:t>
        <a:bodyPr/>
        <a:lstStyle/>
        <a:p>
          <a:endParaRPr lang="en-US"/>
        </a:p>
      </dgm:t>
    </dgm:pt>
    <dgm:pt modelId="{CFCF54CB-8CB5-43CB-9C75-7916B27CD267}" type="sibTrans" cxnId="{2E4AC127-0333-43E1-ABB2-C8A1DC219A25}">
      <dgm:prSet/>
      <dgm:spPr/>
      <dgm:t>
        <a:bodyPr/>
        <a:lstStyle/>
        <a:p>
          <a:endParaRPr lang="en-US"/>
        </a:p>
      </dgm:t>
    </dgm:pt>
    <dgm:pt modelId="{0E975F9B-2DBE-4299-9DB8-4D28EDBD5994}">
      <dgm:prSe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Without this data we may have believed the favored athlete to have lost significant run fitness. In contrast, this athlete’s run was more so affected by the surges on the bike that spiked his lactate. With more bike handling preparation and race awareness, we can help the athlete ride smarter to achieve his maximum run potential</a:t>
          </a:r>
          <a:endParaRPr lang="en-US" dirty="0"/>
        </a:p>
      </dgm:t>
    </dgm:pt>
    <dgm:pt modelId="{0AF97C5F-2C54-46F3-B651-D22AE173148C}" type="parTrans" cxnId="{BE911A0D-256A-48FA-9DD3-9D355067F6C4}">
      <dgm:prSet/>
      <dgm:spPr/>
      <dgm:t>
        <a:bodyPr/>
        <a:lstStyle/>
        <a:p>
          <a:endParaRPr lang="en-US"/>
        </a:p>
      </dgm:t>
    </dgm:pt>
    <dgm:pt modelId="{DD0B5501-CB2D-4094-89AF-81410246E019}" type="sibTrans" cxnId="{BE911A0D-256A-48FA-9DD3-9D355067F6C4}">
      <dgm:prSet/>
      <dgm:spPr/>
      <dgm:t>
        <a:bodyPr/>
        <a:lstStyle/>
        <a:p>
          <a:endParaRPr lang="en-US"/>
        </a:p>
      </dgm:t>
    </dgm:pt>
    <dgm:pt modelId="{D69C6E8A-7306-4A76-A196-8C891F18E961}" type="pres">
      <dgm:prSet presAssocID="{22C5DFA4-ED7B-4C04-88BC-ABD4D2FD95E7}" presName="Name0" presStyleCnt="0">
        <dgm:presLayoutVars>
          <dgm:dir/>
          <dgm:animLvl val="lvl"/>
          <dgm:resizeHandles val="exact"/>
        </dgm:presLayoutVars>
      </dgm:prSet>
      <dgm:spPr/>
    </dgm:pt>
    <dgm:pt modelId="{BC05AC00-003D-4F2A-B24D-54A98D232339}" type="pres">
      <dgm:prSet presAssocID="{FF30C49D-0962-4298-9700-248383EC1DA2}" presName="linNode" presStyleCnt="0"/>
      <dgm:spPr/>
    </dgm:pt>
    <dgm:pt modelId="{FEDADBAC-82B3-4694-B907-348AFFAB5076}" type="pres">
      <dgm:prSet presAssocID="{FF30C49D-0962-4298-9700-248383EC1DA2}" presName="parentText" presStyleLbl="node1" presStyleIdx="0" presStyleCnt="4">
        <dgm:presLayoutVars>
          <dgm:chMax val="1"/>
          <dgm:bulletEnabled val="1"/>
        </dgm:presLayoutVars>
      </dgm:prSet>
      <dgm:spPr/>
    </dgm:pt>
    <dgm:pt modelId="{59334AC8-CF18-4D9E-9877-B7512B2EF4A8}" type="pres">
      <dgm:prSet presAssocID="{FF30C49D-0962-4298-9700-248383EC1DA2}" presName="descendantText" presStyleLbl="alignAccFollowNode1" presStyleIdx="0" presStyleCnt="4">
        <dgm:presLayoutVars>
          <dgm:bulletEnabled val="1"/>
        </dgm:presLayoutVars>
      </dgm:prSet>
      <dgm:spPr/>
    </dgm:pt>
    <dgm:pt modelId="{E42D15D6-ED2E-4BA0-93EC-237F925F2BE7}" type="pres">
      <dgm:prSet presAssocID="{60214B19-A013-48D6-AADF-E1B667B04F1E}" presName="sp" presStyleCnt="0"/>
      <dgm:spPr/>
    </dgm:pt>
    <dgm:pt modelId="{63F77796-ED88-4B90-9606-2C23050D1744}" type="pres">
      <dgm:prSet presAssocID="{24D26040-8F49-45EC-B51B-1B7CAE4A519E}" presName="linNode" presStyleCnt="0"/>
      <dgm:spPr/>
    </dgm:pt>
    <dgm:pt modelId="{E192A2F3-7062-43B0-B849-36C4989D0B62}" type="pres">
      <dgm:prSet presAssocID="{24D26040-8F49-45EC-B51B-1B7CAE4A519E}" presName="parentText" presStyleLbl="node1" presStyleIdx="1" presStyleCnt="4">
        <dgm:presLayoutVars>
          <dgm:chMax val="1"/>
          <dgm:bulletEnabled val="1"/>
        </dgm:presLayoutVars>
      </dgm:prSet>
      <dgm:spPr/>
    </dgm:pt>
    <dgm:pt modelId="{5822CFBB-8D35-4D34-9223-38ED734F2123}" type="pres">
      <dgm:prSet presAssocID="{24D26040-8F49-45EC-B51B-1B7CAE4A519E}" presName="descendantText" presStyleLbl="alignAccFollowNode1" presStyleIdx="1" presStyleCnt="4" custLinFactNeighborX="-822" custLinFactNeighborY="0">
        <dgm:presLayoutVars>
          <dgm:bulletEnabled val="1"/>
        </dgm:presLayoutVars>
      </dgm:prSet>
      <dgm:spPr/>
    </dgm:pt>
    <dgm:pt modelId="{65BA536A-D55C-420F-AC06-EE0584395A12}" type="pres">
      <dgm:prSet presAssocID="{CF64D240-9F86-451E-B707-BBB693F05CE6}" presName="sp" presStyleCnt="0"/>
      <dgm:spPr/>
    </dgm:pt>
    <dgm:pt modelId="{D4146CB1-D87B-45D5-8BEB-F1CE813733A8}" type="pres">
      <dgm:prSet presAssocID="{588AE4B0-0851-4F7B-9969-BA9ADCCC0220}" presName="linNode" presStyleCnt="0"/>
      <dgm:spPr/>
    </dgm:pt>
    <dgm:pt modelId="{213EE9DB-A99F-4C75-9D86-676C05510BBD}" type="pres">
      <dgm:prSet presAssocID="{588AE4B0-0851-4F7B-9969-BA9ADCCC0220}" presName="parentText" presStyleLbl="node1" presStyleIdx="2" presStyleCnt="4">
        <dgm:presLayoutVars>
          <dgm:chMax val="1"/>
          <dgm:bulletEnabled val="1"/>
        </dgm:presLayoutVars>
      </dgm:prSet>
      <dgm:spPr/>
    </dgm:pt>
    <dgm:pt modelId="{B8247B09-E638-4580-BCE6-1A71E4551CD8}" type="pres">
      <dgm:prSet presAssocID="{588AE4B0-0851-4F7B-9969-BA9ADCCC0220}" presName="descendantText" presStyleLbl="alignAccFollowNode1" presStyleIdx="2" presStyleCnt="4">
        <dgm:presLayoutVars>
          <dgm:bulletEnabled val="1"/>
        </dgm:presLayoutVars>
      </dgm:prSet>
      <dgm:spPr/>
    </dgm:pt>
    <dgm:pt modelId="{8E2BD534-1132-40CD-ABF5-395D8B5575F4}" type="pres">
      <dgm:prSet presAssocID="{DE452A02-B220-49F4-8494-499A35A8BC59}" presName="sp" presStyleCnt="0"/>
      <dgm:spPr/>
    </dgm:pt>
    <dgm:pt modelId="{F415ECD8-D421-4F19-B285-41CA6785EBDF}" type="pres">
      <dgm:prSet presAssocID="{DCA40B36-58A1-42CE-AA94-473A92489042}" presName="linNode" presStyleCnt="0"/>
      <dgm:spPr/>
    </dgm:pt>
    <dgm:pt modelId="{372911A9-4B1B-441E-A0E7-4B8EB43245DF}" type="pres">
      <dgm:prSet presAssocID="{DCA40B36-58A1-42CE-AA94-473A92489042}" presName="parentText" presStyleLbl="node1" presStyleIdx="3" presStyleCnt="4">
        <dgm:presLayoutVars>
          <dgm:chMax val="1"/>
          <dgm:bulletEnabled val="1"/>
        </dgm:presLayoutVars>
      </dgm:prSet>
      <dgm:spPr/>
    </dgm:pt>
    <dgm:pt modelId="{07FCD6B8-B206-4707-8B07-790FCD92F1F6}" type="pres">
      <dgm:prSet presAssocID="{DCA40B36-58A1-42CE-AA94-473A92489042}" presName="descendantText" presStyleLbl="alignAccFollowNode1" presStyleIdx="3" presStyleCnt="4">
        <dgm:presLayoutVars>
          <dgm:bulletEnabled val="1"/>
        </dgm:presLayoutVars>
      </dgm:prSet>
      <dgm:spPr/>
    </dgm:pt>
  </dgm:ptLst>
  <dgm:cxnLst>
    <dgm:cxn modelId="{BE911A0D-256A-48FA-9DD3-9D355067F6C4}" srcId="{DCA40B36-58A1-42CE-AA94-473A92489042}" destId="{0E975F9B-2DBE-4299-9DB8-4D28EDBD5994}" srcOrd="0" destOrd="0" parTransId="{0AF97C5F-2C54-46F3-B651-D22AE173148C}" sibTransId="{DD0B5501-CB2D-4094-89AF-81410246E019}"/>
    <dgm:cxn modelId="{90363C23-4CC6-4DD5-AF21-B0CA0FFD5EC0}" srcId="{22C5DFA4-ED7B-4C04-88BC-ABD4D2FD95E7}" destId="{FF30C49D-0962-4298-9700-248383EC1DA2}" srcOrd="0" destOrd="0" parTransId="{A9939946-D4B6-4760-BEFF-0D8B03EB5699}" sibTransId="{60214B19-A013-48D6-AADF-E1B667B04F1E}"/>
    <dgm:cxn modelId="{2E4AC127-0333-43E1-ABB2-C8A1DC219A25}" srcId="{22C5DFA4-ED7B-4C04-88BC-ABD4D2FD95E7}" destId="{DCA40B36-58A1-42CE-AA94-473A92489042}" srcOrd="3" destOrd="0" parTransId="{A749B417-46F5-40CB-BDD4-E0FC7F3A944E}" sibTransId="{CFCF54CB-8CB5-43CB-9C75-7916B27CD267}"/>
    <dgm:cxn modelId="{AA869728-E85C-4FD0-BA99-BA51A59F60BA}" type="presOf" srcId="{DCA40B36-58A1-42CE-AA94-473A92489042}" destId="{372911A9-4B1B-441E-A0E7-4B8EB43245DF}" srcOrd="0" destOrd="0" presId="urn:microsoft.com/office/officeart/2005/8/layout/vList5"/>
    <dgm:cxn modelId="{2E00C128-3D32-40F8-BADA-600EED507D25}" type="presOf" srcId="{7E963B29-084D-4B97-AC2F-A901CC064E5C}" destId="{5822CFBB-8D35-4D34-9223-38ED734F2123}" srcOrd="0" destOrd="0" presId="urn:microsoft.com/office/officeart/2005/8/layout/vList5"/>
    <dgm:cxn modelId="{E502F62E-18A7-4373-8E3F-0D1F0D02F6C3}" srcId="{FF30C49D-0962-4298-9700-248383EC1DA2}" destId="{9BB53ED3-C846-49BD-9160-D9FC8BA77CDE}" srcOrd="0" destOrd="0" parTransId="{7DA3E9DF-BA6B-4741-8093-020A70F09A88}" sibTransId="{85279933-9082-4FCD-B70A-8BE4C87E1F52}"/>
    <dgm:cxn modelId="{1C323639-914C-4C56-BFC9-9C18FC598A11}" srcId="{588AE4B0-0851-4F7B-9969-BA9ADCCC0220}" destId="{735F2C79-9D48-40D8-ABE0-DC2DA02A05D0}" srcOrd="0" destOrd="0" parTransId="{A6639ADE-B296-4AD9-838B-E18576D8977D}" sibTransId="{A4A4E2F1-A584-4E52-B5AA-566DA20FB1EB}"/>
    <dgm:cxn modelId="{16F16953-B159-4607-AAB8-0D87C7A6B680}" type="presOf" srcId="{735F2C79-9D48-40D8-ABE0-DC2DA02A05D0}" destId="{B8247B09-E638-4580-BCE6-1A71E4551CD8}" srcOrd="0" destOrd="0" presId="urn:microsoft.com/office/officeart/2005/8/layout/vList5"/>
    <dgm:cxn modelId="{0DB5EE59-C004-4B55-95C0-B7C4FF5448D3}" type="presOf" srcId="{22C5DFA4-ED7B-4C04-88BC-ABD4D2FD95E7}" destId="{D69C6E8A-7306-4A76-A196-8C891F18E961}" srcOrd="0" destOrd="0" presId="urn:microsoft.com/office/officeart/2005/8/layout/vList5"/>
    <dgm:cxn modelId="{432D6B82-3288-4A89-B5E0-13F4BF01A8E1}" srcId="{22C5DFA4-ED7B-4C04-88BC-ABD4D2FD95E7}" destId="{24D26040-8F49-45EC-B51B-1B7CAE4A519E}" srcOrd="1" destOrd="0" parTransId="{0D5DD8B7-68A8-4342-BA70-58DCD14B7043}" sibTransId="{CF64D240-9F86-451E-B707-BBB693F05CE6}"/>
    <dgm:cxn modelId="{66687090-71C0-4449-9A6D-0BF41ADB9EFF}" type="presOf" srcId="{9BB53ED3-C846-49BD-9160-D9FC8BA77CDE}" destId="{59334AC8-CF18-4D9E-9877-B7512B2EF4A8}" srcOrd="0" destOrd="0" presId="urn:microsoft.com/office/officeart/2005/8/layout/vList5"/>
    <dgm:cxn modelId="{31648690-33AB-4453-923B-22B821CFEC2B}" srcId="{24D26040-8F49-45EC-B51B-1B7CAE4A519E}" destId="{7E963B29-084D-4B97-AC2F-A901CC064E5C}" srcOrd="0" destOrd="0" parTransId="{DA1CD97D-718D-4B4B-80DE-82183C25DAB3}" sibTransId="{3892A760-E77B-4A3C-8018-CE2F3EA124F8}"/>
    <dgm:cxn modelId="{6A977AA2-EE6D-402B-87FA-3422259CCF3B}" type="presOf" srcId="{FF30C49D-0962-4298-9700-248383EC1DA2}" destId="{FEDADBAC-82B3-4694-B907-348AFFAB5076}" srcOrd="0" destOrd="0" presId="urn:microsoft.com/office/officeart/2005/8/layout/vList5"/>
    <dgm:cxn modelId="{91CF90C5-342F-4A30-98FE-49068F4CA3E7}" type="presOf" srcId="{0E975F9B-2DBE-4299-9DB8-4D28EDBD5994}" destId="{07FCD6B8-B206-4707-8B07-790FCD92F1F6}" srcOrd="0" destOrd="0" presId="urn:microsoft.com/office/officeart/2005/8/layout/vList5"/>
    <dgm:cxn modelId="{1DDF03CD-D997-46D1-89A2-3153A467A7F4}" type="presOf" srcId="{24D26040-8F49-45EC-B51B-1B7CAE4A519E}" destId="{E192A2F3-7062-43B0-B849-36C4989D0B62}" srcOrd="0" destOrd="0" presId="urn:microsoft.com/office/officeart/2005/8/layout/vList5"/>
    <dgm:cxn modelId="{2E2DD7D9-23C6-4962-9A56-429F442F1FB6}" srcId="{22C5DFA4-ED7B-4C04-88BC-ABD4D2FD95E7}" destId="{588AE4B0-0851-4F7B-9969-BA9ADCCC0220}" srcOrd="2" destOrd="0" parTransId="{365BC8DF-C9FF-4E49-96C7-93AC23DE15B7}" sibTransId="{DE452A02-B220-49F4-8494-499A35A8BC59}"/>
    <dgm:cxn modelId="{1304EFFD-033C-40C6-AF16-0720A65DB020}" type="presOf" srcId="{588AE4B0-0851-4F7B-9969-BA9ADCCC0220}" destId="{213EE9DB-A99F-4C75-9D86-676C05510BBD}" srcOrd="0" destOrd="0" presId="urn:microsoft.com/office/officeart/2005/8/layout/vList5"/>
    <dgm:cxn modelId="{28BCD05B-C40E-4E87-A7CB-45D38737889C}" type="presParOf" srcId="{D69C6E8A-7306-4A76-A196-8C891F18E961}" destId="{BC05AC00-003D-4F2A-B24D-54A98D232339}" srcOrd="0" destOrd="0" presId="urn:microsoft.com/office/officeart/2005/8/layout/vList5"/>
    <dgm:cxn modelId="{C7C2AC02-E758-4E70-BBCF-9AE1EBFF479D}" type="presParOf" srcId="{BC05AC00-003D-4F2A-B24D-54A98D232339}" destId="{FEDADBAC-82B3-4694-B907-348AFFAB5076}" srcOrd="0" destOrd="0" presId="urn:microsoft.com/office/officeart/2005/8/layout/vList5"/>
    <dgm:cxn modelId="{31416196-CFE7-404C-95BD-D9573804A3DD}" type="presParOf" srcId="{BC05AC00-003D-4F2A-B24D-54A98D232339}" destId="{59334AC8-CF18-4D9E-9877-B7512B2EF4A8}" srcOrd="1" destOrd="0" presId="urn:microsoft.com/office/officeart/2005/8/layout/vList5"/>
    <dgm:cxn modelId="{95EC51DA-F715-4AA3-A6F3-0179D98A1153}" type="presParOf" srcId="{D69C6E8A-7306-4A76-A196-8C891F18E961}" destId="{E42D15D6-ED2E-4BA0-93EC-237F925F2BE7}" srcOrd="1" destOrd="0" presId="urn:microsoft.com/office/officeart/2005/8/layout/vList5"/>
    <dgm:cxn modelId="{34F7E0E7-BCD5-4752-8F9F-610ED7408DD6}" type="presParOf" srcId="{D69C6E8A-7306-4A76-A196-8C891F18E961}" destId="{63F77796-ED88-4B90-9606-2C23050D1744}" srcOrd="2" destOrd="0" presId="urn:microsoft.com/office/officeart/2005/8/layout/vList5"/>
    <dgm:cxn modelId="{106D86DD-209E-4D83-A74F-6D82B5C7EF95}" type="presParOf" srcId="{63F77796-ED88-4B90-9606-2C23050D1744}" destId="{E192A2F3-7062-43B0-B849-36C4989D0B62}" srcOrd="0" destOrd="0" presId="urn:microsoft.com/office/officeart/2005/8/layout/vList5"/>
    <dgm:cxn modelId="{EE999BB3-9A6F-4FA7-BDE9-719957FFE30C}" type="presParOf" srcId="{63F77796-ED88-4B90-9606-2C23050D1744}" destId="{5822CFBB-8D35-4D34-9223-38ED734F2123}" srcOrd="1" destOrd="0" presId="urn:microsoft.com/office/officeart/2005/8/layout/vList5"/>
    <dgm:cxn modelId="{F8D30C15-6C40-44E8-8A1C-080C66DF977D}" type="presParOf" srcId="{D69C6E8A-7306-4A76-A196-8C891F18E961}" destId="{65BA536A-D55C-420F-AC06-EE0584395A12}" srcOrd="3" destOrd="0" presId="urn:microsoft.com/office/officeart/2005/8/layout/vList5"/>
    <dgm:cxn modelId="{3BCDDD23-1014-4E90-A503-AEF2DD5DF32E}" type="presParOf" srcId="{D69C6E8A-7306-4A76-A196-8C891F18E961}" destId="{D4146CB1-D87B-45D5-8BEB-F1CE813733A8}" srcOrd="4" destOrd="0" presId="urn:microsoft.com/office/officeart/2005/8/layout/vList5"/>
    <dgm:cxn modelId="{D31E87F6-9C84-4C76-BB8C-905E69AA93CA}" type="presParOf" srcId="{D4146CB1-D87B-45D5-8BEB-F1CE813733A8}" destId="{213EE9DB-A99F-4C75-9D86-676C05510BBD}" srcOrd="0" destOrd="0" presId="urn:microsoft.com/office/officeart/2005/8/layout/vList5"/>
    <dgm:cxn modelId="{00946644-A14A-4D3C-836F-C75D83B7D685}" type="presParOf" srcId="{D4146CB1-D87B-45D5-8BEB-F1CE813733A8}" destId="{B8247B09-E638-4580-BCE6-1A71E4551CD8}" srcOrd="1" destOrd="0" presId="urn:microsoft.com/office/officeart/2005/8/layout/vList5"/>
    <dgm:cxn modelId="{ACF112D3-CB56-4D72-AE25-832600B34F84}" type="presParOf" srcId="{D69C6E8A-7306-4A76-A196-8C891F18E961}" destId="{8E2BD534-1132-40CD-ABF5-395D8B5575F4}" srcOrd="5" destOrd="0" presId="urn:microsoft.com/office/officeart/2005/8/layout/vList5"/>
    <dgm:cxn modelId="{8AEA4AE2-A81A-40A0-8498-71419F88736B}" type="presParOf" srcId="{D69C6E8A-7306-4A76-A196-8C891F18E961}" destId="{F415ECD8-D421-4F19-B285-41CA6785EBDF}" srcOrd="6" destOrd="0" presId="urn:microsoft.com/office/officeart/2005/8/layout/vList5"/>
    <dgm:cxn modelId="{0B55655D-5556-4E91-85CC-62B27CCBC2CA}" type="presParOf" srcId="{F415ECD8-D421-4F19-B285-41CA6785EBDF}" destId="{372911A9-4B1B-441E-A0E7-4B8EB43245DF}" srcOrd="0" destOrd="0" presId="urn:microsoft.com/office/officeart/2005/8/layout/vList5"/>
    <dgm:cxn modelId="{D424CF1D-7D6F-48F3-847B-02D5F1DA03DF}" type="presParOf" srcId="{F415ECD8-D421-4F19-B285-41CA6785EBDF}" destId="{07FCD6B8-B206-4707-8B07-790FCD92F1F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334AC8-CF18-4D9E-9877-B7512B2EF4A8}">
      <dsp:nvSpPr>
        <dsp:cNvPr id="0" name=""/>
        <dsp:cNvSpPr/>
      </dsp:nvSpPr>
      <dsp:spPr>
        <a:xfrm rot="5400000">
          <a:off x="3954656" y="-1418364"/>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114300" lvl="1" indent="-114300" algn="l" defTabSz="622300">
            <a:lnSpc>
              <a:spcPct val="90000"/>
            </a:lnSpc>
            <a:spcBef>
              <a:spcPct val="0"/>
            </a:spcBef>
            <a:spcAft>
              <a:spcPct val="15000"/>
            </a:spcAft>
            <a:buFont typeface="Wingdings" panose="05000000000000000000" pitchFamily="2" charset="2"/>
            <a:buChar char="Ø"/>
          </a:pPr>
          <a:r>
            <a:rPr lang="en-US" sz="1400" kern="1200" dirty="0">
              <a:solidFill>
                <a:schemeClr val="accent4">
                  <a:lumMod val="50000"/>
                </a:schemeClr>
              </a:solidFill>
              <a:latin typeface="Arial" panose="020B0604020202020204" pitchFamily="34" charset="0"/>
              <a:cs typeface="Arial" panose="020B0604020202020204" pitchFamily="34" charset="0"/>
            </a:rPr>
            <a:t>Three top USAT athletes competing at the highest level, the World Triathlon Championship Series event in Yokohama.</a:t>
          </a:r>
          <a:endParaRPr lang="en-US" sz="1400" kern="1200" dirty="0"/>
        </a:p>
      </dsp:txBody>
      <dsp:txXfrm rot="-5400000">
        <a:off x="2392318" y="199055"/>
        <a:ext cx="4197928" cy="1018170"/>
      </dsp:txXfrm>
    </dsp:sp>
    <dsp:sp modelId="{FEDADBAC-82B3-4694-B907-348AFFAB5076}">
      <dsp:nvSpPr>
        <dsp:cNvPr id="0" name=""/>
        <dsp:cNvSpPr/>
      </dsp:nvSpPr>
      <dsp:spPr>
        <a:xfrm>
          <a:off x="0" y="2932"/>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WHO</a:t>
          </a:r>
        </a:p>
      </dsp:txBody>
      <dsp:txXfrm>
        <a:off x="68851" y="71783"/>
        <a:ext cx="2254616" cy="1272713"/>
      </dsp:txXfrm>
    </dsp:sp>
    <dsp:sp modelId="{5822CFBB-8D35-4D34-9223-38ED734F2123}">
      <dsp:nvSpPr>
        <dsp:cNvPr id="0" name=""/>
        <dsp:cNvSpPr/>
      </dsp:nvSpPr>
      <dsp:spPr>
        <a:xfrm rot="5400000">
          <a:off x="3934991" y="62572"/>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114300" lvl="1" indent="-114300" algn="l" defTabSz="577850">
            <a:lnSpc>
              <a:spcPct val="90000"/>
            </a:lnSpc>
            <a:spcBef>
              <a:spcPct val="0"/>
            </a:spcBef>
            <a:spcAft>
              <a:spcPct val="15000"/>
            </a:spcAft>
            <a:buFont typeface="Wingdings" panose="05000000000000000000" pitchFamily="2" charset="2"/>
            <a:buChar char="Ø"/>
          </a:pPr>
          <a:r>
            <a:rPr lang="en-US" sz="1300" kern="1200" dirty="0">
              <a:solidFill>
                <a:schemeClr val="accent4">
                  <a:lumMod val="50000"/>
                </a:schemeClr>
              </a:solidFill>
              <a:latin typeface="Arial" panose="020B0604020202020204" pitchFamily="34" charset="0"/>
              <a:cs typeface="Arial" panose="020B0604020202020204" pitchFamily="34" charset="0"/>
            </a:rPr>
            <a:t>All three athletes came off the bike together in the main chase group. In this position, one of the athletes was most likely to have the best performance based on run testing and historical performances. Yet, he struggled on the run and finished 3</a:t>
          </a:r>
          <a:r>
            <a:rPr lang="en-US" sz="1300" kern="1200" baseline="30000" dirty="0">
              <a:solidFill>
                <a:schemeClr val="accent4">
                  <a:lumMod val="50000"/>
                </a:schemeClr>
              </a:solidFill>
              <a:latin typeface="Arial" panose="020B0604020202020204" pitchFamily="34" charset="0"/>
              <a:cs typeface="Arial" panose="020B0604020202020204" pitchFamily="34" charset="0"/>
            </a:rPr>
            <a:t>rd</a:t>
          </a:r>
          <a:r>
            <a:rPr lang="en-US" sz="1300" kern="1200" dirty="0">
              <a:solidFill>
                <a:schemeClr val="accent4">
                  <a:lumMod val="50000"/>
                </a:schemeClr>
              </a:solidFill>
              <a:latin typeface="Arial" panose="020B0604020202020204" pitchFamily="34" charset="0"/>
              <a:cs typeface="Arial" panose="020B0604020202020204" pitchFamily="34" charset="0"/>
            </a:rPr>
            <a:t> among the group. </a:t>
          </a:r>
          <a:endParaRPr lang="en-US" sz="1300" kern="1200" dirty="0"/>
        </a:p>
      </dsp:txBody>
      <dsp:txXfrm rot="-5400000">
        <a:off x="2372653" y="1679992"/>
        <a:ext cx="4197928" cy="1018170"/>
      </dsp:txXfrm>
    </dsp:sp>
    <dsp:sp modelId="{E192A2F3-7062-43B0-B849-36C4989D0B62}">
      <dsp:nvSpPr>
        <dsp:cNvPr id="0" name=""/>
        <dsp:cNvSpPr/>
      </dsp:nvSpPr>
      <dsp:spPr>
        <a:xfrm>
          <a:off x="0" y="1483869"/>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WHAT</a:t>
          </a:r>
        </a:p>
      </dsp:txBody>
      <dsp:txXfrm>
        <a:off x="68851" y="1552720"/>
        <a:ext cx="2254616" cy="1272713"/>
      </dsp:txXfrm>
    </dsp:sp>
    <dsp:sp modelId="{B8247B09-E638-4580-BCE6-1A71E4551CD8}">
      <dsp:nvSpPr>
        <dsp:cNvPr id="0" name=""/>
        <dsp:cNvSpPr/>
      </dsp:nvSpPr>
      <dsp:spPr>
        <a:xfrm rot="5400000">
          <a:off x="3954656" y="1543508"/>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114300" lvl="1" indent="-114300" algn="l" defTabSz="555625">
            <a:lnSpc>
              <a:spcPct val="90000"/>
            </a:lnSpc>
            <a:spcBef>
              <a:spcPct val="0"/>
            </a:spcBef>
            <a:spcAft>
              <a:spcPct val="15000"/>
            </a:spcAft>
            <a:buFont typeface="Wingdings" panose="05000000000000000000" pitchFamily="2" charset="2"/>
            <a:buChar char="Ø"/>
          </a:pPr>
          <a:r>
            <a:rPr lang="en-US" sz="1250" kern="1200" dirty="0">
              <a:solidFill>
                <a:schemeClr val="accent4">
                  <a:lumMod val="50000"/>
                </a:schemeClr>
              </a:solidFill>
              <a:latin typeface="Arial" panose="020B0604020202020204" pitchFamily="34" charset="0"/>
              <a:cs typeface="Arial" panose="020B0604020202020204" pitchFamily="34" charset="0"/>
            </a:rPr>
            <a:t>When analyzing the athletes bike data, the favored athlete’s file looks very similar to the others when isolating for average power. </a:t>
          </a:r>
          <a:r>
            <a:rPr lang="en-US" sz="1250" i="1" kern="1200" dirty="0">
              <a:solidFill>
                <a:schemeClr val="accent4">
                  <a:lumMod val="50000"/>
                </a:schemeClr>
              </a:solidFill>
              <a:latin typeface="Arial" panose="020B0604020202020204" pitchFamily="34" charset="0"/>
              <a:cs typeface="Arial" panose="020B0604020202020204" pitchFamily="34" charset="0"/>
            </a:rPr>
            <a:t>However</a:t>
          </a:r>
          <a:r>
            <a:rPr lang="en-US" sz="1250" kern="1200" dirty="0">
              <a:solidFill>
                <a:schemeClr val="accent4">
                  <a:lumMod val="50000"/>
                </a:schemeClr>
              </a:solidFill>
              <a:latin typeface="Arial" panose="020B0604020202020204" pitchFamily="34" charset="0"/>
              <a:cs typeface="Arial" panose="020B0604020202020204" pitchFamily="34" charset="0"/>
            </a:rPr>
            <a:t>, using simulation techniques we modelled out the favored athlete’s blood lactate levels and saw that he finished the bike far above his threshold, directly leading to poor run ability.</a:t>
          </a:r>
          <a:endParaRPr lang="en-US" sz="1250" kern="1200" dirty="0"/>
        </a:p>
      </dsp:txBody>
      <dsp:txXfrm rot="-5400000">
        <a:off x="2392318" y="3160928"/>
        <a:ext cx="4197928" cy="1018170"/>
      </dsp:txXfrm>
    </dsp:sp>
    <dsp:sp modelId="{213EE9DB-A99F-4C75-9D86-676C05510BBD}">
      <dsp:nvSpPr>
        <dsp:cNvPr id="0" name=""/>
        <dsp:cNvSpPr/>
      </dsp:nvSpPr>
      <dsp:spPr>
        <a:xfrm>
          <a:off x="0" y="2964805"/>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HOW</a:t>
          </a:r>
        </a:p>
      </dsp:txBody>
      <dsp:txXfrm>
        <a:off x="68851" y="3033656"/>
        <a:ext cx="2254616" cy="1272713"/>
      </dsp:txXfrm>
    </dsp:sp>
    <dsp:sp modelId="{07FCD6B8-B206-4707-8B07-790FCD92F1F6}">
      <dsp:nvSpPr>
        <dsp:cNvPr id="0" name=""/>
        <dsp:cNvSpPr/>
      </dsp:nvSpPr>
      <dsp:spPr>
        <a:xfrm rot="5400000">
          <a:off x="3954656" y="3024445"/>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Font typeface="Wingdings" panose="05000000000000000000" pitchFamily="2" charset="2"/>
            <a:buChar char="Ø"/>
          </a:pPr>
          <a:r>
            <a:rPr lang="en-US" sz="1200" kern="1200" dirty="0">
              <a:solidFill>
                <a:schemeClr val="accent4">
                  <a:lumMod val="50000"/>
                </a:schemeClr>
              </a:solidFill>
              <a:latin typeface="Arial" panose="020B0604020202020204" pitchFamily="34" charset="0"/>
              <a:cs typeface="Arial" panose="020B0604020202020204" pitchFamily="34" charset="0"/>
            </a:rPr>
            <a:t>Without this data we may have believed the favored athlete to have lost significant run fitness. In contrast, this athlete’s run was more so affected by the surges on the bike that spiked his lactate. With more bike handling preparation and race awareness, we can help the athlete ride smarter to achieve his maximum run potential</a:t>
          </a:r>
          <a:endParaRPr lang="en-US" sz="1200" kern="1200" dirty="0"/>
        </a:p>
      </dsp:txBody>
      <dsp:txXfrm rot="-5400000">
        <a:off x="2392318" y="4641865"/>
        <a:ext cx="4197928" cy="1018170"/>
      </dsp:txXfrm>
    </dsp:sp>
    <dsp:sp modelId="{372911A9-4B1B-441E-A0E7-4B8EB43245DF}">
      <dsp:nvSpPr>
        <dsp:cNvPr id="0" name=""/>
        <dsp:cNvSpPr/>
      </dsp:nvSpPr>
      <dsp:spPr>
        <a:xfrm>
          <a:off x="0" y="4445742"/>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WHY</a:t>
          </a:r>
        </a:p>
      </dsp:txBody>
      <dsp:txXfrm>
        <a:off x="68851" y="4514593"/>
        <a:ext cx="2254616" cy="1272713"/>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0.16031</cdr:x>
      <cdr:y>0.0231</cdr:y>
    </cdr:from>
    <cdr:to>
      <cdr:x>0.30171</cdr:x>
      <cdr:y>0.32931</cdr:y>
    </cdr:to>
    <cdr:sp macro="" textlink="">
      <cdr:nvSpPr>
        <cdr:cNvPr id="2" name="Rectangle 1">
          <a:extLst xmlns:a="http://schemas.openxmlformats.org/drawingml/2006/main">
            <a:ext uri="{FF2B5EF4-FFF2-40B4-BE49-F238E27FC236}">
              <a16:creationId xmlns:a16="http://schemas.microsoft.com/office/drawing/2014/main" id="{725CA7D1-5C28-1509-35C1-029632F7AF35}"/>
            </a:ext>
          </a:extLst>
        </cdr:cNvPr>
        <cdr:cNvSpPr/>
      </cdr:nvSpPr>
      <cdr:spPr>
        <a:xfrm xmlns:a="http://schemas.openxmlformats.org/drawingml/2006/main">
          <a:off x="1002539" y="93937"/>
          <a:ext cx="884321" cy="1245269"/>
        </a:xfrm>
        <a:prstGeom xmlns:a="http://schemas.openxmlformats.org/drawingml/2006/main" prst="rect">
          <a:avLst/>
        </a:prstGeom>
        <a:solidFill xmlns:a="http://schemas.openxmlformats.org/drawingml/2006/main">
          <a:schemeClr val="accent4">
            <a:lumMod val="20000"/>
            <a:lumOff val="80000"/>
            <a:alpha val="40000"/>
          </a:schemeClr>
        </a:solidFill>
        <a:ln xmlns:a="http://schemas.openxmlformats.org/drawingml/2006/main" w="38100">
          <a:solidFill>
            <a:schemeClr val="accent4"/>
          </a:solid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kern="12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EDAD5-609F-49FF-859D-24DC1582056E}" type="datetimeFigureOut">
              <a:rPr lang="en-CA" smtClean="0"/>
              <a:t>2026-06-22</a:t>
            </a:fld>
            <a:endParaRPr lang="en-C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A43EB-A245-42F8-820A-48FEEBF7DDD5}" type="slidenum">
              <a:rPr lang="en-CA" smtClean="0"/>
              <a:t>‹#›</a:t>
            </a:fld>
            <a:endParaRPr lang="en-CA"/>
          </a:p>
        </p:txBody>
      </p:sp>
    </p:spTree>
    <p:extLst>
      <p:ext uri="{BB962C8B-B14F-4D97-AF65-F5344CB8AC3E}">
        <p14:creationId xmlns:p14="http://schemas.microsoft.com/office/powerpoint/2010/main" val="1349696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8E904-5B45-27C9-7AD3-D722E47C4A7D}"/>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B865DB9F-471B-8763-D444-21765715DA0F}"/>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4019538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32714-E9C5-547A-05E2-3B945C5B20E1}"/>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C5CC19C3-9BA9-91CA-CC4A-9FCF684CCB3C}"/>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1612489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0511B-4E52-DF2D-A137-E5FFA1D944BB}"/>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7D45C768-E40E-907E-6244-277C573EED8B}"/>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2433887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744DE-948C-D838-9EB3-7B22A56FB7AF}"/>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08EB7A28-FF1D-3BB1-550B-AC93F95D51C0}"/>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3081821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AD48-B980-5F1F-273E-CB3F80ABA5A2}"/>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7BCEABF7-C077-C0F0-0110-A9688B1A9692}"/>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499881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585C5-ED44-91D3-0E98-6DD6F0683E43}"/>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555605E4-7B88-5947-3109-A4ACBD26BA80}"/>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871697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0DB66-FCDE-63F5-00BD-F5E9278AA43A}"/>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E2C05A5A-634F-75CE-BEFA-3BC3BA639B49}"/>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2525382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F1719-9B94-E22B-0B4E-B6D539D2F0DF}"/>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181689C4-47FA-749A-0E1E-AB1D2FE1F542}"/>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12479818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BF372733-41A3-9E6B-765A-CED336BD46D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9C3DD-8726-46CF-BEB8-0FB1D9C8C706}" type="datetime1">
              <a:rPr lang="en-CA" smtClean="0"/>
              <a:t>2026-06-22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92616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942990C6-0DDB-9998-E9D4-CF14E61FF141}"/>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C8BB7-DCB2-4DDB-A949-F2F554D34B1D}" type="datetime1">
              <a:rPr lang="en-CA" smtClean="0"/>
              <a:t>2026-06-22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400403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9FF912-3BDC-4F82-8FD5-4FE2801AFABF}" type="datetime1">
              <a:rPr lang="en-CA" smtClean="0"/>
              <a:t>2026-06-22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540092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54909DA6-EF88-CDCF-EB14-34EF58AEE82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FC10B6-B2C5-4354-B1ED-C9074EA88358}" type="datetime1">
              <a:rPr lang="en-CA" smtClean="0"/>
              <a:t>2026-06-22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1667136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959A0C-18F4-42FF-9648-AEA0A68C7E02}" type="datetime1">
              <a:rPr lang="en-CA" smtClean="0"/>
              <a:t>2026-06-22</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201074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86E8FD-5A99-478C-B897-EE2D0C6AED64}" type="datetime1">
              <a:rPr lang="en-CA" smtClean="0"/>
              <a:t>2026-06-22</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131123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FDD4E6-04C1-47B5-A23B-0E151E8A7E0C}" type="datetime1">
              <a:rPr lang="en-CA" smtClean="0"/>
              <a:t>2026-06-22</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205633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FA398E88-1DAB-0F63-CD0A-F83AADFB66E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6729E5-B83D-4A2E-B86D-A4A8DD2FFE07}" type="datetime1">
              <a:rPr lang="en-CA" smtClean="0"/>
              <a:t>2026-06-22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4083380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23E41A-3B8B-4058-9731-C9545E54075F}" type="datetime1">
              <a:rPr lang="en-CA" smtClean="0"/>
              <a:t>2026-06-22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834708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45F5F-71A2-484B-80AA-BDCBDE17A74B}" type="datetime1">
              <a:rPr lang="en-CA" smtClean="0"/>
              <a:t>2026-06-22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964324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866F92-05FA-41AF-8A35-6EB9A4FE0225}" type="datetime1">
              <a:rPr lang="en-CA" smtClean="0"/>
              <a:t>2026-06-22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1040711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CA28DC-B6C5-437E-A6CC-233C4E229912}" type="datetime1">
              <a:rPr lang="en-CA" smtClean="0"/>
              <a:t>2026-06-22</a:t>
            </a:fld>
            <a:endParaRPr lang="en-CA"/>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2F2BE-D098-4625-80FE-951C76436E4E}" type="slidenum">
              <a:rPr lang="en-CA" smtClean="0"/>
              <a:t>‹#›</a:t>
            </a:fld>
            <a:endParaRPr lang="en-CA"/>
          </a:p>
        </p:txBody>
      </p:sp>
    </p:spTree>
    <p:extLst>
      <p:ext uri="{BB962C8B-B14F-4D97-AF65-F5344CB8AC3E}">
        <p14:creationId xmlns:p14="http://schemas.microsoft.com/office/powerpoint/2010/main" val="34377690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4.png"/><Relationship Id="rId4" Type="http://schemas.openxmlformats.org/officeDocument/2006/relationships/diagramLayout" Target="../diagrams/layout1.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38A49-7EDD-4219-8A92-0D31288F49C0}"/>
              </a:ext>
            </a:extLst>
          </p:cNvPr>
          <p:cNvSpPr>
            <a:spLocks noGrp="1"/>
          </p:cNvSpPr>
          <p:nvPr>
            <p:ph type="ctrTitle"/>
          </p:nvPr>
        </p:nvSpPr>
        <p:spPr>
          <a:xfrm>
            <a:off x="360002" y="4426566"/>
            <a:ext cx="8423998" cy="2088533"/>
          </a:xfrm>
        </p:spPr>
        <p:txBody>
          <a:bodyPr anchor="t">
            <a:normAutofit fontScale="90000"/>
          </a:bodyPr>
          <a:lstStyle/>
          <a:p>
            <a:pPr algn="l">
              <a:lnSpc>
                <a:spcPct val="100000"/>
              </a:lnSpc>
            </a:pPr>
            <a:r>
              <a:rPr lang="en-US" sz="5000" b="1" dirty="0">
                <a:solidFill>
                  <a:srgbClr val="002868"/>
                </a:solidFill>
                <a:latin typeface="Arial" panose="020B0604020202020204" pitchFamily="34" charset="0"/>
                <a:cs typeface="Arial" panose="020B0604020202020204" pitchFamily="34" charset="0"/>
              </a:rPr>
              <a:t>USAT Project Podium</a:t>
            </a:r>
            <a:br>
              <a:rPr lang="en-US" sz="5000" b="1" dirty="0">
                <a:solidFill>
                  <a:srgbClr val="002868"/>
                </a:solidFill>
                <a:latin typeface="Arial" panose="020B0604020202020204" pitchFamily="34" charset="0"/>
                <a:cs typeface="Arial" panose="020B0604020202020204" pitchFamily="34" charset="0"/>
              </a:rPr>
            </a:br>
            <a:br>
              <a:rPr lang="en-US" sz="3200" b="1" dirty="0">
                <a:solidFill>
                  <a:srgbClr val="002868"/>
                </a:solidFill>
                <a:latin typeface="Arial" panose="020B0604020202020204" pitchFamily="34" charset="0"/>
                <a:cs typeface="Arial" panose="020B0604020202020204" pitchFamily="34" charset="0"/>
              </a:rPr>
            </a:br>
            <a:r>
              <a:rPr lang="en-US" sz="3200" dirty="0">
                <a:solidFill>
                  <a:srgbClr val="002868"/>
                </a:solidFill>
                <a:latin typeface="Arial" panose="020B0604020202020204" pitchFamily="34" charset="0"/>
                <a:cs typeface="Arial" panose="020B0604020202020204" pitchFamily="34" charset="0"/>
              </a:rPr>
              <a:t>Metabolic Testing and Data Analysis Update</a:t>
            </a:r>
            <a:br>
              <a:rPr lang="en-US" sz="5000" b="1" dirty="0">
                <a:solidFill>
                  <a:srgbClr val="002868"/>
                </a:solidFill>
                <a:latin typeface="Arial" panose="020B0604020202020204" pitchFamily="34" charset="0"/>
                <a:cs typeface="Arial" panose="020B0604020202020204" pitchFamily="34" charset="0"/>
              </a:rPr>
            </a:br>
            <a:br>
              <a:rPr lang="en-US" sz="5000" b="1" dirty="0">
                <a:solidFill>
                  <a:srgbClr val="002868"/>
                </a:solidFill>
                <a:latin typeface="Arial" panose="020B0604020202020204" pitchFamily="34" charset="0"/>
                <a:cs typeface="Arial" panose="020B0604020202020204" pitchFamily="34" charset="0"/>
              </a:rPr>
            </a:br>
            <a:br>
              <a:rPr lang="en-US" sz="5000" b="1" dirty="0">
                <a:solidFill>
                  <a:srgbClr val="002868"/>
                </a:solidFill>
                <a:latin typeface="Arial" panose="020B0604020202020204" pitchFamily="34" charset="0"/>
                <a:cs typeface="Arial" panose="020B0604020202020204" pitchFamily="34" charset="0"/>
              </a:rPr>
            </a:br>
            <a:endParaRPr lang="en-CA" sz="5000" b="1" dirty="0">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95E83A8C-4885-498B-BCF7-8E72B5274EF2}"/>
              </a:ext>
            </a:extLst>
          </p:cNvPr>
          <p:cNvSpPr/>
          <p:nvPr/>
        </p:nvSpPr>
        <p:spPr>
          <a:xfrm>
            <a:off x="8784000" y="0"/>
            <a:ext cx="360001"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 name="Picture 4" descr="A logo with red and blue text&#10;&#10;AI-generated content may be incorrect.">
            <a:extLst>
              <a:ext uri="{FF2B5EF4-FFF2-40B4-BE49-F238E27FC236}">
                <a16:creationId xmlns:a16="http://schemas.microsoft.com/office/drawing/2014/main" id="{D41DF0EF-F376-4AC2-AB61-3B8AE08E47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363" y="56839"/>
            <a:ext cx="5493124" cy="4276293"/>
          </a:xfrm>
          <a:prstGeom prst="rect">
            <a:avLst/>
          </a:prstGeom>
        </p:spPr>
      </p:pic>
    </p:spTree>
    <p:extLst>
      <p:ext uri="{BB962C8B-B14F-4D97-AF65-F5344CB8AC3E}">
        <p14:creationId xmlns:p14="http://schemas.microsoft.com/office/powerpoint/2010/main" val="577070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93F34-EB50-A1E2-D969-40EC2A7CC3C4}"/>
            </a:ext>
          </a:extLst>
        </p:cNvPr>
        <p:cNvGrpSpPr/>
        <p:nvPr/>
      </p:nvGrpSpPr>
      <p:grpSpPr>
        <a:xfrm>
          <a:off x="0" y="0"/>
          <a:ext cx="0" cy="0"/>
          <a:chOff x="0" y="0"/>
          <a:chExt cx="0" cy="0"/>
        </a:xfrm>
      </p:grpSpPr>
      <p:graphicFrame>
        <p:nvGraphicFramePr>
          <p:cNvPr id="27" name="Diagram 26">
            <a:extLst>
              <a:ext uri="{FF2B5EF4-FFF2-40B4-BE49-F238E27FC236}">
                <a16:creationId xmlns:a16="http://schemas.microsoft.com/office/drawing/2014/main" id="{B509D418-5F06-42FC-6245-26FD1AD13876}"/>
              </a:ext>
            </a:extLst>
          </p:cNvPr>
          <p:cNvGraphicFramePr/>
          <p:nvPr>
            <p:extLst>
              <p:ext uri="{D42A27DB-BD31-4B8C-83A1-F6EECF244321}">
                <p14:modId xmlns:p14="http://schemas.microsoft.com/office/powerpoint/2010/main" val="703541742"/>
              </p:ext>
            </p:extLst>
          </p:nvPr>
        </p:nvGraphicFramePr>
        <p:xfrm>
          <a:off x="180000" y="640870"/>
          <a:ext cx="6645328" cy="5859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hidden="1">
            <a:extLst>
              <a:ext uri="{FF2B5EF4-FFF2-40B4-BE49-F238E27FC236}">
                <a16:creationId xmlns:a16="http://schemas.microsoft.com/office/drawing/2014/main" id="{497D3A28-45D6-8043-D1FF-74F444CA3F0F}"/>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DA1C6702-BFB3-1B1A-D462-5DB942C5784C}"/>
              </a:ext>
            </a:extLst>
          </p:cNvPr>
          <p:cNvGraphicFramePr>
            <a:graphicFrameLocks noGrp="1"/>
          </p:cNvGraphicFramePr>
          <p:nvPr>
            <p:extLst>
              <p:ext uri="{D42A27DB-BD31-4B8C-83A1-F6EECF244321}">
                <p14:modId xmlns:p14="http://schemas.microsoft.com/office/powerpoint/2010/main" val="2070574829"/>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Race Overview – WTCS Yokohama</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9" name="Slide Number Placeholder 3">
            <a:extLst>
              <a:ext uri="{FF2B5EF4-FFF2-40B4-BE49-F238E27FC236}">
                <a16:creationId xmlns:a16="http://schemas.microsoft.com/office/drawing/2014/main" id="{A7FCD17B-D127-E800-50B7-7FA9065D83C8}"/>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2</a:t>
            </a:fld>
            <a:endParaRPr lang="en-CA" b="1" dirty="0">
              <a:solidFill>
                <a:schemeClr val="tx1"/>
              </a:solidFill>
              <a:latin typeface="Arial" panose="020B0604020202020204" pitchFamily="34" charset="0"/>
              <a:cs typeface="Arial" panose="020B0604020202020204" pitchFamily="34" charset="0"/>
            </a:endParaRPr>
          </a:p>
        </p:txBody>
      </p:sp>
      <p:sp>
        <p:nvSpPr>
          <p:cNvPr id="5" name="Arrow: Right 4">
            <a:extLst>
              <a:ext uri="{FF2B5EF4-FFF2-40B4-BE49-F238E27FC236}">
                <a16:creationId xmlns:a16="http://schemas.microsoft.com/office/drawing/2014/main" id="{3D901ECE-851A-E514-4A12-6C8AD6466314}"/>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pic>
        <p:nvPicPr>
          <p:cNvPr id="1026" name="Picture 2">
            <a:extLst>
              <a:ext uri="{FF2B5EF4-FFF2-40B4-BE49-F238E27FC236}">
                <a16:creationId xmlns:a16="http://schemas.microsoft.com/office/drawing/2014/main" id="{1DC3BCD6-2458-56BA-C040-3A96C3E01F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27350" y="640870"/>
            <a:ext cx="1718276" cy="171827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7B93435-932E-996D-4052-0A561835874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27348" y="2753222"/>
            <a:ext cx="1805925" cy="18059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B91E9EC-CC36-DE9B-7D49-7D64F8A8D1C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76105" y="4953224"/>
            <a:ext cx="1708413" cy="170841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508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9D653-94EC-284B-C527-9BD81B4D448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3F2C03EB-C196-DF3D-B3CD-5AA96CAFEB0F}"/>
              </a:ext>
            </a:extLst>
          </p:cNvPr>
          <p:cNvPicPr>
            <a:picLocks noChangeAspect="1"/>
          </p:cNvPicPr>
          <p:nvPr/>
        </p:nvPicPr>
        <p:blipFill>
          <a:blip r:embed="rId3"/>
          <a:srcRect r="5341"/>
          <a:stretch>
            <a:fillRect/>
          </a:stretch>
        </p:blipFill>
        <p:spPr>
          <a:xfrm>
            <a:off x="243184" y="1564751"/>
            <a:ext cx="8716615" cy="2331720"/>
          </a:xfrm>
          <a:prstGeom prst="rect">
            <a:avLst/>
          </a:prstGeom>
        </p:spPr>
      </p:pic>
      <p:sp>
        <p:nvSpPr>
          <p:cNvPr id="4" name="Title" hidden="1">
            <a:extLst>
              <a:ext uri="{FF2B5EF4-FFF2-40B4-BE49-F238E27FC236}">
                <a16:creationId xmlns:a16="http://schemas.microsoft.com/office/drawing/2014/main" id="{17770509-D174-AC5A-12FF-CBF6441ADF1D}"/>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9B1CFEAC-D881-0C82-09E6-6559D6024AD0}"/>
              </a:ext>
            </a:extLst>
          </p:cNvPr>
          <p:cNvGraphicFramePr>
            <a:graphicFrameLocks noGrp="1"/>
          </p:cNvGraphicFramePr>
          <p:nvPr>
            <p:extLst>
              <p:ext uri="{D42A27DB-BD31-4B8C-83A1-F6EECF244321}">
                <p14:modId xmlns:p14="http://schemas.microsoft.com/office/powerpoint/2010/main" val="872855499"/>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Blake Bullard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CBD82FDE-34AD-F0AE-1EC3-EB35BEA8090D}"/>
              </a:ext>
            </a:extLst>
          </p:cNvPr>
          <p:cNvSpPr txBox="1"/>
          <p:nvPr/>
        </p:nvSpPr>
        <p:spPr>
          <a:xfrm>
            <a:off x="179999" y="461048"/>
            <a:ext cx="8779799"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Despite being in the breakaway, Blake minimized his surges over 600W once. Then when falling back into the main chase, Blake rode mostly around a medio effort keeping lactate below 4 mmol/kg</a:t>
            </a:r>
          </a:p>
        </p:txBody>
      </p:sp>
      <p:sp>
        <p:nvSpPr>
          <p:cNvPr id="19" name="Slide Number Placeholder 3">
            <a:extLst>
              <a:ext uri="{FF2B5EF4-FFF2-40B4-BE49-F238E27FC236}">
                <a16:creationId xmlns:a16="http://schemas.microsoft.com/office/drawing/2014/main" id="{EF80D034-F17B-612D-D0C3-7EBB026FC0F7}"/>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3</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407C0AE-FFEB-AC27-A9A0-9ED9F920D146}"/>
              </a:ext>
            </a:extLst>
          </p:cNvPr>
          <p:cNvSpPr txBox="1"/>
          <p:nvPr/>
        </p:nvSpPr>
        <p:spPr>
          <a:xfrm>
            <a:off x="0" y="6627524"/>
            <a:ext cx="6370320" cy="215444"/>
          </a:xfrm>
          <a:prstGeom prst="rect">
            <a:avLst/>
          </a:prstGeom>
          <a:noFill/>
        </p:spPr>
        <p:txBody>
          <a:bodyPr wrap="square" rtlCol="0">
            <a:spAutoFit/>
          </a:bodyPr>
          <a:lstStyle/>
          <a:p>
            <a:pPr lvl="0">
              <a:defRPr/>
            </a:pPr>
            <a:r>
              <a:rPr lang="en-US" sz="800" i="1" dirty="0">
                <a:latin typeface="Arial" panose="020B0604020202020204" pitchFamily="34" charset="0"/>
                <a:cs typeface="Arial" panose="020B0604020202020204" pitchFamily="34" charset="0"/>
              </a:rPr>
              <a:t>Note: Power file shown with 2s smoothing for better visibility</a:t>
            </a:r>
          </a:p>
        </p:txBody>
      </p:sp>
      <p:sp>
        <p:nvSpPr>
          <p:cNvPr id="5" name="Arrow: Right 4">
            <a:extLst>
              <a:ext uri="{FF2B5EF4-FFF2-40B4-BE49-F238E27FC236}">
                <a16:creationId xmlns:a16="http://schemas.microsoft.com/office/drawing/2014/main" id="{B895DD2D-CE19-6082-3410-6426648F1EF7}"/>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4" name="Table 13">
            <a:extLst>
              <a:ext uri="{FF2B5EF4-FFF2-40B4-BE49-F238E27FC236}">
                <a16:creationId xmlns:a16="http://schemas.microsoft.com/office/drawing/2014/main" id="{3EE53276-530A-60A0-1E94-EED65989E79D}"/>
              </a:ext>
            </a:extLst>
          </p:cNvPr>
          <p:cNvGraphicFramePr>
            <a:graphicFrameLocks noGrp="1"/>
          </p:cNvGraphicFramePr>
          <p:nvPr/>
        </p:nvGraphicFramePr>
        <p:xfrm>
          <a:off x="213692" y="3910153"/>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Simulated Blood Lactate Concentration</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C20C08CE-47B5-5EEE-97A1-3F3D8C2A123D}"/>
              </a:ext>
            </a:extLst>
          </p:cNvPr>
          <p:cNvGraphicFramePr>
            <a:graphicFrameLocks noGrp="1"/>
          </p:cNvGraphicFramePr>
          <p:nvPr/>
        </p:nvGraphicFramePr>
        <p:xfrm>
          <a:off x="243184" y="1230100"/>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Raw Power File</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9" name="Rectangle 8">
            <a:extLst>
              <a:ext uri="{FF2B5EF4-FFF2-40B4-BE49-F238E27FC236}">
                <a16:creationId xmlns:a16="http://schemas.microsoft.com/office/drawing/2014/main" id="{015A7290-7D6F-1261-83B4-FFC458E9B1CC}"/>
              </a:ext>
            </a:extLst>
          </p:cNvPr>
          <p:cNvSpPr/>
          <p:nvPr/>
        </p:nvSpPr>
        <p:spPr>
          <a:xfrm>
            <a:off x="745958" y="1569986"/>
            <a:ext cx="8184350" cy="246782"/>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aphicFrame>
        <p:nvGraphicFramePr>
          <p:cNvPr id="7" name="Chart 6">
            <a:extLst>
              <a:ext uri="{FF2B5EF4-FFF2-40B4-BE49-F238E27FC236}">
                <a16:creationId xmlns:a16="http://schemas.microsoft.com/office/drawing/2014/main" id="{C6B82067-39FF-E61B-582D-B86434FBC970}"/>
              </a:ext>
            </a:extLst>
          </p:cNvPr>
          <p:cNvGraphicFramePr>
            <a:graphicFrameLocks/>
          </p:cNvGraphicFramePr>
          <p:nvPr>
            <p:extLst>
              <p:ext uri="{D42A27DB-BD31-4B8C-83A1-F6EECF244321}">
                <p14:modId xmlns:p14="http://schemas.microsoft.com/office/powerpoint/2010/main" val="195993898"/>
              </p:ext>
            </p:extLst>
          </p:nvPr>
        </p:nvGraphicFramePr>
        <p:xfrm>
          <a:off x="107810" y="4235563"/>
          <a:ext cx="8970015" cy="239196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63121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3B627-D256-906E-67DA-4AF62892D3CE}"/>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3C27A906-FEBF-2A89-F049-0E9FA3A6FB98}"/>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BE9127BE-62E0-BF42-DCCF-1C67A83FFCDE}"/>
              </a:ext>
            </a:extLst>
          </p:cNvPr>
          <p:cNvGraphicFramePr>
            <a:graphicFrameLocks noGrp="1"/>
          </p:cNvGraphicFramePr>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Blake Bullard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6E393FD1-736B-E711-7CD2-C428B535A767}"/>
              </a:ext>
            </a:extLst>
          </p:cNvPr>
          <p:cNvSpPr txBox="1"/>
          <p:nvPr/>
        </p:nvSpPr>
        <p:spPr>
          <a:xfrm>
            <a:off x="180000" y="461048"/>
            <a:ext cx="8524898" cy="1024896"/>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Blake began the bike in a small 7-man breakaway coming out of the water yet had his highest spikes in lactate once he had been dropped and settled into the main chase group. This suggests that Blake needs to continue working on bike skills rather than pure power numbers</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Blake relatively even pacing resulted in a VI of 1.08, always keeping lactate below 4 mmol/kg and even dropped it all the way below 2 mmol/kg before starting the run</a:t>
            </a:r>
          </a:p>
        </p:txBody>
      </p:sp>
      <p:sp>
        <p:nvSpPr>
          <p:cNvPr id="19" name="Slide Number Placeholder 3">
            <a:extLst>
              <a:ext uri="{FF2B5EF4-FFF2-40B4-BE49-F238E27FC236}">
                <a16:creationId xmlns:a16="http://schemas.microsoft.com/office/drawing/2014/main" id="{13A05E52-0CDD-7382-F92D-9723B99992DB}"/>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4</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34" name="Table 33">
            <a:extLst>
              <a:ext uri="{FF2B5EF4-FFF2-40B4-BE49-F238E27FC236}">
                <a16:creationId xmlns:a16="http://schemas.microsoft.com/office/drawing/2014/main" id="{F233B115-4BBE-64BD-FED1-651B4F93045A}"/>
              </a:ext>
            </a:extLst>
          </p:cNvPr>
          <p:cNvGraphicFramePr>
            <a:graphicFrameLocks noGrp="1"/>
          </p:cNvGraphicFramePr>
          <p:nvPr>
            <p:extLst>
              <p:ext uri="{D42A27DB-BD31-4B8C-83A1-F6EECF244321}">
                <p14:modId xmlns:p14="http://schemas.microsoft.com/office/powerpoint/2010/main" val="244810891"/>
              </p:ext>
            </p:extLst>
          </p:nvPr>
        </p:nvGraphicFramePr>
        <p:xfrm>
          <a:off x="348341" y="2047632"/>
          <a:ext cx="6021979" cy="423024"/>
        </p:xfrm>
        <a:graphic>
          <a:graphicData uri="http://schemas.openxmlformats.org/drawingml/2006/table">
            <a:tbl>
              <a:tblPr firstRow="1" bandRow="1">
                <a:tableStyleId>{5C22544A-7EE6-4342-B048-85BDC9FD1C3A}</a:tableStyleId>
              </a:tblPr>
              <a:tblGrid>
                <a:gridCol w="6021979">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Simulated Blood Lactate Concentration</a:t>
                      </a:r>
                      <a:endParaRPr lang="en-CA" sz="1600" b="1" dirty="0">
                        <a:solidFill>
                          <a:schemeClr val="bg1"/>
                        </a:solidFill>
                        <a:latin typeface="Arial" panose="020B0604020202020204" pitchFamily="34" charset="0"/>
                        <a:cs typeface="Arial" panose="020B0604020202020204" pitchFamily="34" charset="0"/>
                      </a:endParaRPr>
                    </a:p>
                  </a:txBody>
                  <a:tcPr marL="45720" marR="45720"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5" name="Arrow: Right 4">
            <a:extLst>
              <a:ext uri="{FF2B5EF4-FFF2-40B4-BE49-F238E27FC236}">
                <a16:creationId xmlns:a16="http://schemas.microsoft.com/office/drawing/2014/main" id="{B50C7879-41EF-31C0-78BF-D5D19AF0DF50}"/>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9" name="Chart 8">
            <a:extLst>
              <a:ext uri="{FF2B5EF4-FFF2-40B4-BE49-F238E27FC236}">
                <a16:creationId xmlns:a16="http://schemas.microsoft.com/office/drawing/2014/main" id="{185299B2-0E13-978F-C3F5-9EF014C9C8CF}"/>
              </a:ext>
            </a:extLst>
          </p:cNvPr>
          <p:cNvGraphicFramePr>
            <a:graphicFrameLocks/>
          </p:cNvGraphicFramePr>
          <p:nvPr/>
        </p:nvGraphicFramePr>
        <p:xfrm>
          <a:off x="180000" y="2583088"/>
          <a:ext cx="6323068" cy="39464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10">
            <a:extLst>
              <a:ext uri="{FF2B5EF4-FFF2-40B4-BE49-F238E27FC236}">
                <a16:creationId xmlns:a16="http://schemas.microsoft.com/office/drawing/2014/main" id="{C58EF821-FA82-92A8-8A70-7B3AC616D01E}"/>
              </a:ext>
            </a:extLst>
          </p:cNvPr>
          <p:cNvGraphicFramePr>
            <a:graphicFrameLocks noGrp="1"/>
          </p:cNvGraphicFramePr>
          <p:nvPr>
            <p:extLst>
              <p:ext uri="{D42A27DB-BD31-4B8C-83A1-F6EECF244321}">
                <p14:modId xmlns:p14="http://schemas.microsoft.com/office/powerpoint/2010/main" val="3578850084"/>
              </p:ext>
            </p:extLst>
          </p:nvPr>
        </p:nvGraphicFramePr>
        <p:xfrm>
          <a:off x="6503068" y="2583088"/>
          <a:ext cx="2524534" cy="2788968"/>
        </p:xfrm>
        <a:graphic>
          <a:graphicData uri="http://schemas.openxmlformats.org/drawingml/2006/table">
            <a:tbl>
              <a:tblPr firstRow="1" bandRow="1">
                <a:tableStyleId>{69CF1AB2-1976-4502-BF36-3FF5EA218861}</a:tableStyleId>
              </a:tblPr>
              <a:tblGrid>
                <a:gridCol w="1579772">
                  <a:extLst>
                    <a:ext uri="{9D8B030D-6E8A-4147-A177-3AD203B41FA5}">
                      <a16:colId xmlns:a16="http://schemas.microsoft.com/office/drawing/2014/main" val="1262563088"/>
                    </a:ext>
                  </a:extLst>
                </a:gridCol>
                <a:gridCol w="944762">
                  <a:extLst>
                    <a:ext uri="{9D8B030D-6E8A-4147-A177-3AD203B41FA5}">
                      <a16:colId xmlns:a16="http://schemas.microsoft.com/office/drawing/2014/main" val="1270878411"/>
                    </a:ext>
                  </a:extLst>
                </a:gridCol>
              </a:tblGrid>
              <a:tr h="697242">
                <a:tc>
                  <a:txBody>
                    <a:bodyPr/>
                    <a:lstStyle/>
                    <a:p>
                      <a:r>
                        <a:rPr lang="en-US" b="1" dirty="0"/>
                        <a:t>Average Power</a:t>
                      </a:r>
                    </a:p>
                  </a:txBody>
                  <a:tcPr/>
                </a:tc>
                <a:tc>
                  <a:txBody>
                    <a:bodyPr/>
                    <a:lstStyle/>
                    <a:p>
                      <a:pPr algn="ctr"/>
                      <a:r>
                        <a:rPr lang="en-US" b="1" dirty="0"/>
                        <a:t>259 W</a:t>
                      </a:r>
                    </a:p>
                  </a:txBody>
                  <a:tcPr/>
                </a:tc>
                <a:extLst>
                  <a:ext uri="{0D108BD9-81ED-4DB2-BD59-A6C34878D82A}">
                    <a16:rowId xmlns:a16="http://schemas.microsoft.com/office/drawing/2014/main" val="3959205401"/>
                  </a:ext>
                </a:extLst>
              </a:tr>
              <a:tr h="697242">
                <a:tc>
                  <a:txBody>
                    <a:bodyPr/>
                    <a:lstStyle/>
                    <a:p>
                      <a:r>
                        <a:rPr lang="en-US" b="1" dirty="0"/>
                        <a:t>Average Power w/o 0’s</a:t>
                      </a:r>
                    </a:p>
                  </a:txBody>
                  <a:tcPr/>
                </a:tc>
                <a:tc>
                  <a:txBody>
                    <a:bodyPr/>
                    <a:lstStyle/>
                    <a:p>
                      <a:pPr algn="ctr"/>
                      <a:r>
                        <a:rPr lang="en-US" b="1" dirty="0"/>
                        <a:t>290 W</a:t>
                      </a:r>
                    </a:p>
                  </a:txBody>
                  <a:tcPr/>
                </a:tc>
                <a:extLst>
                  <a:ext uri="{0D108BD9-81ED-4DB2-BD59-A6C34878D82A}">
                    <a16:rowId xmlns:a16="http://schemas.microsoft.com/office/drawing/2014/main" val="3030524825"/>
                  </a:ext>
                </a:extLst>
              </a:tr>
              <a:tr h="697242">
                <a:tc>
                  <a:txBody>
                    <a:bodyPr/>
                    <a:lstStyle/>
                    <a:p>
                      <a:r>
                        <a:rPr lang="en-US" b="1" dirty="0"/>
                        <a:t>Normalized Power</a:t>
                      </a:r>
                    </a:p>
                  </a:txBody>
                  <a:tcPr/>
                </a:tc>
                <a:tc>
                  <a:txBody>
                    <a:bodyPr/>
                    <a:lstStyle/>
                    <a:p>
                      <a:pPr algn="ctr"/>
                      <a:r>
                        <a:rPr lang="en-US" b="1" dirty="0"/>
                        <a:t>279 W</a:t>
                      </a:r>
                    </a:p>
                  </a:txBody>
                  <a:tcPr/>
                </a:tc>
                <a:extLst>
                  <a:ext uri="{0D108BD9-81ED-4DB2-BD59-A6C34878D82A}">
                    <a16:rowId xmlns:a16="http://schemas.microsoft.com/office/drawing/2014/main" val="482038568"/>
                  </a:ext>
                </a:extLst>
              </a:tr>
              <a:tr h="697242">
                <a:tc>
                  <a:txBody>
                    <a:bodyPr/>
                    <a:lstStyle/>
                    <a:p>
                      <a:r>
                        <a:rPr lang="en-US" b="1" dirty="0"/>
                        <a:t>Variability Index</a:t>
                      </a:r>
                    </a:p>
                  </a:txBody>
                  <a:tcPr/>
                </a:tc>
                <a:tc>
                  <a:txBody>
                    <a:bodyPr/>
                    <a:lstStyle/>
                    <a:p>
                      <a:pPr algn="ctr"/>
                      <a:r>
                        <a:rPr lang="en-US" b="1" dirty="0"/>
                        <a:t>1.08</a:t>
                      </a:r>
                    </a:p>
                  </a:txBody>
                  <a:tcPr/>
                </a:tc>
                <a:extLst>
                  <a:ext uri="{0D108BD9-81ED-4DB2-BD59-A6C34878D82A}">
                    <a16:rowId xmlns:a16="http://schemas.microsoft.com/office/drawing/2014/main" val="1577450112"/>
                  </a:ext>
                </a:extLst>
              </a:tr>
            </a:tbl>
          </a:graphicData>
        </a:graphic>
      </p:graphicFrame>
      <p:graphicFrame>
        <p:nvGraphicFramePr>
          <p:cNvPr id="14" name="Table 13">
            <a:extLst>
              <a:ext uri="{FF2B5EF4-FFF2-40B4-BE49-F238E27FC236}">
                <a16:creationId xmlns:a16="http://schemas.microsoft.com/office/drawing/2014/main" id="{4802501F-00E1-28BB-6CA7-2232AB597CF6}"/>
              </a:ext>
            </a:extLst>
          </p:cNvPr>
          <p:cNvGraphicFramePr>
            <a:graphicFrameLocks noGrp="1"/>
          </p:cNvGraphicFramePr>
          <p:nvPr>
            <p:extLst>
              <p:ext uri="{D42A27DB-BD31-4B8C-83A1-F6EECF244321}">
                <p14:modId xmlns:p14="http://schemas.microsoft.com/office/powerpoint/2010/main" val="3792509674"/>
              </p:ext>
            </p:extLst>
          </p:nvPr>
        </p:nvGraphicFramePr>
        <p:xfrm>
          <a:off x="6497118" y="2047632"/>
          <a:ext cx="2524534" cy="423024"/>
        </p:xfrm>
        <a:graphic>
          <a:graphicData uri="http://schemas.openxmlformats.org/drawingml/2006/table">
            <a:tbl>
              <a:tblPr firstRow="1" bandRow="1">
                <a:tableStyleId>{5C22544A-7EE6-4342-B048-85BDC9FD1C3A}</a:tableStyleId>
              </a:tblPr>
              <a:tblGrid>
                <a:gridCol w="2524534">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Bike Metrics</a:t>
                      </a:r>
                      <a:endParaRPr lang="en-CA" sz="16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15" name="Speech Bubble: Rectangle 14">
            <a:extLst>
              <a:ext uri="{FF2B5EF4-FFF2-40B4-BE49-F238E27FC236}">
                <a16:creationId xmlns:a16="http://schemas.microsoft.com/office/drawing/2014/main" id="{D8577322-2F7F-D30C-B123-EFC6C93804D6}"/>
              </a:ext>
            </a:extLst>
          </p:cNvPr>
          <p:cNvSpPr/>
          <p:nvPr/>
        </p:nvSpPr>
        <p:spPr>
          <a:xfrm>
            <a:off x="4880381" y="6090628"/>
            <a:ext cx="1743003" cy="612648"/>
          </a:xfrm>
          <a:prstGeom prst="wedgeRectCallout">
            <a:avLst>
              <a:gd name="adj1" fmla="val 15193"/>
              <a:gd name="adj2" fmla="val -1368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Ending </a:t>
            </a:r>
            <a:r>
              <a:rPr lang="en-US" dirty="0" err="1"/>
              <a:t>LaB</a:t>
            </a:r>
            <a:r>
              <a:rPr lang="en-US" dirty="0"/>
              <a:t> – 1.3</a:t>
            </a:r>
          </a:p>
        </p:txBody>
      </p:sp>
    </p:spTree>
    <p:extLst>
      <p:ext uri="{BB962C8B-B14F-4D97-AF65-F5344CB8AC3E}">
        <p14:creationId xmlns:p14="http://schemas.microsoft.com/office/powerpoint/2010/main" val="3584851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CAE6E-81D3-ABA9-AC81-DC38200FEA4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60C043D-70B3-7F25-236B-4957A472DD90}"/>
              </a:ext>
            </a:extLst>
          </p:cNvPr>
          <p:cNvPicPr>
            <a:picLocks noChangeAspect="1"/>
          </p:cNvPicPr>
          <p:nvPr/>
        </p:nvPicPr>
        <p:blipFill>
          <a:blip r:embed="rId3"/>
          <a:srcRect r="4802" b="-785"/>
          <a:stretch>
            <a:fillRect/>
          </a:stretch>
        </p:blipFill>
        <p:spPr>
          <a:xfrm>
            <a:off x="305492" y="1560129"/>
            <a:ext cx="8399405" cy="2350023"/>
          </a:xfrm>
          <a:prstGeom prst="rect">
            <a:avLst/>
          </a:prstGeom>
        </p:spPr>
      </p:pic>
      <p:sp>
        <p:nvSpPr>
          <p:cNvPr id="4" name="Title" hidden="1">
            <a:extLst>
              <a:ext uri="{FF2B5EF4-FFF2-40B4-BE49-F238E27FC236}">
                <a16:creationId xmlns:a16="http://schemas.microsoft.com/office/drawing/2014/main" id="{E36242FD-7DBA-2695-2BC1-17E7F567EE21}"/>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F638F977-437B-2AB6-8201-07B9D0761394}"/>
              </a:ext>
            </a:extLst>
          </p:cNvPr>
          <p:cNvGraphicFramePr>
            <a:graphicFrameLocks noGrp="1"/>
          </p:cNvGraphicFramePr>
          <p:nvPr>
            <p:extLst>
              <p:ext uri="{D42A27DB-BD31-4B8C-83A1-F6EECF244321}">
                <p14:modId xmlns:p14="http://schemas.microsoft.com/office/powerpoint/2010/main" val="2576198590"/>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Braxton Legg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90B1A0E4-2E1E-59CE-9720-5A36876C83A5}"/>
              </a:ext>
            </a:extLst>
          </p:cNvPr>
          <p:cNvSpPr txBox="1"/>
          <p:nvPr/>
        </p:nvSpPr>
        <p:spPr>
          <a:xfrm>
            <a:off x="180000" y="461048"/>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As a taller athlete, Braxton is a bit heavier, but also has the highest threshold among the three. Despite an ability to hold higher power, Braxton minimized his surges over 600W to only 3 times during the ride. This kept his lactate below 4 mmol/kg for the whole effort.</a:t>
            </a:r>
          </a:p>
        </p:txBody>
      </p:sp>
      <p:sp>
        <p:nvSpPr>
          <p:cNvPr id="19" name="Slide Number Placeholder 3">
            <a:extLst>
              <a:ext uri="{FF2B5EF4-FFF2-40B4-BE49-F238E27FC236}">
                <a16:creationId xmlns:a16="http://schemas.microsoft.com/office/drawing/2014/main" id="{1B43CB00-3167-66FA-34FB-3BD9288E7535}"/>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5</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E0F3812B-F781-B05D-FF11-5D0CD749C94F}"/>
              </a:ext>
            </a:extLst>
          </p:cNvPr>
          <p:cNvSpPr txBox="1"/>
          <p:nvPr/>
        </p:nvSpPr>
        <p:spPr>
          <a:xfrm>
            <a:off x="0" y="6627524"/>
            <a:ext cx="6370320" cy="215444"/>
          </a:xfrm>
          <a:prstGeom prst="rect">
            <a:avLst/>
          </a:prstGeom>
          <a:noFill/>
        </p:spPr>
        <p:txBody>
          <a:bodyPr wrap="square" rtlCol="0">
            <a:spAutoFit/>
          </a:bodyPr>
          <a:lstStyle/>
          <a:p>
            <a:pPr lvl="0">
              <a:defRPr/>
            </a:pPr>
            <a:r>
              <a:rPr lang="en-US" sz="800" i="1" dirty="0">
                <a:latin typeface="Arial" panose="020B0604020202020204" pitchFamily="34" charset="0"/>
                <a:cs typeface="Arial" panose="020B0604020202020204" pitchFamily="34" charset="0"/>
              </a:rPr>
              <a:t>Note: Power file shown with 2s smoothing for better visibility</a:t>
            </a:r>
          </a:p>
        </p:txBody>
      </p:sp>
      <p:sp>
        <p:nvSpPr>
          <p:cNvPr id="5" name="Arrow: Right 4">
            <a:extLst>
              <a:ext uri="{FF2B5EF4-FFF2-40B4-BE49-F238E27FC236}">
                <a16:creationId xmlns:a16="http://schemas.microsoft.com/office/drawing/2014/main" id="{074916CD-E748-CB72-2419-011C1754F96E}"/>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4" name="Table 13">
            <a:extLst>
              <a:ext uri="{FF2B5EF4-FFF2-40B4-BE49-F238E27FC236}">
                <a16:creationId xmlns:a16="http://schemas.microsoft.com/office/drawing/2014/main" id="{E89F6991-7B08-FC6E-BA84-3E5650FDF2A7}"/>
              </a:ext>
            </a:extLst>
          </p:cNvPr>
          <p:cNvGraphicFramePr>
            <a:graphicFrameLocks noGrp="1"/>
          </p:cNvGraphicFramePr>
          <p:nvPr/>
        </p:nvGraphicFramePr>
        <p:xfrm>
          <a:off x="213692" y="3910153"/>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Simulated Blood Lactate Concentration</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0AE6EDCE-432C-DA19-2A1F-E9B6239A5A76}"/>
              </a:ext>
            </a:extLst>
          </p:cNvPr>
          <p:cNvGraphicFramePr>
            <a:graphicFrameLocks noGrp="1"/>
          </p:cNvGraphicFramePr>
          <p:nvPr/>
        </p:nvGraphicFramePr>
        <p:xfrm>
          <a:off x="243184" y="1230100"/>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Raw Power File</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9" name="Rectangle 8">
            <a:extLst>
              <a:ext uri="{FF2B5EF4-FFF2-40B4-BE49-F238E27FC236}">
                <a16:creationId xmlns:a16="http://schemas.microsoft.com/office/drawing/2014/main" id="{FEF0DA39-1CE8-9C27-9F6E-E3FFB365CCB3}"/>
              </a:ext>
            </a:extLst>
          </p:cNvPr>
          <p:cNvSpPr/>
          <p:nvPr/>
        </p:nvSpPr>
        <p:spPr>
          <a:xfrm>
            <a:off x="782053" y="1569986"/>
            <a:ext cx="7922844" cy="300926"/>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aphicFrame>
        <p:nvGraphicFramePr>
          <p:cNvPr id="10" name="Chart 9">
            <a:extLst>
              <a:ext uri="{FF2B5EF4-FFF2-40B4-BE49-F238E27FC236}">
                <a16:creationId xmlns:a16="http://schemas.microsoft.com/office/drawing/2014/main" id="{F7B82684-7917-E559-81BC-A45C24B5FFF1}"/>
              </a:ext>
            </a:extLst>
          </p:cNvPr>
          <p:cNvGraphicFramePr>
            <a:graphicFrameLocks/>
          </p:cNvGraphicFramePr>
          <p:nvPr>
            <p:extLst>
              <p:ext uri="{D42A27DB-BD31-4B8C-83A1-F6EECF244321}">
                <p14:modId xmlns:p14="http://schemas.microsoft.com/office/powerpoint/2010/main" val="3164929523"/>
              </p:ext>
            </p:extLst>
          </p:nvPr>
        </p:nvGraphicFramePr>
        <p:xfrm>
          <a:off x="0" y="4250039"/>
          <a:ext cx="8959800" cy="241601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7391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03D9A-114E-AFDB-E370-20CFD2979EB7}"/>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ED8095AF-3183-C6FF-E2B7-31414F912CEE}"/>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B089C604-5534-5C62-210E-DB67BE6F9DE7}"/>
              </a:ext>
            </a:extLst>
          </p:cNvPr>
          <p:cNvGraphicFramePr>
            <a:graphicFrameLocks noGrp="1"/>
          </p:cNvGraphicFramePr>
          <p:nvPr>
            <p:extLst>
              <p:ext uri="{D42A27DB-BD31-4B8C-83A1-F6EECF244321}">
                <p14:modId xmlns:p14="http://schemas.microsoft.com/office/powerpoint/2010/main" val="2324954067"/>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Braxton Legg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52181E8F-4698-59A3-3272-DEEF8F970F23}"/>
              </a:ext>
            </a:extLst>
          </p:cNvPr>
          <p:cNvSpPr txBox="1"/>
          <p:nvPr/>
        </p:nvSpPr>
        <p:spPr>
          <a:xfrm>
            <a:off x="180000" y="461048"/>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Braxton also rode a mostly consistent effort with a VI of 1.09, keeping any surges to a minimum and riding a large portion of the ride near his maximum lactate clearance zone</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He finished the ride with lactate concentration of 2.06 and went on for his best run performance to date</a:t>
            </a:r>
          </a:p>
        </p:txBody>
      </p:sp>
      <p:sp>
        <p:nvSpPr>
          <p:cNvPr id="19" name="Slide Number Placeholder 3">
            <a:extLst>
              <a:ext uri="{FF2B5EF4-FFF2-40B4-BE49-F238E27FC236}">
                <a16:creationId xmlns:a16="http://schemas.microsoft.com/office/drawing/2014/main" id="{24F15837-03BE-359D-D59B-4E26A3EDE4FE}"/>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6</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34" name="Table 33">
            <a:extLst>
              <a:ext uri="{FF2B5EF4-FFF2-40B4-BE49-F238E27FC236}">
                <a16:creationId xmlns:a16="http://schemas.microsoft.com/office/drawing/2014/main" id="{E1632CD6-838A-8D78-1CDD-453FEE0195C6}"/>
              </a:ext>
            </a:extLst>
          </p:cNvPr>
          <p:cNvGraphicFramePr>
            <a:graphicFrameLocks noGrp="1"/>
          </p:cNvGraphicFramePr>
          <p:nvPr>
            <p:extLst>
              <p:ext uri="{D42A27DB-BD31-4B8C-83A1-F6EECF244321}">
                <p14:modId xmlns:p14="http://schemas.microsoft.com/office/powerpoint/2010/main" val="3821755267"/>
              </p:ext>
            </p:extLst>
          </p:nvPr>
        </p:nvGraphicFramePr>
        <p:xfrm>
          <a:off x="348342" y="1957394"/>
          <a:ext cx="5865970" cy="423024"/>
        </p:xfrm>
        <a:graphic>
          <a:graphicData uri="http://schemas.openxmlformats.org/drawingml/2006/table">
            <a:tbl>
              <a:tblPr firstRow="1" bandRow="1">
                <a:tableStyleId>{5C22544A-7EE6-4342-B048-85BDC9FD1C3A}</a:tableStyleId>
              </a:tblPr>
              <a:tblGrid>
                <a:gridCol w="5865970">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Simulated Blood Lactate Concentration</a:t>
                      </a:r>
                      <a:endParaRPr lang="en-CA" sz="1600" b="1" dirty="0">
                        <a:solidFill>
                          <a:schemeClr val="bg1"/>
                        </a:solidFill>
                        <a:latin typeface="Arial" panose="020B0604020202020204" pitchFamily="34" charset="0"/>
                        <a:cs typeface="Arial" panose="020B0604020202020204" pitchFamily="34" charset="0"/>
                      </a:endParaRPr>
                    </a:p>
                  </a:txBody>
                  <a:tcPr marL="45720" marR="45720"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5" name="Arrow: Right 4">
            <a:extLst>
              <a:ext uri="{FF2B5EF4-FFF2-40B4-BE49-F238E27FC236}">
                <a16:creationId xmlns:a16="http://schemas.microsoft.com/office/drawing/2014/main" id="{19120802-2ED2-45E7-4EC6-0AF0F992E6BE}"/>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1" name="Table 10">
            <a:extLst>
              <a:ext uri="{FF2B5EF4-FFF2-40B4-BE49-F238E27FC236}">
                <a16:creationId xmlns:a16="http://schemas.microsoft.com/office/drawing/2014/main" id="{2687C7AE-D3D8-8F1C-4C36-A2137937C48E}"/>
              </a:ext>
            </a:extLst>
          </p:cNvPr>
          <p:cNvGraphicFramePr>
            <a:graphicFrameLocks noGrp="1"/>
          </p:cNvGraphicFramePr>
          <p:nvPr>
            <p:extLst>
              <p:ext uri="{D42A27DB-BD31-4B8C-83A1-F6EECF244321}">
                <p14:modId xmlns:p14="http://schemas.microsoft.com/office/powerpoint/2010/main" val="3114059400"/>
              </p:ext>
            </p:extLst>
          </p:nvPr>
        </p:nvGraphicFramePr>
        <p:xfrm>
          <a:off x="6491037" y="2583088"/>
          <a:ext cx="2536565" cy="2788968"/>
        </p:xfrm>
        <a:graphic>
          <a:graphicData uri="http://schemas.openxmlformats.org/drawingml/2006/table">
            <a:tbl>
              <a:tblPr firstRow="1" bandRow="1">
                <a:tableStyleId>{69CF1AB2-1976-4502-BF36-3FF5EA218861}</a:tableStyleId>
              </a:tblPr>
              <a:tblGrid>
                <a:gridCol w="1587300">
                  <a:extLst>
                    <a:ext uri="{9D8B030D-6E8A-4147-A177-3AD203B41FA5}">
                      <a16:colId xmlns:a16="http://schemas.microsoft.com/office/drawing/2014/main" val="1262563088"/>
                    </a:ext>
                  </a:extLst>
                </a:gridCol>
                <a:gridCol w="949265">
                  <a:extLst>
                    <a:ext uri="{9D8B030D-6E8A-4147-A177-3AD203B41FA5}">
                      <a16:colId xmlns:a16="http://schemas.microsoft.com/office/drawing/2014/main" val="1270878411"/>
                    </a:ext>
                  </a:extLst>
                </a:gridCol>
              </a:tblGrid>
              <a:tr h="697242">
                <a:tc>
                  <a:txBody>
                    <a:bodyPr/>
                    <a:lstStyle/>
                    <a:p>
                      <a:r>
                        <a:rPr lang="en-US" b="1" dirty="0"/>
                        <a:t>Average Power</a:t>
                      </a:r>
                    </a:p>
                  </a:txBody>
                  <a:tcPr/>
                </a:tc>
                <a:tc>
                  <a:txBody>
                    <a:bodyPr/>
                    <a:lstStyle/>
                    <a:p>
                      <a:pPr algn="ctr"/>
                      <a:r>
                        <a:rPr lang="en-US" b="1" dirty="0"/>
                        <a:t>267 W</a:t>
                      </a:r>
                    </a:p>
                  </a:txBody>
                  <a:tcPr/>
                </a:tc>
                <a:extLst>
                  <a:ext uri="{0D108BD9-81ED-4DB2-BD59-A6C34878D82A}">
                    <a16:rowId xmlns:a16="http://schemas.microsoft.com/office/drawing/2014/main" val="3959205401"/>
                  </a:ext>
                </a:extLst>
              </a:tr>
              <a:tr h="6972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Average Power w/o 0’s</a:t>
                      </a:r>
                    </a:p>
                  </a:txBody>
                  <a:tcPr/>
                </a:tc>
                <a:tc>
                  <a:txBody>
                    <a:bodyPr/>
                    <a:lstStyle/>
                    <a:p>
                      <a:pPr algn="ctr"/>
                      <a:r>
                        <a:rPr lang="en-US" b="1" dirty="0"/>
                        <a:t>307 W</a:t>
                      </a:r>
                    </a:p>
                  </a:txBody>
                  <a:tcPr/>
                </a:tc>
                <a:extLst>
                  <a:ext uri="{0D108BD9-81ED-4DB2-BD59-A6C34878D82A}">
                    <a16:rowId xmlns:a16="http://schemas.microsoft.com/office/drawing/2014/main" val="2527663783"/>
                  </a:ext>
                </a:extLst>
              </a:tr>
              <a:tr h="697242">
                <a:tc>
                  <a:txBody>
                    <a:bodyPr/>
                    <a:lstStyle/>
                    <a:p>
                      <a:r>
                        <a:rPr lang="en-US" b="1" dirty="0"/>
                        <a:t>Normalized Power</a:t>
                      </a:r>
                    </a:p>
                  </a:txBody>
                  <a:tcPr/>
                </a:tc>
                <a:tc>
                  <a:txBody>
                    <a:bodyPr/>
                    <a:lstStyle/>
                    <a:p>
                      <a:pPr algn="ctr"/>
                      <a:r>
                        <a:rPr lang="en-US" b="1" dirty="0"/>
                        <a:t>289 W</a:t>
                      </a:r>
                    </a:p>
                  </a:txBody>
                  <a:tcPr/>
                </a:tc>
                <a:extLst>
                  <a:ext uri="{0D108BD9-81ED-4DB2-BD59-A6C34878D82A}">
                    <a16:rowId xmlns:a16="http://schemas.microsoft.com/office/drawing/2014/main" val="482038568"/>
                  </a:ext>
                </a:extLst>
              </a:tr>
              <a:tr h="697242">
                <a:tc>
                  <a:txBody>
                    <a:bodyPr/>
                    <a:lstStyle/>
                    <a:p>
                      <a:r>
                        <a:rPr lang="en-US" b="1" dirty="0"/>
                        <a:t>Variability Index</a:t>
                      </a:r>
                    </a:p>
                  </a:txBody>
                  <a:tcPr/>
                </a:tc>
                <a:tc>
                  <a:txBody>
                    <a:bodyPr/>
                    <a:lstStyle/>
                    <a:p>
                      <a:pPr algn="ctr"/>
                      <a:r>
                        <a:rPr lang="en-US" b="1" dirty="0"/>
                        <a:t>1.09</a:t>
                      </a:r>
                    </a:p>
                  </a:txBody>
                  <a:tcPr/>
                </a:tc>
                <a:extLst>
                  <a:ext uri="{0D108BD9-81ED-4DB2-BD59-A6C34878D82A}">
                    <a16:rowId xmlns:a16="http://schemas.microsoft.com/office/drawing/2014/main" val="1577450112"/>
                  </a:ext>
                </a:extLst>
              </a:tr>
            </a:tbl>
          </a:graphicData>
        </a:graphic>
      </p:graphicFrame>
      <p:graphicFrame>
        <p:nvGraphicFramePr>
          <p:cNvPr id="14" name="Table 13">
            <a:extLst>
              <a:ext uri="{FF2B5EF4-FFF2-40B4-BE49-F238E27FC236}">
                <a16:creationId xmlns:a16="http://schemas.microsoft.com/office/drawing/2014/main" id="{FCEFBED1-186E-6737-76FD-7EA29D8705B0}"/>
              </a:ext>
            </a:extLst>
          </p:cNvPr>
          <p:cNvGraphicFramePr>
            <a:graphicFrameLocks noGrp="1"/>
          </p:cNvGraphicFramePr>
          <p:nvPr>
            <p:extLst>
              <p:ext uri="{D42A27DB-BD31-4B8C-83A1-F6EECF244321}">
                <p14:modId xmlns:p14="http://schemas.microsoft.com/office/powerpoint/2010/main" val="1405265567"/>
              </p:ext>
            </p:extLst>
          </p:nvPr>
        </p:nvGraphicFramePr>
        <p:xfrm>
          <a:off x="6485087" y="1957394"/>
          <a:ext cx="2536565" cy="423024"/>
        </p:xfrm>
        <a:graphic>
          <a:graphicData uri="http://schemas.openxmlformats.org/drawingml/2006/table">
            <a:tbl>
              <a:tblPr firstRow="1" bandRow="1">
                <a:tableStyleId>{5C22544A-7EE6-4342-B048-85BDC9FD1C3A}</a:tableStyleId>
              </a:tblPr>
              <a:tblGrid>
                <a:gridCol w="2536565">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Bike Metrics</a:t>
                      </a:r>
                      <a:endParaRPr lang="en-CA" sz="16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6" name="Chart 5">
            <a:extLst>
              <a:ext uri="{FF2B5EF4-FFF2-40B4-BE49-F238E27FC236}">
                <a16:creationId xmlns:a16="http://schemas.microsoft.com/office/drawing/2014/main" id="{C6B82067-39FF-E61B-582D-B86434FBC970}"/>
              </a:ext>
            </a:extLst>
          </p:cNvPr>
          <p:cNvGraphicFramePr>
            <a:graphicFrameLocks/>
          </p:cNvGraphicFramePr>
          <p:nvPr>
            <p:extLst>
              <p:ext uri="{D42A27DB-BD31-4B8C-83A1-F6EECF244321}">
                <p14:modId xmlns:p14="http://schemas.microsoft.com/office/powerpoint/2010/main" val="2872248300"/>
              </p:ext>
            </p:extLst>
          </p:nvPr>
        </p:nvGraphicFramePr>
        <p:xfrm>
          <a:off x="180000" y="2583088"/>
          <a:ext cx="6190320" cy="3946444"/>
        </p:xfrm>
        <a:graphic>
          <a:graphicData uri="http://schemas.openxmlformats.org/drawingml/2006/chart">
            <c:chart xmlns:c="http://schemas.openxmlformats.org/drawingml/2006/chart" xmlns:r="http://schemas.openxmlformats.org/officeDocument/2006/relationships" r:id="rId3"/>
          </a:graphicData>
        </a:graphic>
      </p:graphicFrame>
      <p:sp>
        <p:nvSpPr>
          <p:cNvPr id="3" name="Speech Bubble: Rectangle 2">
            <a:extLst>
              <a:ext uri="{FF2B5EF4-FFF2-40B4-BE49-F238E27FC236}">
                <a16:creationId xmlns:a16="http://schemas.microsoft.com/office/drawing/2014/main" id="{DAD6F4EA-6A16-9045-84D6-F17DA6AAF0CD}"/>
              </a:ext>
            </a:extLst>
          </p:cNvPr>
          <p:cNvSpPr/>
          <p:nvPr/>
        </p:nvSpPr>
        <p:spPr>
          <a:xfrm>
            <a:off x="4957010" y="6096883"/>
            <a:ext cx="2310894" cy="612648"/>
          </a:xfrm>
          <a:prstGeom prst="wedgeRectCallout">
            <a:avLst>
              <a:gd name="adj1" fmla="val -5598"/>
              <a:gd name="adj2" fmla="val -1829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Ending </a:t>
            </a:r>
            <a:r>
              <a:rPr lang="en-US" dirty="0" err="1"/>
              <a:t>LaB</a:t>
            </a:r>
            <a:r>
              <a:rPr lang="en-US" dirty="0"/>
              <a:t> – 2.06</a:t>
            </a:r>
          </a:p>
        </p:txBody>
      </p:sp>
    </p:spTree>
    <p:extLst>
      <p:ext uri="{BB962C8B-B14F-4D97-AF65-F5344CB8AC3E}">
        <p14:creationId xmlns:p14="http://schemas.microsoft.com/office/powerpoint/2010/main" val="401473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0B82B-02B6-A3EE-F6AD-B6BF18B19223}"/>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9864CB97-76B7-F2A1-6A7A-672B3EBFD924}"/>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61576454-DEEA-8B51-6F2E-409D5D74CE45}"/>
              </a:ext>
            </a:extLst>
          </p:cNvPr>
          <p:cNvGraphicFramePr>
            <a:graphicFrameLocks noGrp="1"/>
          </p:cNvGraphicFramePr>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Reese Vannerson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DD1BA8D3-D30A-2C3C-9ED4-8C067BCB49B1}"/>
              </a:ext>
            </a:extLst>
          </p:cNvPr>
          <p:cNvSpPr txBox="1"/>
          <p:nvPr/>
        </p:nvSpPr>
        <p:spPr>
          <a:xfrm>
            <a:off x="180000" y="393656"/>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Reese spent significant time over 600 watts with several surges ~800 watts. This caused his lactate to rise significantly above threshold. Additionally, his bike positioning kept him from being able to ride his maximum lactate clearance wattage, keeping lactate high</a:t>
            </a:r>
          </a:p>
        </p:txBody>
      </p:sp>
      <p:sp>
        <p:nvSpPr>
          <p:cNvPr id="19" name="Slide Number Placeholder 3">
            <a:extLst>
              <a:ext uri="{FF2B5EF4-FFF2-40B4-BE49-F238E27FC236}">
                <a16:creationId xmlns:a16="http://schemas.microsoft.com/office/drawing/2014/main" id="{3A5A4D64-D6FE-1173-3B9B-2C3C51380DAD}"/>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7</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702637A-AF03-0054-B5AB-149283C2252E}"/>
              </a:ext>
            </a:extLst>
          </p:cNvPr>
          <p:cNvSpPr txBox="1"/>
          <p:nvPr/>
        </p:nvSpPr>
        <p:spPr>
          <a:xfrm>
            <a:off x="0" y="6627524"/>
            <a:ext cx="6370320" cy="215444"/>
          </a:xfrm>
          <a:prstGeom prst="rect">
            <a:avLst/>
          </a:prstGeom>
          <a:noFill/>
        </p:spPr>
        <p:txBody>
          <a:bodyPr wrap="square" rtlCol="0">
            <a:spAutoFit/>
          </a:bodyPr>
          <a:lstStyle/>
          <a:p>
            <a:pPr lvl="0">
              <a:defRPr/>
            </a:pPr>
            <a:r>
              <a:rPr lang="en-US" sz="800" i="1" dirty="0">
                <a:latin typeface="Arial" panose="020B0604020202020204" pitchFamily="34" charset="0"/>
                <a:cs typeface="Arial" panose="020B0604020202020204" pitchFamily="34" charset="0"/>
              </a:rPr>
              <a:t>Note: Power file shown with 2s smoothing for better visibility</a:t>
            </a:r>
          </a:p>
        </p:txBody>
      </p:sp>
      <p:sp>
        <p:nvSpPr>
          <p:cNvPr id="5" name="Arrow: Right 4">
            <a:extLst>
              <a:ext uri="{FF2B5EF4-FFF2-40B4-BE49-F238E27FC236}">
                <a16:creationId xmlns:a16="http://schemas.microsoft.com/office/drawing/2014/main" id="{914AB44F-2A5A-3090-2A7B-7E71C0B23ED9}"/>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4" name="Table 13">
            <a:extLst>
              <a:ext uri="{FF2B5EF4-FFF2-40B4-BE49-F238E27FC236}">
                <a16:creationId xmlns:a16="http://schemas.microsoft.com/office/drawing/2014/main" id="{F2D9EB21-DE24-0596-D155-1DAFA3C6ACA8}"/>
              </a:ext>
            </a:extLst>
          </p:cNvPr>
          <p:cNvGraphicFramePr>
            <a:graphicFrameLocks noGrp="1"/>
          </p:cNvGraphicFramePr>
          <p:nvPr>
            <p:extLst>
              <p:ext uri="{D42A27DB-BD31-4B8C-83A1-F6EECF244321}">
                <p14:modId xmlns:p14="http://schemas.microsoft.com/office/powerpoint/2010/main" val="1412549917"/>
              </p:ext>
            </p:extLst>
          </p:nvPr>
        </p:nvGraphicFramePr>
        <p:xfrm>
          <a:off x="213692" y="3910153"/>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Simulated Blood Lactate Concentration</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8" name="Chart 7">
            <a:extLst>
              <a:ext uri="{FF2B5EF4-FFF2-40B4-BE49-F238E27FC236}">
                <a16:creationId xmlns:a16="http://schemas.microsoft.com/office/drawing/2014/main" id="{612ABB2D-B492-053D-ADA7-436B16EFA85B}"/>
              </a:ext>
            </a:extLst>
          </p:cNvPr>
          <p:cNvGraphicFramePr>
            <a:graphicFrameLocks/>
          </p:cNvGraphicFramePr>
          <p:nvPr>
            <p:extLst>
              <p:ext uri="{D42A27DB-BD31-4B8C-83A1-F6EECF244321}">
                <p14:modId xmlns:p14="http://schemas.microsoft.com/office/powerpoint/2010/main" val="1576249058"/>
              </p:ext>
            </p:extLst>
          </p:nvPr>
        </p:nvGraphicFramePr>
        <p:xfrm>
          <a:off x="147098" y="4241511"/>
          <a:ext cx="8783210" cy="2551852"/>
        </p:xfrm>
        <a:graphic>
          <a:graphicData uri="http://schemas.openxmlformats.org/drawingml/2006/chart">
            <c:chart xmlns:c="http://schemas.openxmlformats.org/drawingml/2006/chart" xmlns:r="http://schemas.openxmlformats.org/officeDocument/2006/relationships" r:id="rId3"/>
          </a:graphicData>
        </a:graphic>
      </p:graphicFrame>
      <p:pic>
        <p:nvPicPr>
          <p:cNvPr id="7" name="Picture 6">
            <a:extLst>
              <a:ext uri="{FF2B5EF4-FFF2-40B4-BE49-F238E27FC236}">
                <a16:creationId xmlns:a16="http://schemas.microsoft.com/office/drawing/2014/main" id="{B6C1B2DE-E391-6FE8-E9D4-CD0AD3A8112F}"/>
              </a:ext>
            </a:extLst>
          </p:cNvPr>
          <p:cNvPicPr>
            <a:picLocks noChangeAspect="1"/>
          </p:cNvPicPr>
          <p:nvPr/>
        </p:nvPicPr>
        <p:blipFill>
          <a:blip r:embed="rId4"/>
          <a:srcRect r="4706"/>
          <a:stretch>
            <a:fillRect/>
          </a:stretch>
        </p:blipFill>
        <p:spPr>
          <a:xfrm>
            <a:off x="389266" y="1560325"/>
            <a:ext cx="7810255" cy="2331331"/>
          </a:xfrm>
          <a:prstGeom prst="rect">
            <a:avLst/>
          </a:prstGeom>
        </p:spPr>
      </p:pic>
      <p:graphicFrame>
        <p:nvGraphicFramePr>
          <p:cNvPr id="6" name="Table 5">
            <a:extLst>
              <a:ext uri="{FF2B5EF4-FFF2-40B4-BE49-F238E27FC236}">
                <a16:creationId xmlns:a16="http://schemas.microsoft.com/office/drawing/2014/main" id="{90B45CC8-430B-04A4-234B-FA732D3698F1}"/>
              </a:ext>
            </a:extLst>
          </p:cNvPr>
          <p:cNvGraphicFramePr>
            <a:graphicFrameLocks noGrp="1"/>
          </p:cNvGraphicFramePr>
          <p:nvPr>
            <p:extLst>
              <p:ext uri="{D42A27DB-BD31-4B8C-83A1-F6EECF244321}">
                <p14:modId xmlns:p14="http://schemas.microsoft.com/office/powerpoint/2010/main" val="3133690327"/>
              </p:ext>
            </p:extLst>
          </p:nvPr>
        </p:nvGraphicFramePr>
        <p:xfrm>
          <a:off x="243184" y="1230100"/>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Raw Power File</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9" name="Rectangle 8">
            <a:extLst>
              <a:ext uri="{FF2B5EF4-FFF2-40B4-BE49-F238E27FC236}">
                <a16:creationId xmlns:a16="http://schemas.microsoft.com/office/drawing/2014/main" id="{28D168D9-DDDF-AA4A-DB82-1CB9A3C84168}"/>
              </a:ext>
            </a:extLst>
          </p:cNvPr>
          <p:cNvSpPr/>
          <p:nvPr/>
        </p:nvSpPr>
        <p:spPr>
          <a:xfrm>
            <a:off x="794085" y="1702468"/>
            <a:ext cx="7405436" cy="51977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472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B9856-59A2-1C19-209D-7418CDACF94C}"/>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8591AC25-9E21-CF2C-F8A7-24A6ACFAC76B}"/>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E64DD948-A792-E6D7-6277-77D256FFE20C}"/>
              </a:ext>
            </a:extLst>
          </p:cNvPr>
          <p:cNvGraphicFramePr>
            <a:graphicFrameLocks noGrp="1"/>
          </p:cNvGraphicFramePr>
          <p:nvPr>
            <p:extLst>
              <p:ext uri="{D42A27DB-BD31-4B8C-83A1-F6EECF244321}">
                <p14:modId xmlns:p14="http://schemas.microsoft.com/office/powerpoint/2010/main" val="189013640"/>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Reese Vannerson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D98A5F01-193F-C566-BE7C-57B984675A42}"/>
              </a:ext>
            </a:extLst>
          </p:cNvPr>
          <p:cNvSpPr txBox="1"/>
          <p:nvPr/>
        </p:nvSpPr>
        <p:spPr>
          <a:xfrm>
            <a:off x="180000" y="461048"/>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Despite a similar average power as Blake and Braxton, Reese had a higher Variability Index of 1.14 demonstrating the surges within his ride</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With an ending blood lactate value of 8.21, Reese was significantly over threshold beginning the run</a:t>
            </a:r>
          </a:p>
        </p:txBody>
      </p:sp>
      <p:sp>
        <p:nvSpPr>
          <p:cNvPr id="19" name="Slide Number Placeholder 3">
            <a:extLst>
              <a:ext uri="{FF2B5EF4-FFF2-40B4-BE49-F238E27FC236}">
                <a16:creationId xmlns:a16="http://schemas.microsoft.com/office/drawing/2014/main" id="{08AAD7A8-E360-B50B-0D05-7B53630BD710}"/>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8</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34" name="Table 33">
            <a:extLst>
              <a:ext uri="{FF2B5EF4-FFF2-40B4-BE49-F238E27FC236}">
                <a16:creationId xmlns:a16="http://schemas.microsoft.com/office/drawing/2014/main" id="{9CC52F6D-C664-B2A0-6AAA-4AC984DF3CA2}"/>
              </a:ext>
            </a:extLst>
          </p:cNvPr>
          <p:cNvGraphicFramePr>
            <a:graphicFrameLocks noGrp="1"/>
          </p:cNvGraphicFramePr>
          <p:nvPr>
            <p:extLst>
              <p:ext uri="{D42A27DB-BD31-4B8C-83A1-F6EECF244321}">
                <p14:modId xmlns:p14="http://schemas.microsoft.com/office/powerpoint/2010/main" val="3413911387"/>
              </p:ext>
            </p:extLst>
          </p:nvPr>
        </p:nvGraphicFramePr>
        <p:xfrm>
          <a:off x="348342" y="1957394"/>
          <a:ext cx="5908080" cy="423024"/>
        </p:xfrm>
        <a:graphic>
          <a:graphicData uri="http://schemas.openxmlformats.org/drawingml/2006/table">
            <a:tbl>
              <a:tblPr firstRow="1" bandRow="1">
                <a:tableStyleId>{5C22544A-7EE6-4342-B048-85BDC9FD1C3A}</a:tableStyleId>
              </a:tblPr>
              <a:tblGrid>
                <a:gridCol w="5908080">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Simulated Blood Lactate Concentration</a:t>
                      </a:r>
                      <a:endParaRPr lang="en-CA" sz="1600" b="1" dirty="0">
                        <a:solidFill>
                          <a:schemeClr val="bg1"/>
                        </a:solidFill>
                        <a:latin typeface="Arial" panose="020B0604020202020204" pitchFamily="34" charset="0"/>
                        <a:cs typeface="Arial" panose="020B0604020202020204" pitchFamily="34" charset="0"/>
                      </a:endParaRPr>
                    </a:p>
                  </a:txBody>
                  <a:tcPr marL="45720" marR="45720"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5" name="Arrow: Right 4">
            <a:extLst>
              <a:ext uri="{FF2B5EF4-FFF2-40B4-BE49-F238E27FC236}">
                <a16:creationId xmlns:a16="http://schemas.microsoft.com/office/drawing/2014/main" id="{CC176E2D-8D10-8058-8A59-6B76A88B955A}"/>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1" name="Table 10">
            <a:extLst>
              <a:ext uri="{FF2B5EF4-FFF2-40B4-BE49-F238E27FC236}">
                <a16:creationId xmlns:a16="http://schemas.microsoft.com/office/drawing/2014/main" id="{62FFDB7A-A146-0B75-3A90-21848AFCF464}"/>
              </a:ext>
            </a:extLst>
          </p:cNvPr>
          <p:cNvGraphicFramePr>
            <a:graphicFrameLocks noGrp="1"/>
          </p:cNvGraphicFramePr>
          <p:nvPr>
            <p:extLst>
              <p:ext uri="{D42A27DB-BD31-4B8C-83A1-F6EECF244321}">
                <p14:modId xmlns:p14="http://schemas.microsoft.com/office/powerpoint/2010/main" val="4055735017"/>
              </p:ext>
            </p:extLst>
          </p:nvPr>
        </p:nvGraphicFramePr>
        <p:xfrm>
          <a:off x="6509084" y="2583088"/>
          <a:ext cx="2518518" cy="2788968"/>
        </p:xfrm>
        <a:graphic>
          <a:graphicData uri="http://schemas.openxmlformats.org/drawingml/2006/table">
            <a:tbl>
              <a:tblPr firstRow="1" bandRow="1">
                <a:tableStyleId>{69CF1AB2-1976-4502-BF36-3FF5EA218861}</a:tableStyleId>
              </a:tblPr>
              <a:tblGrid>
                <a:gridCol w="1576007">
                  <a:extLst>
                    <a:ext uri="{9D8B030D-6E8A-4147-A177-3AD203B41FA5}">
                      <a16:colId xmlns:a16="http://schemas.microsoft.com/office/drawing/2014/main" val="1262563088"/>
                    </a:ext>
                  </a:extLst>
                </a:gridCol>
                <a:gridCol w="942511">
                  <a:extLst>
                    <a:ext uri="{9D8B030D-6E8A-4147-A177-3AD203B41FA5}">
                      <a16:colId xmlns:a16="http://schemas.microsoft.com/office/drawing/2014/main" val="1270878411"/>
                    </a:ext>
                  </a:extLst>
                </a:gridCol>
              </a:tblGrid>
              <a:tr h="697242">
                <a:tc>
                  <a:txBody>
                    <a:bodyPr/>
                    <a:lstStyle/>
                    <a:p>
                      <a:r>
                        <a:rPr lang="en-US" b="1" dirty="0"/>
                        <a:t>Average Power</a:t>
                      </a:r>
                    </a:p>
                  </a:txBody>
                  <a:tcPr/>
                </a:tc>
                <a:tc>
                  <a:txBody>
                    <a:bodyPr/>
                    <a:lstStyle/>
                    <a:p>
                      <a:pPr algn="ctr"/>
                      <a:r>
                        <a:rPr lang="en-US" b="1" dirty="0"/>
                        <a:t>274 W</a:t>
                      </a:r>
                    </a:p>
                  </a:txBody>
                  <a:tcPr/>
                </a:tc>
                <a:extLst>
                  <a:ext uri="{0D108BD9-81ED-4DB2-BD59-A6C34878D82A}">
                    <a16:rowId xmlns:a16="http://schemas.microsoft.com/office/drawing/2014/main" val="3959205401"/>
                  </a:ext>
                </a:extLst>
              </a:tr>
              <a:tr h="6972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Average Power w/o 0’s</a:t>
                      </a:r>
                    </a:p>
                  </a:txBody>
                  <a:tcPr/>
                </a:tc>
                <a:tc>
                  <a:txBody>
                    <a:bodyPr/>
                    <a:lstStyle/>
                    <a:p>
                      <a:pPr algn="ctr"/>
                      <a:r>
                        <a:rPr lang="en-US" b="1" dirty="0"/>
                        <a:t>314 W</a:t>
                      </a:r>
                    </a:p>
                  </a:txBody>
                  <a:tcPr/>
                </a:tc>
                <a:extLst>
                  <a:ext uri="{0D108BD9-81ED-4DB2-BD59-A6C34878D82A}">
                    <a16:rowId xmlns:a16="http://schemas.microsoft.com/office/drawing/2014/main" val="1629680562"/>
                  </a:ext>
                </a:extLst>
              </a:tr>
              <a:tr h="697242">
                <a:tc>
                  <a:txBody>
                    <a:bodyPr/>
                    <a:lstStyle/>
                    <a:p>
                      <a:r>
                        <a:rPr lang="en-US" b="1" dirty="0"/>
                        <a:t>Normalized Power</a:t>
                      </a:r>
                    </a:p>
                  </a:txBody>
                  <a:tcPr/>
                </a:tc>
                <a:tc>
                  <a:txBody>
                    <a:bodyPr/>
                    <a:lstStyle/>
                    <a:p>
                      <a:pPr algn="ctr"/>
                      <a:r>
                        <a:rPr lang="en-US" b="1" dirty="0"/>
                        <a:t>312 W</a:t>
                      </a:r>
                    </a:p>
                  </a:txBody>
                  <a:tcPr/>
                </a:tc>
                <a:extLst>
                  <a:ext uri="{0D108BD9-81ED-4DB2-BD59-A6C34878D82A}">
                    <a16:rowId xmlns:a16="http://schemas.microsoft.com/office/drawing/2014/main" val="482038568"/>
                  </a:ext>
                </a:extLst>
              </a:tr>
              <a:tr h="697242">
                <a:tc>
                  <a:txBody>
                    <a:bodyPr/>
                    <a:lstStyle/>
                    <a:p>
                      <a:r>
                        <a:rPr lang="en-US" b="1" dirty="0"/>
                        <a:t>Variability Index</a:t>
                      </a:r>
                    </a:p>
                  </a:txBody>
                  <a:tcPr/>
                </a:tc>
                <a:tc>
                  <a:txBody>
                    <a:bodyPr/>
                    <a:lstStyle/>
                    <a:p>
                      <a:pPr algn="ctr"/>
                      <a:r>
                        <a:rPr lang="en-US" b="1" dirty="0"/>
                        <a:t>1.14</a:t>
                      </a:r>
                    </a:p>
                  </a:txBody>
                  <a:tcPr/>
                </a:tc>
                <a:extLst>
                  <a:ext uri="{0D108BD9-81ED-4DB2-BD59-A6C34878D82A}">
                    <a16:rowId xmlns:a16="http://schemas.microsoft.com/office/drawing/2014/main" val="1577450112"/>
                  </a:ext>
                </a:extLst>
              </a:tr>
            </a:tbl>
          </a:graphicData>
        </a:graphic>
      </p:graphicFrame>
      <p:graphicFrame>
        <p:nvGraphicFramePr>
          <p:cNvPr id="14" name="Table 13">
            <a:extLst>
              <a:ext uri="{FF2B5EF4-FFF2-40B4-BE49-F238E27FC236}">
                <a16:creationId xmlns:a16="http://schemas.microsoft.com/office/drawing/2014/main" id="{5F6332AF-DCD1-E4DA-86CF-04641A2B974D}"/>
              </a:ext>
            </a:extLst>
          </p:cNvPr>
          <p:cNvGraphicFramePr>
            <a:graphicFrameLocks noGrp="1"/>
          </p:cNvGraphicFramePr>
          <p:nvPr>
            <p:extLst>
              <p:ext uri="{D42A27DB-BD31-4B8C-83A1-F6EECF244321}">
                <p14:modId xmlns:p14="http://schemas.microsoft.com/office/powerpoint/2010/main" val="2907346598"/>
              </p:ext>
            </p:extLst>
          </p:nvPr>
        </p:nvGraphicFramePr>
        <p:xfrm>
          <a:off x="6503134" y="1957394"/>
          <a:ext cx="2518518" cy="423024"/>
        </p:xfrm>
        <a:graphic>
          <a:graphicData uri="http://schemas.openxmlformats.org/drawingml/2006/table">
            <a:tbl>
              <a:tblPr firstRow="1" bandRow="1">
                <a:tableStyleId>{5C22544A-7EE6-4342-B048-85BDC9FD1C3A}</a:tableStyleId>
              </a:tblPr>
              <a:tblGrid>
                <a:gridCol w="2518518">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Bike Metrics</a:t>
                      </a:r>
                      <a:endParaRPr lang="en-CA" sz="16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8" name="Chart 7">
            <a:extLst>
              <a:ext uri="{FF2B5EF4-FFF2-40B4-BE49-F238E27FC236}">
                <a16:creationId xmlns:a16="http://schemas.microsoft.com/office/drawing/2014/main" id="{C6B82067-39FF-E61B-582D-B86434FBC970}"/>
              </a:ext>
            </a:extLst>
          </p:cNvPr>
          <p:cNvGraphicFramePr>
            <a:graphicFrameLocks/>
          </p:cNvGraphicFramePr>
          <p:nvPr>
            <p:extLst>
              <p:ext uri="{D42A27DB-BD31-4B8C-83A1-F6EECF244321}">
                <p14:modId xmlns:p14="http://schemas.microsoft.com/office/powerpoint/2010/main" val="1170910233"/>
              </p:ext>
            </p:extLst>
          </p:nvPr>
        </p:nvGraphicFramePr>
        <p:xfrm>
          <a:off x="179999" y="2583088"/>
          <a:ext cx="6190321" cy="3946443"/>
        </p:xfrm>
        <a:graphic>
          <a:graphicData uri="http://schemas.openxmlformats.org/drawingml/2006/chart">
            <c:chart xmlns:c="http://schemas.openxmlformats.org/drawingml/2006/chart" xmlns:r="http://schemas.openxmlformats.org/officeDocument/2006/relationships" r:id="rId3"/>
          </a:graphicData>
        </a:graphic>
      </p:graphicFrame>
      <p:sp>
        <p:nvSpPr>
          <p:cNvPr id="3" name="Speech Bubble: Rectangle 2">
            <a:extLst>
              <a:ext uri="{FF2B5EF4-FFF2-40B4-BE49-F238E27FC236}">
                <a16:creationId xmlns:a16="http://schemas.microsoft.com/office/drawing/2014/main" id="{A2E83028-DDFF-4E2A-4596-B6BCAE6D59BC}"/>
              </a:ext>
            </a:extLst>
          </p:cNvPr>
          <p:cNvSpPr/>
          <p:nvPr/>
        </p:nvSpPr>
        <p:spPr>
          <a:xfrm>
            <a:off x="4514650" y="5916883"/>
            <a:ext cx="1910213" cy="612648"/>
          </a:xfrm>
          <a:prstGeom prst="wedgeRectCallout">
            <a:avLst>
              <a:gd name="adj1" fmla="val -556"/>
              <a:gd name="adj2" fmla="val -34696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Ending </a:t>
            </a:r>
            <a:r>
              <a:rPr lang="en-US" dirty="0" err="1"/>
              <a:t>LaB</a:t>
            </a:r>
            <a:r>
              <a:rPr lang="en-US" dirty="0"/>
              <a:t> – 8.21</a:t>
            </a:r>
          </a:p>
        </p:txBody>
      </p:sp>
    </p:spTree>
    <p:extLst>
      <p:ext uri="{BB962C8B-B14F-4D97-AF65-F5344CB8AC3E}">
        <p14:creationId xmlns:p14="http://schemas.microsoft.com/office/powerpoint/2010/main" val="1474015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DCEDB-BFA1-6942-46DE-F1832F88FD8B}"/>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30BF7384-73B4-B65A-8333-CE8302586B78}"/>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C4ED71F0-BB77-6F19-ED38-E614FAB0449C}"/>
              </a:ext>
            </a:extLst>
          </p:cNvPr>
          <p:cNvGraphicFramePr>
            <a:graphicFrameLocks noGrp="1"/>
          </p:cNvGraphicFramePr>
          <p:nvPr>
            <p:extLst>
              <p:ext uri="{D42A27DB-BD31-4B8C-83A1-F6EECF244321}">
                <p14:modId xmlns:p14="http://schemas.microsoft.com/office/powerpoint/2010/main" val="1186128712"/>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Blake Bullard Yokohama Run</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E2BB9876-BE0F-2B0F-9845-E4B7D7F426CC}"/>
              </a:ext>
            </a:extLst>
          </p:cNvPr>
          <p:cNvSpPr txBox="1"/>
          <p:nvPr/>
        </p:nvSpPr>
        <p:spPr>
          <a:xfrm>
            <a:off x="180000" y="461048"/>
            <a:ext cx="8524898" cy="1024896"/>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Using Blake’s Garmin watch we can simulate Blood Lactate using velocity as a proxy for the demands of the effort. </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Potential limitations of velocity may include lack of air resistance, elevation, and other environmental factors in the race that effect run speed but not necessarily power (effort). </a:t>
            </a:r>
          </a:p>
        </p:txBody>
      </p:sp>
      <p:sp>
        <p:nvSpPr>
          <p:cNvPr id="19" name="Slide Number Placeholder 3">
            <a:extLst>
              <a:ext uri="{FF2B5EF4-FFF2-40B4-BE49-F238E27FC236}">
                <a16:creationId xmlns:a16="http://schemas.microsoft.com/office/drawing/2014/main" id="{829E5536-CB41-2C56-992A-90A73E4D4EEC}"/>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9</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34" name="Table 33">
            <a:extLst>
              <a:ext uri="{FF2B5EF4-FFF2-40B4-BE49-F238E27FC236}">
                <a16:creationId xmlns:a16="http://schemas.microsoft.com/office/drawing/2014/main" id="{025F21FF-6383-7C2D-EE0F-010EB7EBD529}"/>
              </a:ext>
            </a:extLst>
          </p:cNvPr>
          <p:cNvGraphicFramePr>
            <a:graphicFrameLocks noGrp="1"/>
          </p:cNvGraphicFramePr>
          <p:nvPr/>
        </p:nvGraphicFramePr>
        <p:xfrm>
          <a:off x="348341" y="2047632"/>
          <a:ext cx="6021979" cy="423024"/>
        </p:xfrm>
        <a:graphic>
          <a:graphicData uri="http://schemas.openxmlformats.org/drawingml/2006/table">
            <a:tbl>
              <a:tblPr firstRow="1" bandRow="1">
                <a:tableStyleId>{5C22544A-7EE6-4342-B048-85BDC9FD1C3A}</a:tableStyleId>
              </a:tblPr>
              <a:tblGrid>
                <a:gridCol w="6021979">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Simulated Blood Lactate Concentration</a:t>
                      </a:r>
                      <a:endParaRPr lang="en-CA" sz="1600" b="1" dirty="0">
                        <a:solidFill>
                          <a:schemeClr val="bg1"/>
                        </a:solidFill>
                        <a:latin typeface="Arial" panose="020B0604020202020204" pitchFamily="34" charset="0"/>
                        <a:cs typeface="Arial" panose="020B0604020202020204" pitchFamily="34" charset="0"/>
                      </a:endParaRPr>
                    </a:p>
                  </a:txBody>
                  <a:tcPr marL="45720" marR="45720"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5" name="Arrow: Right 4">
            <a:extLst>
              <a:ext uri="{FF2B5EF4-FFF2-40B4-BE49-F238E27FC236}">
                <a16:creationId xmlns:a16="http://schemas.microsoft.com/office/drawing/2014/main" id="{57825236-3925-3A64-5B06-D75DCDCF31E0}"/>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1" name="Table 10">
            <a:extLst>
              <a:ext uri="{FF2B5EF4-FFF2-40B4-BE49-F238E27FC236}">
                <a16:creationId xmlns:a16="http://schemas.microsoft.com/office/drawing/2014/main" id="{95C651EA-0D42-4C6D-7733-2DA4E8D85CC0}"/>
              </a:ext>
            </a:extLst>
          </p:cNvPr>
          <p:cNvGraphicFramePr>
            <a:graphicFrameLocks noGrp="1"/>
          </p:cNvGraphicFramePr>
          <p:nvPr>
            <p:extLst>
              <p:ext uri="{D42A27DB-BD31-4B8C-83A1-F6EECF244321}">
                <p14:modId xmlns:p14="http://schemas.microsoft.com/office/powerpoint/2010/main" val="1650007569"/>
              </p:ext>
            </p:extLst>
          </p:nvPr>
        </p:nvGraphicFramePr>
        <p:xfrm>
          <a:off x="6503068" y="2583088"/>
          <a:ext cx="2524534" cy="2788968"/>
        </p:xfrm>
        <a:graphic>
          <a:graphicData uri="http://schemas.openxmlformats.org/drawingml/2006/table">
            <a:tbl>
              <a:tblPr firstRow="1" bandRow="1">
                <a:tableStyleId>{69CF1AB2-1976-4502-BF36-3FF5EA218861}</a:tableStyleId>
              </a:tblPr>
              <a:tblGrid>
                <a:gridCol w="1579772">
                  <a:extLst>
                    <a:ext uri="{9D8B030D-6E8A-4147-A177-3AD203B41FA5}">
                      <a16:colId xmlns:a16="http://schemas.microsoft.com/office/drawing/2014/main" val="1262563088"/>
                    </a:ext>
                  </a:extLst>
                </a:gridCol>
                <a:gridCol w="944762">
                  <a:extLst>
                    <a:ext uri="{9D8B030D-6E8A-4147-A177-3AD203B41FA5}">
                      <a16:colId xmlns:a16="http://schemas.microsoft.com/office/drawing/2014/main" val="1270878411"/>
                    </a:ext>
                  </a:extLst>
                </a:gridCol>
              </a:tblGrid>
              <a:tr h="697242">
                <a:tc>
                  <a:txBody>
                    <a:bodyPr/>
                    <a:lstStyle/>
                    <a:p>
                      <a:r>
                        <a:rPr lang="en-US" b="1" dirty="0"/>
                        <a:t>Time</a:t>
                      </a:r>
                    </a:p>
                  </a:txBody>
                  <a:tcPr/>
                </a:tc>
                <a:tc>
                  <a:txBody>
                    <a:bodyPr/>
                    <a:lstStyle/>
                    <a:p>
                      <a:pPr algn="ctr"/>
                      <a:r>
                        <a:rPr lang="en-US" b="1" dirty="0"/>
                        <a:t>32:12</a:t>
                      </a:r>
                    </a:p>
                  </a:txBody>
                  <a:tcPr/>
                </a:tc>
                <a:extLst>
                  <a:ext uri="{0D108BD9-81ED-4DB2-BD59-A6C34878D82A}">
                    <a16:rowId xmlns:a16="http://schemas.microsoft.com/office/drawing/2014/main" val="3959205401"/>
                  </a:ext>
                </a:extLst>
              </a:tr>
              <a:tr h="697242">
                <a:tc>
                  <a:txBody>
                    <a:bodyPr/>
                    <a:lstStyle/>
                    <a:p>
                      <a:r>
                        <a:rPr lang="en-US" b="1" dirty="0"/>
                        <a:t>Distance</a:t>
                      </a:r>
                    </a:p>
                  </a:txBody>
                  <a:tcPr/>
                </a:tc>
                <a:tc>
                  <a:txBody>
                    <a:bodyPr/>
                    <a:lstStyle/>
                    <a:p>
                      <a:pPr algn="ctr"/>
                      <a:r>
                        <a:rPr lang="en-US" b="1" dirty="0"/>
                        <a:t>6.37</a:t>
                      </a:r>
                    </a:p>
                  </a:txBody>
                  <a:tcPr/>
                </a:tc>
                <a:extLst>
                  <a:ext uri="{0D108BD9-81ED-4DB2-BD59-A6C34878D82A}">
                    <a16:rowId xmlns:a16="http://schemas.microsoft.com/office/drawing/2014/main" val="3030524825"/>
                  </a:ext>
                </a:extLst>
              </a:tr>
              <a:tr h="697242">
                <a:tc>
                  <a:txBody>
                    <a:bodyPr/>
                    <a:lstStyle/>
                    <a:p>
                      <a:r>
                        <a:rPr lang="en-US" b="1" dirty="0"/>
                        <a:t>Average Pace</a:t>
                      </a:r>
                    </a:p>
                  </a:txBody>
                  <a:tcPr/>
                </a:tc>
                <a:tc>
                  <a:txBody>
                    <a:bodyPr/>
                    <a:lstStyle/>
                    <a:p>
                      <a:pPr algn="ctr"/>
                      <a:r>
                        <a:rPr lang="en-US" b="1" dirty="0"/>
                        <a:t>4:57</a:t>
                      </a:r>
                    </a:p>
                  </a:txBody>
                  <a:tcPr/>
                </a:tc>
                <a:extLst>
                  <a:ext uri="{0D108BD9-81ED-4DB2-BD59-A6C34878D82A}">
                    <a16:rowId xmlns:a16="http://schemas.microsoft.com/office/drawing/2014/main" val="482038568"/>
                  </a:ext>
                </a:extLst>
              </a:tr>
              <a:tr h="697242">
                <a:tc>
                  <a:txBody>
                    <a:bodyPr/>
                    <a:lstStyle/>
                    <a:p>
                      <a:r>
                        <a:rPr lang="en-US" b="1" dirty="0"/>
                        <a:t>NGP</a:t>
                      </a:r>
                    </a:p>
                  </a:txBody>
                  <a:tcPr/>
                </a:tc>
                <a:tc>
                  <a:txBody>
                    <a:bodyPr/>
                    <a:lstStyle/>
                    <a:p>
                      <a:pPr algn="ctr"/>
                      <a:r>
                        <a:rPr lang="en-US" b="1" dirty="0"/>
                        <a:t>4:58</a:t>
                      </a:r>
                    </a:p>
                  </a:txBody>
                  <a:tcPr/>
                </a:tc>
                <a:extLst>
                  <a:ext uri="{0D108BD9-81ED-4DB2-BD59-A6C34878D82A}">
                    <a16:rowId xmlns:a16="http://schemas.microsoft.com/office/drawing/2014/main" val="1577450112"/>
                  </a:ext>
                </a:extLst>
              </a:tr>
            </a:tbl>
          </a:graphicData>
        </a:graphic>
      </p:graphicFrame>
      <p:graphicFrame>
        <p:nvGraphicFramePr>
          <p:cNvPr id="14" name="Table 13">
            <a:extLst>
              <a:ext uri="{FF2B5EF4-FFF2-40B4-BE49-F238E27FC236}">
                <a16:creationId xmlns:a16="http://schemas.microsoft.com/office/drawing/2014/main" id="{3E2EF74A-E621-5E44-71C2-0560B363D3AE}"/>
              </a:ext>
            </a:extLst>
          </p:cNvPr>
          <p:cNvGraphicFramePr>
            <a:graphicFrameLocks noGrp="1"/>
          </p:cNvGraphicFramePr>
          <p:nvPr>
            <p:extLst>
              <p:ext uri="{D42A27DB-BD31-4B8C-83A1-F6EECF244321}">
                <p14:modId xmlns:p14="http://schemas.microsoft.com/office/powerpoint/2010/main" val="2948385169"/>
              </p:ext>
            </p:extLst>
          </p:nvPr>
        </p:nvGraphicFramePr>
        <p:xfrm>
          <a:off x="6497118" y="2047632"/>
          <a:ext cx="2524534" cy="423024"/>
        </p:xfrm>
        <a:graphic>
          <a:graphicData uri="http://schemas.openxmlformats.org/drawingml/2006/table">
            <a:tbl>
              <a:tblPr firstRow="1" bandRow="1">
                <a:tableStyleId>{5C22544A-7EE6-4342-B048-85BDC9FD1C3A}</a:tableStyleId>
              </a:tblPr>
              <a:tblGrid>
                <a:gridCol w="2524534">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Run Metrics</a:t>
                      </a:r>
                      <a:endParaRPr lang="en-CA" sz="16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15" name="Speech Bubble: Rectangle 14">
            <a:extLst>
              <a:ext uri="{FF2B5EF4-FFF2-40B4-BE49-F238E27FC236}">
                <a16:creationId xmlns:a16="http://schemas.microsoft.com/office/drawing/2014/main" id="{5B4EB6BB-CC1C-7A7E-BD02-F6249D2B8E81}"/>
              </a:ext>
            </a:extLst>
          </p:cNvPr>
          <p:cNvSpPr/>
          <p:nvPr/>
        </p:nvSpPr>
        <p:spPr>
          <a:xfrm>
            <a:off x="6370320" y="5556269"/>
            <a:ext cx="1743003" cy="612648"/>
          </a:xfrm>
          <a:prstGeom prst="wedgeRectCallout">
            <a:avLst>
              <a:gd name="adj1" fmla="val -90765"/>
              <a:gd name="adj2" fmla="val -2163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Ending </a:t>
            </a:r>
            <a:r>
              <a:rPr lang="en-US" dirty="0" err="1"/>
              <a:t>LaB</a:t>
            </a:r>
            <a:r>
              <a:rPr lang="en-US" dirty="0"/>
              <a:t> – 3.4</a:t>
            </a:r>
          </a:p>
        </p:txBody>
      </p:sp>
      <p:graphicFrame>
        <p:nvGraphicFramePr>
          <p:cNvPr id="3" name="Chart 2">
            <a:extLst>
              <a:ext uri="{FF2B5EF4-FFF2-40B4-BE49-F238E27FC236}">
                <a16:creationId xmlns:a16="http://schemas.microsoft.com/office/drawing/2014/main" id="{C6B82067-39FF-E61B-582D-B86434FBC970}"/>
              </a:ext>
            </a:extLst>
          </p:cNvPr>
          <p:cNvGraphicFramePr>
            <a:graphicFrameLocks/>
          </p:cNvGraphicFramePr>
          <p:nvPr>
            <p:extLst>
              <p:ext uri="{D42A27DB-BD31-4B8C-83A1-F6EECF244321}">
                <p14:modId xmlns:p14="http://schemas.microsoft.com/office/powerpoint/2010/main" val="528760548"/>
              </p:ext>
            </p:extLst>
          </p:nvPr>
        </p:nvGraphicFramePr>
        <p:xfrm>
          <a:off x="116398" y="2583088"/>
          <a:ext cx="6253922" cy="406667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379972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Office 2013 - 2022 Theme</Template>
  <TotalTime>14363</TotalTime>
  <Words>1483</Words>
  <Application>Microsoft Office PowerPoint</Application>
  <PresentationFormat>Letter Paper (8.5x11 in)</PresentationFormat>
  <Paragraphs>415</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USAT Project Podium  Metabolic Testing and Data Analysis Update   </vt:lpstr>
      <vt:lpstr>Individual Focus</vt:lpstr>
      <vt:lpstr>Individual Focus</vt:lpstr>
      <vt:lpstr>Individual Focus</vt:lpstr>
      <vt:lpstr>Individual Focus</vt:lpstr>
      <vt:lpstr>Individual Focus</vt:lpstr>
      <vt:lpstr>Individual Focus</vt:lpstr>
      <vt:lpstr>Individual Focus</vt:lpstr>
      <vt:lpstr>Individual Focus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Spencer Dobson</dc:creator>
  <cp:lastModifiedBy>John High</cp:lastModifiedBy>
  <cp:revision>566</cp:revision>
  <dcterms:created xsi:type="dcterms:W3CDTF">2019-09-10T02:44:44Z</dcterms:created>
  <dcterms:modified xsi:type="dcterms:W3CDTF">2026-06-22T18:57:41Z</dcterms:modified>
</cp:coreProperties>
</file>