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US Qualifier Summary: Default Threshold Analysis</a:t>
            </a:r>
          </a:p>
        </p:txBody>
      </p:sp>
      <p:pic>
        <p:nvPicPr>
          <p:cNvPr id="3" name="Picture 2" descr="tmps0d031v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83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2023: 228 Total Qualifiers | 2024: 239 Total Qualifiers | Threshold Settings: B-Events 10%, C-Events 8%, D-Events 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