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
  </p:notesMasterIdLst>
  <p:sldIdLst>
    <p:sldId id="260" r:id="rId2"/>
    <p:sldId id="331" r:id="rId3"/>
    <p:sldId id="332" r:id="rId4"/>
    <p:sldId id="333" r:id="rId5"/>
  </p:sldIdLst>
  <p:sldSz cx="9144000" cy="6858000" type="letter"/>
  <p:notesSz cx="6858000" cy="9144000"/>
  <p:custDataLst>
    <p:tags r:id="rId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DF10E3-AD04-4BC1-819E-CA3EA92EF48D}" v="35" dt="2025-12-03T00:57:12.7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p:scale>
          <a:sx n="125" d="100"/>
          <a:sy n="125" d="100"/>
        </p:scale>
        <p:origin x="2814" y="8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tags" Target="tags/tag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High" userId="b5ddfa0b2f145b97" providerId="LiveId" clId="{D9F295B5-DBEC-4A4C-BCB9-D40FDF9AC9EE}"/>
    <pc:docChg chg="undo custSel addSld delSld modSld sldOrd modMainMaster">
      <pc:chgData name="John High" userId="b5ddfa0b2f145b97" providerId="LiveId" clId="{D9F295B5-DBEC-4A4C-BCB9-D40FDF9AC9EE}" dt="2025-12-03T01:32:31.489" v="3819" actId="47"/>
      <pc:docMkLst>
        <pc:docMk/>
      </pc:docMkLst>
      <pc:sldChg chg="del">
        <pc:chgData name="John High" userId="b5ddfa0b2f145b97" providerId="LiveId" clId="{D9F295B5-DBEC-4A4C-BCB9-D40FDF9AC9EE}" dt="2025-12-03T01:32:28.818" v="3818" actId="47"/>
        <pc:sldMkLst>
          <pc:docMk/>
          <pc:sldMk cId="0" sldId="257"/>
        </pc:sldMkLst>
      </pc:sldChg>
      <pc:sldChg chg="addSp delSp modSp del mod ord">
        <pc:chgData name="John High" userId="b5ddfa0b2f145b97" providerId="LiveId" clId="{D9F295B5-DBEC-4A4C-BCB9-D40FDF9AC9EE}" dt="2025-12-02T21:08:06.289" v="2368" actId="47"/>
        <pc:sldMkLst>
          <pc:docMk/>
          <pc:sldMk cId="0" sldId="261"/>
        </pc:sldMkLst>
        <pc:spChg chg="add mod">
          <ac:chgData name="John High" userId="b5ddfa0b2f145b97" providerId="LiveId" clId="{D9F295B5-DBEC-4A4C-BCB9-D40FDF9AC9EE}" dt="2025-12-02T20:35:40.515" v="326" actId="20577"/>
          <ac:spMkLst>
            <pc:docMk/>
            <pc:sldMk cId="0" sldId="261"/>
            <ac:spMk id="12" creationId="{D6F18C76-97CC-2EEB-2902-04D29020F477}"/>
          </ac:spMkLst>
        </pc:spChg>
        <pc:spChg chg="mod">
          <ac:chgData name="John High" userId="b5ddfa0b2f145b97" providerId="LiveId" clId="{D9F295B5-DBEC-4A4C-BCB9-D40FDF9AC9EE}" dt="2025-12-02T20:40:12.796" v="636" actId="20577"/>
          <ac:spMkLst>
            <pc:docMk/>
            <pc:sldMk cId="0" sldId="261"/>
            <ac:spMk id="13" creationId="{6962242D-FDEF-1AD6-F916-8365F7209A83}"/>
          </ac:spMkLst>
        </pc:spChg>
        <pc:spChg chg="add mod">
          <ac:chgData name="John High" userId="b5ddfa0b2f145b97" providerId="LiveId" clId="{D9F295B5-DBEC-4A4C-BCB9-D40FDF9AC9EE}" dt="2025-12-02T20:38:02.740" v="373" actId="164"/>
          <ac:spMkLst>
            <pc:docMk/>
            <pc:sldMk cId="0" sldId="261"/>
            <ac:spMk id="24" creationId="{4D4EB15C-EB7E-ECBB-FB0D-54F447AA45C3}"/>
          </ac:spMkLst>
        </pc:spChg>
        <pc:spChg chg="add mod">
          <ac:chgData name="John High" userId="b5ddfa0b2f145b97" providerId="LiveId" clId="{D9F295B5-DBEC-4A4C-BCB9-D40FDF9AC9EE}" dt="2025-12-02T20:37:58.518" v="372" actId="164"/>
          <ac:spMkLst>
            <pc:docMk/>
            <pc:sldMk cId="0" sldId="261"/>
            <ac:spMk id="26" creationId="{AC9B5110-28DC-0468-E0EE-E3864ADCEF22}"/>
          </ac:spMkLst>
        </pc:spChg>
        <pc:spChg chg="add mod">
          <ac:chgData name="John High" userId="b5ddfa0b2f145b97" providerId="LiveId" clId="{D9F295B5-DBEC-4A4C-BCB9-D40FDF9AC9EE}" dt="2025-12-02T20:40:33.426" v="639" actId="20577"/>
          <ac:spMkLst>
            <pc:docMk/>
            <pc:sldMk cId="0" sldId="261"/>
            <ac:spMk id="30" creationId="{DD8AA0BF-C2EB-BBEA-811F-795BEEAB9658}"/>
          </ac:spMkLst>
        </pc:spChg>
        <pc:spChg chg="add del mod">
          <ac:chgData name="John High" userId="b5ddfa0b2f145b97" providerId="LiveId" clId="{D9F295B5-DBEC-4A4C-BCB9-D40FDF9AC9EE}" dt="2025-12-02T20:42:29.915" v="767" actId="478"/>
          <ac:spMkLst>
            <pc:docMk/>
            <pc:sldMk cId="0" sldId="261"/>
            <ac:spMk id="31" creationId="{0A36083B-2224-ECAD-9ECD-42438E3D900A}"/>
          </ac:spMkLst>
        </pc:spChg>
        <pc:spChg chg="add mod">
          <ac:chgData name="John High" userId="b5ddfa0b2f145b97" providerId="LiveId" clId="{D9F295B5-DBEC-4A4C-BCB9-D40FDF9AC9EE}" dt="2025-12-02T20:46:30.409" v="1227" actId="14100"/>
          <ac:spMkLst>
            <pc:docMk/>
            <pc:sldMk cId="0" sldId="261"/>
            <ac:spMk id="32" creationId="{87B6C79D-4322-10D9-2DE2-587D77193DDC}"/>
          </ac:spMkLst>
        </pc:spChg>
        <pc:spChg chg="add mod">
          <ac:chgData name="John High" userId="b5ddfa0b2f145b97" providerId="LiveId" clId="{D9F295B5-DBEC-4A4C-BCB9-D40FDF9AC9EE}" dt="2025-12-02T20:46:36.067" v="1230" actId="20577"/>
          <ac:spMkLst>
            <pc:docMk/>
            <pc:sldMk cId="0" sldId="261"/>
            <ac:spMk id="33" creationId="{38DB1B7A-6EF1-4BC3-CF4D-BE21986AD639}"/>
          </ac:spMkLst>
        </pc:spChg>
        <pc:grpChg chg="add mod">
          <ac:chgData name="John High" userId="b5ddfa0b2f145b97" providerId="LiveId" clId="{D9F295B5-DBEC-4A4C-BCB9-D40FDF9AC9EE}" dt="2025-12-02T20:38:08.375" v="407" actId="1038"/>
          <ac:grpSpMkLst>
            <pc:docMk/>
            <pc:sldMk cId="0" sldId="261"/>
            <ac:grpSpMk id="27" creationId="{19EDB0F1-5A55-5F46-CAC7-31D7201A3402}"/>
          </ac:grpSpMkLst>
        </pc:grpChg>
        <pc:grpChg chg="add mod">
          <ac:chgData name="John High" userId="b5ddfa0b2f145b97" providerId="LiveId" clId="{D9F295B5-DBEC-4A4C-BCB9-D40FDF9AC9EE}" dt="2025-12-02T20:38:08.375" v="407" actId="1038"/>
          <ac:grpSpMkLst>
            <pc:docMk/>
            <pc:sldMk cId="0" sldId="261"/>
            <ac:grpSpMk id="28" creationId="{75595709-4A44-0F43-55AD-0808044A6793}"/>
          </ac:grpSpMkLst>
        </pc:grpChg>
        <pc:graphicFrameChg chg="mod modGraphic">
          <ac:chgData name="John High" userId="b5ddfa0b2f145b97" providerId="LiveId" clId="{D9F295B5-DBEC-4A4C-BCB9-D40FDF9AC9EE}" dt="2025-12-02T20:44:35.677" v="1044" actId="20577"/>
          <ac:graphicFrameMkLst>
            <pc:docMk/>
            <pc:sldMk cId="0" sldId="261"/>
            <ac:graphicFrameMk id="2" creationId="{0BBBC201-14E3-6ACD-AE79-2999CAF88CB3}"/>
          </ac:graphicFrameMkLst>
        </pc:graphicFrameChg>
        <pc:graphicFrameChg chg="mod modGraphic">
          <ac:chgData name="John High" userId="b5ddfa0b2f145b97" providerId="LiveId" clId="{D9F295B5-DBEC-4A4C-BCB9-D40FDF9AC9EE}" dt="2025-12-02T20:36:20.533" v="343" actId="20577"/>
          <ac:graphicFrameMkLst>
            <pc:docMk/>
            <pc:sldMk cId="0" sldId="261"/>
            <ac:graphicFrameMk id="7" creationId="{CE2D7B71-BF0C-D80B-B23C-0D5F7C735687}"/>
          </ac:graphicFrameMkLst>
        </pc:graphicFrameChg>
        <pc:graphicFrameChg chg="add mod modGraphic">
          <ac:chgData name="John High" userId="b5ddfa0b2f145b97" providerId="LiveId" clId="{D9F295B5-DBEC-4A4C-BCB9-D40FDF9AC9EE}" dt="2025-12-02T20:39:20.922" v="413" actId="1076"/>
          <ac:graphicFrameMkLst>
            <pc:docMk/>
            <pc:sldMk cId="0" sldId="261"/>
            <ac:graphicFrameMk id="29" creationId="{5CF78AB7-1FB7-7CA3-E283-7530260FA2FF}"/>
          </ac:graphicFrameMkLst>
        </pc:graphicFrameChg>
        <pc:picChg chg="del mod">
          <ac:chgData name="John High" userId="b5ddfa0b2f145b97" providerId="LiveId" clId="{D9F295B5-DBEC-4A4C-BCB9-D40FDF9AC9EE}" dt="2025-12-02T20:02:09.963" v="143" actId="478"/>
          <ac:picMkLst>
            <pc:docMk/>
            <pc:sldMk cId="0" sldId="261"/>
            <ac:picMk id="3" creationId="{2E30E511-A03E-7B81-4F24-0060AA59D804}"/>
          </ac:picMkLst>
        </pc:picChg>
        <pc:picChg chg="del">
          <ac:chgData name="John High" userId="b5ddfa0b2f145b97" providerId="LiveId" clId="{D9F295B5-DBEC-4A4C-BCB9-D40FDF9AC9EE}" dt="2025-12-02T19:43:17.596" v="1" actId="478"/>
          <ac:picMkLst>
            <pc:docMk/>
            <pc:sldMk cId="0" sldId="261"/>
            <ac:picMk id="6" creationId="{36F37592-D40D-33F1-63C6-0182658BB6B6}"/>
          </ac:picMkLst>
        </pc:picChg>
        <pc:picChg chg="del mod">
          <ac:chgData name="John High" userId="b5ddfa0b2f145b97" providerId="LiveId" clId="{D9F295B5-DBEC-4A4C-BCB9-D40FDF9AC9EE}" dt="2025-12-02T20:00:22.847" v="64" actId="478"/>
          <ac:picMkLst>
            <pc:docMk/>
            <pc:sldMk cId="0" sldId="261"/>
            <ac:picMk id="9" creationId="{08D4B36E-6C26-9C6C-6FCA-9F1053DA7C93}"/>
          </ac:picMkLst>
        </pc:picChg>
        <pc:picChg chg="add del mod">
          <ac:chgData name="John High" userId="b5ddfa0b2f145b97" providerId="LiveId" clId="{D9F295B5-DBEC-4A4C-BCB9-D40FDF9AC9EE}" dt="2025-12-02T20:32:24.822" v="156" actId="478"/>
          <ac:picMkLst>
            <pc:docMk/>
            <pc:sldMk cId="0" sldId="261"/>
            <ac:picMk id="15" creationId="{60A74253-406C-1BD4-686F-31A042FACC9D}"/>
          </ac:picMkLst>
        </pc:picChg>
        <pc:picChg chg="add del mod">
          <ac:chgData name="John High" userId="b5ddfa0b2f145b97" providerId="LiveId" clId="{D9F295B5-DBEC-4A4C-BCB9-D40FDF9AC9EE}" dt="2025-12-02T20:33:28.115" v="163" actId="478"/>
          <ac:picMkLst>
            <pc:docMk/>
            <pc:sldMk cId="0" sldId="261"/>
            <ac:picMk id="17" creationId="{2F54F122-70C3-E3B3-5AFB-9AAE416FD207}"/>
          </ac:picMkLst>
        </pc:picChg>
        <pc:picChg chg="add mod">
          <ac:chgData name="John High" userId="b5ddfa0b2f145b97" providerId="LiveId" clId="{D9F295B5-DBEC-4A4C-BCB9-D40FDF9AC9EE}" dt="2025-12-02T20:38:02.740" v="373" actId="164"/>
          <ac:picMkLst>
            <pc:docMk/>
            <pc:sldMk cId="0" sldId="261"/>
            <ac:picMk id="21" creationId="{C4A9D24C-6D61-ADFB-F72A-CB11FBAABFC0}"/>
          </ac:picMkLst>
        </pc:picChg>
        <pc:picChg chg="add mod">
          <ac:chgData name="John High" userId="b5ddfa0b2f145b97" providerId="LiveId" clId="{D9F295B5-DBEC-4A4C-BCB9-D40FDF9AC9EE}" dt="2025-12-02T20:37:58.518" v="372" actId="164"/>
          <ac:picMkLst>
            <pc:docMk/>
            <pc:sldMk cId="0" sldId="261"/>
            <ac:picMk id="23" creationId="{5D7A2727-3FEC-3A70-9B68-5BF9EE53EF59}"/>
          </ac:picMkLst>
        </pc:picChg>
        <pc:picChg chg="add mod">
          <ac:chgData name="John High" userId="b5ddfa0b2f145b97" providerId="LiveId" clId="{D9F295B5-DBEC-4A4C-BCB9-D40FDF9AC9EE}" dt="2025-12-02T20:37:39.982" v="368"/>
          <ac:picMkLst>
            <pc:docMk/>
            <pc:sldMk cId="0" sldId="261"/>
            <ac:picMk id="25" creationId="{82A6BB9E-7D56-535F-0F94-1B17536FB17B}"/>
          </ac:picMkLst>
        </pc:picChg>
      </pc:sldChg>
      <pc:sldChg chg="del">
        <pc:chgData name="John High" userId="b5ddfa0b2f145b97" providerId="LiveId" clId="{D9F295B5-DBEC-4A4C-BCB9-D40FDF9AC9EE}" dt="2025-12-03T01:32:28.818" v="3818" actId="47"/>
        <pc:sldMkLst>
          <pc:docMk/>
          <pc:sldMk cId="3170219280" sldId="273"/>
        </pc:sldMkLst>
      </pc:sldChg>
      <pc:sldChg chg="add del">
        <pc:chgData name="John High" userId="b5ddfa0b2f145b97" providerId="LiveId" clId="{D9F295B5-DBEC-4A4C-BCB9-D40FDF9AC9EE}" dt="2025-12-03T01:32:28.818" v="3818" actId="47"/>
        <pc:sldMkLst>
          <pc:docMk/>
          <pc:sldMk cId="1899921519" sldId="285"/>
        </pc:sldMkLst>
      </pc:sldChg>
      <pc:sldChg chg="add del">
        <pc:chgData name="John High" userId="b5ddfa0b2f145b97" providerId="LiveId" clId="{D9F295B5-DBEC-4A4C-BCB9-D40FDF9AC9EE}" dt="2025-12-03T01:32:28.818" v="3818" actId="47"/>
        <pc:sldMkLst>
          <pc:docMk/>
          <pc:sldMk cId="3541711985" sldId="286"/>
        </pc:sldMkLst>
      </pc:sldChg>
      <pc:sldChg chg="del">
        <pc:chgData name="John High" userId="b5ddfa0b2f145b97" providerId="LiveId" clId="{D9F295B5-DBEC-4A4C-BCB9-D40FDF9AC9EE}" dt="2025-12-02T19:42:42.460" v="0" actId="47"/>
        <pc:sldMkLst>
          <pc:docMk/>
          <pc:sldMk cId="0" sldId="306"/>
        </pc:sldMkLst>
      </pc:sldChg>
      <pc:sldChg chg="del">
        <pc:chgData name="John High" userId="b5ddfa0b2f145b97" providerId="LiveId" clId="{D9F295B5-DBEC-4A4C-BCB9-D40FDF9AC9EE}" dt="2025-12-02T19:42:42.460" v="0" actId="47"/>
        <pc:sldMkLst>
          <pc:docMk/>
          <pc:sldMk cId="3331206387" sldId="322"/>
        </pc:sldMkLst>
      </pc:sldChg>
      <pc:sldChg chg="del">
        <pc:chgData name="John High" userId="b5ddfa0b2f145b97" providerId="LiveId" clId="{D9F295B5-DBEC-4A4C-BCB9-D40FDF9AC9EE}" dt="2025-12-02T19:42:42.460" v="0" actId="47"/>
        <pc:sldMkLst>
          <pc:docMk/>
          <pc:sldMk cId="3404721991" sldId="323"/>
        </pc:sldMkLst>
      </pc:sldChg>
      <pc:sldChg chg="del">
        <pc:chgData name="John High" userId="b5ddfa0b2f145b97" providerId="LiveId" clId="{D9F295B5-DBEC-4A4C-BCB9-D40FDF9AC9EE}" dt="2025-12-02T19:42:42.460" v="0" actId="47"/>
        <pc:sldMkLst>
          <pc:docMk/>
          <pc:sldMk cId="389246425" sldId="324"/>
        </pc:sldMkLst>
      </pc:sldChg>
      <pc:sldChg chg="del">
        <pc:chgData name="John High" userId="b5ddfa0b2f145b97" providerId="LiveId" clId="{D9F295B5-DBEC-4A4C-BCB9-D40FDF9AC9EE}" dt="2025-12-02T19:42:42.460" v="0" actId="47"/>
        <pc:sldMkLst>
          <pc:docMk/>
          <pc:sldMk cId="735156040" sldId="325"/>
        </pc:sldMkLst>
      </pc:sldChg>
      <pc:sldChg chg="del">
        <pc:chgData name="John High" userId="b5ddfa0b2f145b97" providerId="LiveId" clId="{D9F295B5-DBEC-4A4C-BCB9-D40FDF9AC9EE}" dt="2025-12-02T19:42:42.460" v="0" actId="47"/>
        <pc:sldMkLst>
          <pc:docMk/>
          <pc:sldMk cId="3880685868" sldId="326"/>
        </pc:sldMkLst>
      </pc:sldChg>
      <pc:sldChg chg="del">
        <pc:chgData name="John High" userId="b5ddfa0b2f145b97" providerId="LiveId" clId="{D9F295B5-DBEC-4A4C-BCB9-D40FDF9AC9EE}" dt="2025-12-02T19:42:42.460" v="0" actId="47"/>
        <pc:sldMkLst>
          <pc:docMk/>
          <pc:sldMk cId="1590095031" sldId="327"/>
        </pc:sldMkLst>
      </pc:sldChg>
      <pc:sldChg chg="modSp del mod">
        <pc:chgData name="John High" userId="b5ddfa0b2f145b97" providerId="LiveId" clId="{D9F295B5-DBEC-4A4C-BCB9-D40FDF9AC9EE}" dt="2025-12-03T01:32:31.489" v="3819" actId="47"/>
        <pc:sldMkLst>
          <pc:docMk/>
          <pc:sldMk cId="2225030740" sldId="328"/>
        </pc:sldMkLst>
        <pc:spChg chg="mod">
          <ac:chgData name="John High" userId="b5ddfa0b2f145b97" providerId="LiveId" clId="{D9F295B5-DBEC-4A4C-BCB9-D40FDF9AC9EE}" dt="2025-12-02T21:13:34.747" v="2643" actId="20577"/>
          <ac:spMkLst>
            <pc:docMk/>
            <pc:sldMk cId="2225030740" sldId="328"/>
            <ac:spMk id="2" creationId="{A2D4EC77-C1B7-B129-9A92-64D87125C4D4}"/>
          </ac:spMkLst>
        </pc:spChg>
        <pc:spChg chg="mod">
          <ac:chgData name="John High" userId="b5ddfa0b2f145b97" providerId="LiveId" clId="{D9F295B5-DBEC-4A4C-BCB9-D40FDF9AC9EE}" dt="2025-12-02T21:13:29.802" v="2623" actId="20577"/>
          <ac:spMkLst>
            <pc:docMk/>
            <pc:sldMk cId="2225030740" sldId="328"/>
            <ac:spMk id="12" creationId="{2F2E4DA5-F3AF-1B5E-C648-68C6002F4086}"/>
          </ac:spMkLst>
        </pc:spChg>
      </pc:sldChg>
      <pc:sldChg chg="modSp add del mod">
        <pc:chgData name="John High" userId="b5ddfa0b2f145b97" providerId="LiveId" clId="{D9F295B5-DBEC-4A4C-BCB9-D40FDF9AC9EE}" dt="2025-12-02T20:46:43.029" v="1232" actId="47"/>
        <pc:sldMkLst>
          <pc:docMk/>
          <pc:sldMk cId="1250507299" sldId="329"/>
        </pc:sldMkLst>
        <pc:graphicFrameChg chg="modGraphic">
          <ac:chgData name="John High" userId="b5ddfa0b2f145b97" providerId="LiveId" clId="{D9F295B5-DBEC-4A4C-BCB9-D40FDF9AC9EE}" dt="2025-12-02T20:44:44.198" v="1064" actId="20577"/>
          <ac:graphicFrameMkLst>
            <pc:docMk/>
            <pc:sldMk cId="1250507299" sldId="329"/>
            <ac:graphicFrameMk id="2" creationId="{0138ECBD-89F3-F851-AB16-5A2B16CA7DFD}"/>
          </ac:graphicFrameMkLst>
        </pc:graphicFrameChg>
      </pc:sldChg>
      <pc:sldChg chg="add del">
        <pc:chgData name="John High" userId="b5ddfa0b2f145b97" providerId="LiveId" clId="{D9F295B5-DBEC-4A4C-BCB9-D40FDF9AC9EE}" dt="2025-12-02T20:44:56.257" v="1067"/>
        <pc:sldMkLst>
          <pc:docMk/>
          <pc:sldMk cId="428194034" sldId="330"/>
        </pc:sldMkLst>
      </pc:sldChg>
      <pc:sldChg chg="delSp modSp add del mod">
        <pc:chgData name="John High" userId="b5ddfa0b2f145b97" providerId="LiveId" clId="{D9F295B5-DBEC-4A4C-BCB9-D40FDF9AC9EE}" dt="2025-12-03T00:57:15.375" v="2696" actId="47"/>
        <pc:sldMkLst>
          <pc:docMk/>
          <pc:sldMk cId="4196559865" sldId="330"/>
        </pc:sldMkLst>
        <pc:spChg chg="del">
          <ac:chgData name="John High" userId="b5ddfa0b2f145b97" providerId="LiveId" clId="{D9F295B5-DBEC-4A4C-BCB9-D40FDF9AC9EE}" dt="2025-12-02T21:08:45.810" v="2371" actId="478"/>
          <ac:spMkLst>
            <pc:docMk/>
            <pc:sldMk cId="4196559865" sldId="330"/>
            <ac:spMk id="32" creationId="{29C82D4F-0D33-A8B7-6D0D-D7A8F6E12F76}"/>
          </ac:spMkLst>
        </pc:spChg>
        <pc:grpChg chg="del">
          <ac:chgData name="John High" userId="b5ddfa0b2f145b97" providerId="LiveId" clId="{D9F295B5-DBEC-4A4C-BCB9-D40FDF9AC9EE}" dt="2025-12-02T21:08:30.269" v="2369" actId="478"/>
          <ac:grpSpMkLst>
            <pc:docMk/>
            <pc:sldMk cId="4196559865" sldId="330"/>
            <ac:grpSpMk id="28" creationId="{6D7730B3-A24D-8B16-7153-16999ED148CB}"/>
          </ac:grpSpMkLst>
        </pc:grpChg>
        <pc:graphicFrameChg chg="modGraphic">
          <ac:chgData name="John High" userId="b5ddfa0b2f145b97" providerId="LiveId" clId="{D9F295B5-DBEC-4A4C-BCB9-D40FDF9AC9EE}" dt="2025-12-03T00:57:06.856" v="2693" actId="20577"/>
          <ac:graphicFrameMkLst>
            <pc:docMk/>
            <pc:sldMk cId="4196559865" sldId="330"/>
            <ac:graphicFrameMk id="2" creationId="{D30441AA-5C3F-6353-2587-2E4BA67649B8}"/>
          </ac:graphicFrameMkLst>
        </pc:graphicFrameChg>
        <pc:graphicFrameChg chg="del">
          <ac:chgData name="John High" userId="b5ddfa0b2f145b97" providerId="LiveId" clId="{D9F295B5-DBEC-4A4C-BCB9-D40FDF9AC9EE}" dt="2025-12-02T21:08:34.225" v="2370" actId="478"/>
          <ac:graphicFrameMkLst>
            <pc:docMk/>
            <pc:sldMk cId="4196559865" sldId="330"/>
            <ac:graphicFrameMk id="11" creationId="{B9D3A88B-AE66-0B4D-C475-9AD93230408C}"/>
          </ac:graphicFrameMkLst>
        </pc:graphicFrameChg>
        <pc:graphicFrameChg chg="del">
          <ac:chgData name="John High" userId="b5ddfa0b2f145b97" providerId="LiveId" clId="{D9F295B5-DBEC-4A4C-BCB9-D40FDF9AC9EE}" dt="2025-12-03T00:57:09.830" v="2694" actId="478"/>
          <ac:graphicFrameMkLst>
            <pc:docMk/>
            <pc:sldMk cId="4196559865" sldId="330"/>
            <ac:graphicFrameMk id="29" creationId="{8B81BE6D-9CC8-5702-6892-DBFBCAF8E079}"/>
          </ac:graphicFrameMkLst>
        </pc:graphicFrameChg>
      </pc:sldChg>
      <pc:sldChg chg="addSp delSp modSp add mod">
        <pc:chgData name="John High" userId="b5ddfa0b2f145b97" providerId="LiveId" clId="{D9F295B5-DBEC-4A4C-BCB9-D40FDF9AC9EE}" dt="2025-12-03T01:00:25.916" v="2753" actId="20577"/>
        <pc:sldMkLst>
          <pc:docMk/>
          <pc:sldMk cId="3488663731" sldId="331"/>
        </pc:sldMkLst>
        <pc:spChg chg="add del mod">
          <ac:chgData name="John High" userId="b5ddfa0b2f145b97" providerId="LiveId" clId="{D9F295B5-DBEC-4A4C-BCB9-D40FDF9AC9EE}" dt="2025-12-02T21:02:09.767" v="2042" actId="478"/>
          <ac:spMkLst>
            <pc:docMk/>
            <pc:sldMk cId="3488663731" sldId="331"/>
            <ac:spMk id="6" creationId="{9499825E-054C-D6F6-F618-9B51F173BE30}"/>
          </ac:spMkLst>
        </pc:spChg>
        <pc:spChg chg="mod">
          <ac:chgData name="John High" userId="b5ddfa0b2f145b97" providerId="LiveId" clId="{D9F295B5-DBEC-4A4C-BCB9-D40FDF9AC9EE}" dt="2025-12-02T20:56:55.186" v="1804" actId="20577"/>
          <ac:spMkLst>
            <pc:docMk/>
            <pc:sldMk cId="3488663731" sldId="331"/>
            <ac:spMk id="13" creationId="{0DD32F8F-199E-84CB-2704-47D51C1F06A0}"/>
          </ac:spMkLst>
        </pc:spChg>
        <pc:spChg chg="add mod">
          <ac:chgData name="John High" userId="b5ddfa0b2f145b97" providerId="LiveId" clId="{D9F295B5-DBEC-4A4C-BCB9-D40FDF9AC9EE}" dt="2025-12-02T21:06:29.604" v="2183" actId="1076"/>
          <ac:spMkLst>
            <pc:docMk/>
            <pc:sldMk cId="3488663731" sldId="331"/>
            <ac:spMk id="15" creationId="{9CB35782-8434-8774-54EC-4698E861611F}"/>
          </ac:spMkLst>
        </pc:spChg>
        <pc:spChg chg="mod">
          <ac:chgData name="John High" userId="b5ddfa0b2f145b97" providerId="LiveId" clId="{D9F295B5-DBEC-4A4C-BCB9-D40FDF9AC9EE}" dt="2025-12-02T20:51:53.124" v="1247" actId="1076"/>
          <ac:spMkLst>
            <pc:docMk/>
            <pc:sldMk cId="3488663731" sldId="331"/>
            <ac:spMk id="24" creationId="{7C9F6935-9F50-0F54-DB5F-2B73938B2F22}"/>
          </ac:spMkLst>
        </pc:spChg>
        <pc:spChg chg="mod">
          <ac:chgData name="John High" userId="b5ddfa0b2f145b97" providerId="LiveId" clId="{D9F295B5-DBEC-4A4C-BCB9-D40FDF9AC9EE}" dt="2025-12-02T21:07:53.912" v="2367" actId="255"/>
          <ac:spMkLst>
            <pc:docMk/>
            <pc:sldMk cId="3488663731" sldId="331"/>
            <ac:spMk id="32" creationId="{6294A588-FBD0-2DA3-B6EC-57C2B8F619BD}"/>
          </ac:spMkLst>
        </pc:spChg>
        <pc:spChg chg="del">
          <ac:chgData name="John High" userId="b5ddfa0b2f145b97" providerId="LiveId" clId="{D9F295B5-DBEC-4A4C-BCB9-D40FDF9AC9EE}" dt="2025-12-02T20:57:01.854" v="1806" actId="478"/>
          <ac:spMkLst>
            <pc:docMk/>
            <pc:sldMk cId="3488663731" sldId="331"/>
            <ac:spMk id="33" creationId="{4842572E-C851-F699-9823-F7D2641C9AF7}"/>
          </ac:spMkLst>
        </pc:spChg>
        <pc:spChg chg="add mod">
          <ac:chgData name="John High" userId="b5ddfa0b2f145b97" providerId="LiveId" clId="{D9F295B5-DBEC-4A4C-BCB9-D40FDF9AC9EE}" dt="2025-12-02T21:02:43.535" v="2079" actId="1076"/>
          <ac:spMkLst>
            <pc:docMk/>
            <pc:sldMk cId="3488663731" sldId="331"/>
            <ac:spMk id="35" creationId="{198DB7DD-6563-F1E1-B286-21B30FCA56D9}"/>
          </ac:spMkLst>
        </pc:spChg>
        <pc:spChg chg="add mod">
          <ac:chgData name="John High" userId="b5ddfa0b2f145b97" providerId="LiveId" clId="{D9F295B5-DBEC-4A4C-BCB9-D40FDF9AC9EE}" dt="2025-12-02T21:03:44.325" v="2091" actId="1076"/>
          <ac:spMkLst>
            <pc:docMk/>
            <pc:sldMk cId="3488663731" sldId="331"/>
            <ac:spMk id="38" creationId="{1A90F100-0AFD-722B-50A8-91F3C51A872A}"/>
          </ac:spMkLst>
        </pc:spChg>
        <pc:spChg chg="add del mod">
          <ac:chgData name="John High" userId="b5ddfa0b2f145b97" providerId="LiveId" clId="{D9F295B5-DBEC-4A4C-BCB9-D40FDF9AC9EE}" dt="2025-12-02T21:04:48.332" v="2153" actId="478"/>
          <ac:spMkLst>
            <pc:docMk/>
            <pc:sldMk cId="3488663731" sldId="331"/>
            <ac:spMk id="39" creationId="{17387555-A6E0-2F91-61B6-90A39DA02333}"/>
          </ac:spMkLst>
        </pc:spChg>
        <pc:spChg chg="add del mod">
          <ac:chgData name="John High" userId="b5ddfa0b2f145b97" providerId="LiveId" clId="{D9F295B5-DBEC-4A4C-BCB9-D40FDF9AC9EE}" dt="2025-12-02T21:13:22.108" v="2617" actId="478"/>
          <ac:spMkLst>
            <pc:docMk/>
            <pc:sldMk cId="3488663731" sldId="331"/>
            <ac:spMk id="40" creationId="{A51D387C-3A47-C6B0-9C6E-6174228D3AC0}"/>
          </ac:spMkLst>
        </pc:spChg>
        <pc:spChg chg="add del mod">
          <ac:chgData name="John High" userId="b5ddfa0b2f145b97" providerId="LiveId" clId="{D9F295B5-DBEC-4A4C-BCB9-D40FDF9AC9EE}" dt="2025-12-02T21:06:41.102" v="2185" actId="478"/>
          <ac:spMkLst>
            <pc:docMk/>
            <pc:sldMk cId="3488663731" sldId="331"/>
            <ac:spMk id="41" creationId="{954F374C-21C9-B46E-872C-EAA23A534241}"/>
          </ac:spMkLst>
        </pc:spChg>
        <pc:grpChg chg="del">
          <ac:chgData name="John High" userId="b5ddfa0b2f145b97" providerId="LiveId" clId="{D9F295B5-DBEC-4A4C-BCB9-D40FDF9AC9EE}" dt="2025-12-02T20:51:12.758" v="1234" actId="478"/>
          <ac:grpSpMkLst>
            <pc:docMk/>
            <pc:sldMk cId="3488663731" sldId="331"/>
            <ac:grpSpMk id="27" creationId="{218AE32D-8281-E6CE-BC9E-13AA9C945D62}"/>
          </ac:grpSpMkLst>
        </pc:grpChg>
        <pc:grpChg chg="del mod">
          <ac:chgData name="John High" userId="b5ddfa0b2f145b97" providerId="LiveId" clId="{D9F295B5-DBEC-4A4C-BCB9-D40FDF9AC9EE}" dt="2025-12-02T20:52:07.131" v="1252" actId="478"/>
          <ac:grpSpMkLst>
            <pc:docMk/>
            <pc:sldMk cId="3488663731" sldId="331"/>
            <ac:grpSpMk id="28" creationId="{02B24847-035C-C7CD-F9C7-95BAD4E28EC1}"/>
          </ac:grpSpMkLst>
        </pc:grpChg>
        <pc:graphicFrameChg chg="modGraphic">
          <ac:chgData name="John High" userId="b5ddfa0b2f145b97" providerId="LiveId" clId="{D9F295B5-DBEC-4A4C-BCB9-D40FDF9AC9EE}" dt="2025-12-02T21:09:31.944" v="2391" actId="20577"/>
          <ac:graphicFrameMkLst>
            <pc:docMk/>
            <pc:sldMk cId="3488663731" sldId="331"/>
            <ac:graphicFrameMk id="2" creationId="{AB66F8E8-F202-A16C-D43A-539D4235B37E}"/>
          </ac:graphicFrameMkLst>
        </pc:graphicFrameChg>
        <pc:graphicFrameChg chg="del">
          <ac:chgData name="John High" userId="b5ddfa0b2f145b97" providerId="LiveId" clId="{D9F295B5-DBEC-4A4C-BCB9-D40FDF9AC9EE}" dt="2025-12-02T20:52:04.487" v="1251" actId="478"/>
          <ac:graphicFrameMkLst>
            <pc:docMk/>
            <pc:sldMk cId="3488663731" sldId="331"/>
            <ac:graphicFrameMk id="7" creationId="{678BD933-9C17-1783-EA9D-A1C09A703E4D}"/>
          </ac:graphicFrameMkLst>
        </pc:graphicFrameChg>
        <pc:graphicFrameChg chg="del mod">
          <ac:chgData name="John High" userId="b5ddfa0b2f145b97" providerId="LiveId" clId="{D9F295B5-DBEC-4A4C-BCB9-D40FDF9AC9EE}" dt="2025-12-02T20:52:59.313" v="1287" actId="478"/>
          <ac:graphicFrameMkLst>
            <pc:docMk/>
            <pc:sldMk cId="3488663731" sldId="331"/>
            <ac:graphicFrameMk id="11" creationId="{E4B73E44-C037-C5BE-A6F3-4D80EC44C0A4}"/>
          </ac:graphicFrameMkLst>
        </pc:graphicFrameChg>
        <pc:graphicFrameChg chg="add mod modGraphic">
          <ac:chgData name="John High" userId="b5ddfa0b2f145b97" providerId="LiveId" clId="{D9F295B5-DBEC-4A4C-BCB9-D40FDF9AC9EE}" dt="2025-12-02T20:59:09.872" v="1862" actId="20577"/>
          <ac:graphicFrameMkLst>
            <pc:docMk/>
            <pc:sldMk cId="3488663731" sldId="331"/>
            <ac:graphicFrameMk id="16" creationId="{56EF11DE-DACB-EC70-FA14-249BC697EEF9}"/>
          </ac:graphicFrameMkLst>
        </pc:graphicFrameChg>
        <pc:graphicFrameChg chg="add del mod modGraphic">
          <ac:chgData name="John High" userId="b5ddfa0b2f145b97" providerId="LiveId" clId="{D9F295B5-DBEC-4A4C-BCB9-D40FDF9AC9EE}" dt="2025-12-02T21:00:38.791" v="1996" actId="478"/>
          <ac:graphicFrameMkLst>
            <pc:docMk/>
            <pc:sldMk cId="3488663731" sldId="331"/>
            <ac:graphicFrameMk id="17" creationId="{D9765341-7022-4F0E-1030-D4DA98D38409}"/>
          </ac:graphicFrameMkLst>
        </pc:graphicFrameChg>
        <pc:graphicFrameChg chg="del">
          <ac:chgData name="John High" userId="b5ddfa0b2f145b97" providerId="LiveId" clId="{D9F295B5-DBEC-4A4C-BCB9-D40FDF9AC9EE}" dt="2025-12-02T21:13:19.696" v="2616" actId="478"/>
          <ac:graphicFrameMkLst>
            <pc:docMk/>
            <pc:sldMk cId="3488663731" sldId="331"/>
            <ac:graphicFrameMk id="29" creationId="{BBAE223A-B67A-B443-061B-FACDF8C174EF}"/>
          </ac:graphicFrameMkLst>
        </pc:graphicFrameChg>
        <pc:graphicFrameChg chg="add mod modGraphic">
          <ac:chgData name="John High" userId="b5ddfa0b2f145b97" providerId="LiveId" clId="{D9F295B5-DBEC-4A4C-BCB9-D40FDF9AC9EE}" dt="2025-12-03T01:00:25.916" v="2753" actId="20577"/>
          <ac:graphicFrameMkLst>
            <pc:docMk/>
            <pc:sldMk cId="3488663731" sldId="331"/>
            <ac:graphicFrameMk id="34" creationId="{858DB734-C900-5E6B-29D7-6D995F881D80}"/>
          </ac:graphicFrameMkLst>
        </pc:graphicFrameChg>
        <pc:picChg chg="add del mod">
          <ac:chgData name="John High" userId="b5ddfa0b2f145b97" providerId="LiveId" clId="{D9F295B5-DBEC-4A4C-BCB9-D40FDF9AC9EE}" dt="2025-12-02T20:57:03.740" v="1807" actId="478"/>
          <ac:picMkLst>
            <pc:docMk/>
            <pc:sldMk cId="3488663731" sldId="331"/>
            <ac:picMk id="5" creationId="{B3645545-ED68-E52C-0676-4D81A3C4884C}"/>
          </ac:picMkLst>
        </pc:picChg>
        <pc:picChg chg="add mod">
          <ac:chgData name="John High" userId="b5ddfa0b2f145b97" providerId="LiveId" clId="{D9F295B5-DBEC-4A4C-BCB9-D40FDF9AC9EE}" dt="2025-12-02T20:57:08.933" v="1809" actId="1076"/>
          <ac:picMkLst>
            <pc:docMk/>
            <pc:sldMk cId="3488663731" sldId="331"/>
            <ac:picMk id="9" creationId="{4995D651-0C6A-16C3-6050-1E8807559B7B}"/>
          </ac:picMkLst>
        </pc:picChg>
        <pc:picChg chg="add del mod">
          <ac:chgData name="John High" userId="b5ddfa0b2f145b97" providerId="LiveId" clId="{D9F295B5-DBEC-4A4C-BCB9-D40FDF9AC9EE}" dt="2025-12-02T21:00:08.233" v="1985" actId="478"/>
          <ac:picMkLst>
            <pc:docMk/>
            <pc:sldMk cId="3488663731" sldId="331"/>
            <ac:picMk id="14" creationId="{70557DB2-6130-43EB-7D38-DB8F61E12B7B}"/>
          </ac:picMkLst>
        </pc:picChg>
        <pc:picChg chg="add del mod">
          <ac:chgData name="John High" userId="b5ddfa0b2f145b97" providerId="LiveId" clId="{D9F295B5-DBEC-4A4C-BCB9-D40FDF9AC9EE}" dt="2025-12-02T20:58:22.130" v="1822" actId="478"/>
          <ac:picMkLst>
            <pc:docMk/>
            <pc:sldMk cId="3488663731" sldId="331"/>
            <ac:picMk id="20" creationId="{AE232633-A31B-72EF-BA91-4321DFD92FF9}"/>
          </ac:picMkLst>
        </pc:picChg>
        <pc:picChg chg="mod">
          <ac:chgData name="John High" userId="b5ddfa0b2f145b97" providerId="LiveId" clId="{D9F295B5-DBEC-4A4C-BCB9-D40FDF9AC9EE}" dt="2025-12-02T20:51:55.936" v="1248" actId="1076"/>
          <ac:picMkLst>
            <pc:docMk/>
            <pc:sldMk cId="3488663731" sldId="331"/>
            <ac:picMk id="21" creationId="{154FFC34-BA3A-9E87-9DBE-A299A2F2E9A1}"/>
          </ac:picMkLst>
        </pc:picChg>
        <pc:picChg chg="add mod">
          <ac:chgData name="John High" userId="b5ddfa0b2f145b97" providerId="LiveId" clId="{D9F295B5-DBEC-4A4C-BCB9-D40FDF9AC9EE}" dt="2025-12-02T20:58:36.440" v="1826" actId="1076"/>
          <ac:picMkLst>
            <pc:docMk/>
            <pc:sldMk cId="3488663731" sldId="331"/>
            <ac:picMk id="25" creationId="{7EBB1298-6B45-8D71-6B57-78A203547038}"/>
          </ac:picMkLst>
        </pc:picChg>
        <pc:picChg chg="add mod ord">
          <ac:chgData name="John High" userId="b5ddfa0b2f145b97" providerId="LiveId" clId="{D9F295B5-DBEC-4A4C-BCB9-D40FDF9AC9EE}" dt="2025-12-02T21:02:00.728" v="2040" actId="1076"/>
          <ac:picMkLst>
            <pc:docMk/>
            <pc:sldMk cId="3488663731" sldId="331"/>
            <ac:picMk id="31" creationId="{6A0BC348-093D-C52C-13DF-F3BDCB983AA7}"/>
          </ac:picMkLst>
        </pc:picChg>
        <pc:picChg chg="add mod">
          <ac:chgData name="John High" userId="b5ddfa0b2f145b97" providerId="LiveId" clId="{D9F295B5-DBEC-4A4C-BCB9-D40FDF9AC9EE}" dt="2025-12-02T21:03:31.525" v="2087" actId="14100"/>
          <ac:picMkLst>
            <pc:docMk/>
            <pc:sldMk cId="3488663731" sldId="331"/>
            <ac:picMk id="37" creationId="{63B25E81-C05A-AA40-5265-F060AE0F4980}"/>
          </ac:picMkLst>
        </pc:picChg>
      </pc:sldChg>
      <pc:sldChg chg="addSp delSp modSp add mod">
        <pc:chgData name="John High" userId="b5ddfa0b2f145b97" providerId="LiveId" clId="{D9F295B5-DBEC-4A4C-BCB9-D40FDF9AC9EE}" dt="2025-12-03T01:07:54.591" v="3166" actId="20577"/>
        <pc:sldMkLst>
          <pc:docMk/>
          <pc:sldMk cId="3847492959" sldId="332"/>
        </pc:sldMkLst>
        <pc:spChg chg="mod">
          <ac:chgData name="John High" userId="b5ddfa0b2f145b97" providerId="LiveId" clId="{D9F295B5-DBEC-4A4C-BCB9-D40FDF9AC9EE}" dt="2025-12-03T01:07:54.591" v="3166" actId="20577"/>
          <ac:spMkLst>
            <pc:docMk/>
            <pc:sldMk cId="3847492959" sldId="332"/>
            <ac:spMk id="13" creationId="{44F1B58D-A0BC-3E77-57C7-7CE96F0518E4}"/>
          </ac:spMkLst>
        </pc:spChg>
        <pc:spChg chg="mod">
          <ac:chgData name="John High" userId="b5ddfa0b2f145b97" providerId="LiveId" clId="{D9F295B5-DBEC-4A4C-BCB9-D40FDF9AC9EE}" dt="2025-12-02T21:12:59.701" v="2603" actId="20577"/>
          <ac:spMkLst>
            <pc:docMk/>
            <pc:sldMk cId="3847492959" sldId="332"/>
            <ac:spMk id="32" creationId="{8FC4A4DB-DB98-EEE6-CF76-9C7CC43F6D41}"/>
          </ac:spMkLst>
        </pc:spChg>
        <pc:spChg chg="mod">
          <ac:chgData name="John High" userId="b5ddfa0b2f145b97" providerId="LiveId" clId="{D9F295B5-DBEC-4A4C-BCB9-D40FDF9AC9EE}" dt="2025-12-02T21:10:34.550" v="2424" actId="1076"/>
          <ac:spMkLst>
            <pc:docMk/>
            <pc:sldMk cId="3847492959" sldId="332"/>
            <ac:spMk id="35" creationId="{11D24466-5502-C3E0-63AD-02E5D1FDEDC8}"/>
          </ac:spMkLst>
        </pc:spChg>
        <pc:spChg chg="del">
          <ac:chgData name="John High" userId="b5ddfa0b2f145b97" providerId="LiveId" clId="{D9F295B5-DBEC-4A4C-BCB9-D40FDF9AC9EE}" dt="2025-12-02T21:11:57.995" v="2441" actId="478"/>
          <ac:spMkLst>
            <pc:docMk/>
            <pc:sldMk cId="3847492959" sldId="332"/>
            <ac:spMk id="40" creationId="{6E5774E1-E3C5-78F7-2DC2-D8A46B010CFF}"/>
          </ac:spMkLst>
        </pc:spChg>
        <pc:graphicFrameChg chg="modGraphic">
          <ac:chgData name="John High" userId="b5ddfa0b2f145b97" providerId="LiveId" clId="{D9F295B5-DBEC-4A4C-BCB9-D40FDF9AC9EE}" dt="2025-12-02T21:09:40.208" v="2406" actId="20577"/>
          <ac:graphicFrameMkLst>
            <pc:docMk/>
            <pc:sldMk cId="3847492959" sldId="332"/>
            <ac:graphicFrameMk id="2" creationId="{CFB45DFC-89C5-64BB-99B8-FF216B78C2B2}"/>
          </ac:graphicFrameMkLst>
        </pc:graphicFrameChg>
        <pc:graphicFrameChg chg="del mod">
          <ac:chgData name="John High" userId="b5ddfa0b2f145b97" providerId="LiveId" clId="{D9F295B5-DBEC-4A4C-BCB9-D40FDF9AC9EE}" dt="2025-12-02T21:13:16.379" v="2615" actId="478"/>
          <ac:graphicFrameMkLst>
            <pc:docMk/>
            <pc:sldMk cId="3847492959" sldId="332"/>
            <ac:graphicFrameMk id="29" creationId="{43305830-BBA4-06E3-985D-F5F6C35ECBE3}"/>
          </ac:graphicFrameMkLst>
        </pc:graphicFrameChg>
        <pc:picChg chg="add mod">
          <ac:chgData name="John High" userId="b5ddfa0b2f145b97" providerId="LiveId" clId="{D9F295B5-DBEC-4A4C-BCB9-D40FDF9AC9EE}" dt="2025-12-02T21:10:51.183" v="2425" actId="1076"/>
          <ac:picMkLst>
            <pc:docMk/>
            <pc:sldMk cId="3847492959" sldId="332"/>
            <ac:picMk id="5" creationId="{4D19202F-88C9-C2E0-DDE3-B92C020C63DE}"/>
          </ac:picMkLst>
        </pc:picChg>
        <pc:picChg chg="add mod ord">
          <ac:chgData name="John High" userId="b5ddfa0b2f145b97" providerId="LiveId" clId="{D9F295B5-DBEC-4A4C-BCB9-D40FDF9AC9EE}" dt="2025-12-02T21:10:25.985" v="2420" actId="14100"/>
          <ac:picMkLst>
            <pc:docMk/>
            <pc:sldMk cId="3847492959" sldId="332"/>
            <ac:picMk id="7" creationId="{D9F97D9B-64EA-52B6-B326-801420E78C0E}"/>
          </ac:picMkLst>
        </pc:picChg>
        <pc:picChg chg="del">
          <ac:chgData name="John High" userId="b5ddfa0b2f145b97" providerId="LiveId" clId="{D9F295B5-DBEC-4A4C-BCB9-D40FDF9AC9EE}" dt="2025-12-02T21:11:16.356" v="2426" actId="478"/>
          <ac:picMkLst>
            <pc:docMk/>
            <pc:sldMk cId="3847492959" sldId="332"/>
            <ac:picMk id="9" creationId="{02CA102D-097D-FC82-07F4-F6A71F992CF7}"/>
          </ac:picMkLst>
        </pc:picChg>
        <pc:picChg chg="add mod">
          <ac:chgData name="John High" userId="b5ddfa0b2f145b97" providerId="LiveId" clId="{D9F295B5-DBEC-4A4C-BCB9-D40FDF9AC9EE}" dt="2025-12-02T21:11:26.041" v="2432" actId="14100"/>
          <ac:picMkLst>
            <pc:docMk/>
            <pc:sldMk cId="3847492959" sldId="332"/>
            <ac:picMk id="10" creationId="{2022AF1B-81F1-113D-9EA3-719531FE79E6}"/>
          </ac:picMkLst>
        </pc:picChg>
        <pc:picChg chg="add mod ord">
          <ac:chgData name="John High" userId="b5ddfa0b2f145b97" providerId="LiveId" clId="{D9F295B5-DBEC-4A4C-BCB9-D40FDF9AC9EE}" dt="2025-12-02T21:11:55.777" v="2440" actId="14100"/>
          <ac:picMkLst>
            <pc:docMk/>
            <pc:sldMk cId="3847492959" sldId="332"/>
            <ac:picMk id="14" creationId="{6DF4A17B-ED67-BE74-F9CE-BAD6C8A9B973}"/>
          </ac:picMkLst>
        </pc:picChg>
        <pc:picChg chg="del">
          <ac:chgData name="John High" userId="b5ddfa0b2f145b97" providerId="LiveId" clId="{D9F295B5-DBEC-4A4C-BCB9-D40FDF9AC9EE}" dt="2025-12-02T21:09:54.541" v="2407" actId="478"/>
          <ac:picMkLst>
            <pc:docMk/>
            <pc:sldMk cId="3847492959" sldId="332"/>
            <ac:picMk id="25" creationId="{FB88ECA2-441F-A36B-779F-D27A3885ED08}"/>
          </ac:picMkLst>
        </pc:picChg>
        <pc:picChg chg="del">
          <ac:chgData name="John High" userId="b5ddfa0b2f145b97" providerId="LiveId" clId="{D9F295B5-DBEC-4A4C-BCB9-D40FDF9AC9EE}" dt="2025-12-02T21:10:11.982" v="2413" actId="478"/>
          <ac:picMkLst>
            <pc:docMk/>
            <pc:sldMk cId="3847492959" sldId="332"/>
            <ac:picMk id="31" creationId="{633A4D39-55CC-BF88-BF4A-EF8C20DE54A1}"/>
          </ac:picMkLst>
        </pc:picChg>
        <pc:picChg chg="del">
          <ac:chgData name="John High" userId="b5ddfa0b2f145b97" providerId="LiveId" clId="{D9F295B5-DBEC-4A4C-BCB9-D40FDF9AC9EE}" dt="2025-12-02T21:11:27.868" v="2433" actId="478"/>
          <ac:picMkLst>
            <pc:docMk/>
            <pc:sldMk cId="3847492959" sldId="332"/>
            <ac:picMk id="37" creationId="{FFAB4091-4375-F064-5E37-ECBD32353FAF}"/>
          </ac:picMkLst>
        </pc:picChg>
      </pc:sldChg>
      <pc:sldChg chg="addSp delSp modSp add mod">
        <pc:chgData name="John High" userId="b5ddfa0b2f145b97" providerId="LiveId" clId="{D9F295B5-DBEC-4A4C-BCB9-D40FDF9AC9EE}" dt="2025-12-03T01:32:25.425" v="3817" actId="20577"/>
        <pc:sldMkLst>
          <pc:docMk/>
          <pc:sldMk cId="1272240388" sldId="333"/>
        </pc:sldMkLst>
        <pc:spChg chg="mod">
          <ac:chgData name="John High" userId="b5ddfa0b2f145b97" providerId="LiveId" clId="{D9F295B5-DBEC-4A4C-BCB9-D40FDF9AC9EE}" dt="2025-12-03T01:04:38.664" v="2797" actId="20577"/>
          <ac:spMkLst>
            <pc:docMk/>
            <pc:sldMk cId="1272240388" sldId="333"/>
            <ac:spMk id="12" creationId="{A5744DAE-BA8F-56F1-0DDC-1220017FD3C0}"/>
          </ac:spMkLst>
        </pc:spChg>
        <pc:spChg chg="mod">
          <ac:chgData name="John High" userId="b5ddfa0b2f145b97" providerId="LiveId" clId="{D9F295B5-DBEC-4A4C-BCB9-D40FDF9AC9EE}" dt="2025-12-03T01:31:41.887" v="3690" actId="20577"/>
          <ac:spMkLst>
            <pc:docMk/>
            <pc:sldMk cId="1272240388" sldId="333"/>
            <ac:spMk id="13" creationId="{1B5F6BC2-706E-3104-B4B8-B9877B0C2C8E}"/>
          </ac:spMkLst>
        </pc:spChg>
        <pc:spChg chg="mod">
          <ac:chgData name="John High" userId="b5ddfa0b2f145b97" providerId="LiveId" clId="{D9F295B5-DBEC-4A4C-BCB9-D40FDF9AC9EE}" dt="2025-12-03T01:32:25.425" v="3817" actId="20577"/>
          <ac:spMkLst>
            <pc:docMk/>
            <pc:sldMk cId="1272240388" sldId="333"/>
            <ac:spMk id="32" creationId="{0AFFCB5B-B3CD-B8EF-33D3-5A047B19E391}"/>
          </ac:spMkLst>
        </pc:spChg>
        <pc:spChg chg="mod">
          <ac:chgData name="John High" userId="b5ddfa0b2f145b97" providerId="LiveId" clId="{D9F295B5-DBEC-4A4C-BCB9-D40FDF9AC9EE}" dt="2025-12-03T01:03:46.415" v="2761" actId="14100"/>
          <ac:spMkLst>
            <pc:docMk/>
            <pc:sldMk cId="1272240388" sldId="333"/>
            <ac:spMk id="35" creationId="{E69864FD-9EB2-297C-52BC-1F13C81E6B86}"/>
          </ac:spMkLst>
        </pc:spChg>
        <pc:spChg chg="mod">
          <ac:chgData name="John High" userId="b5ddfa0b2f145b97" providerId="LiveId" clId="{D9F295B5-DBEC-4A4C-BCB9-D40FDF9AC9EE}" dt="2025-12-03T01:04:20.103" v="2770" actId="688"/>
          <ac:spMkLst>
            <pc:docMk/>
            <pc:sldMk cId="1272240388" sldId="333"/>
            <ac:spMk id="38" creationId="{86E9B104-DEC8-E109-22E9-162DA4007C71}"/>
          </ac:spMkLst>
        </pc:spChg>
        <pc:graphicFrameChg chg="modGraphic">
          <ac:chgData name="John High" userId="b5ddfa0b2f145b97" providerId="LiveId" clId="{D9F295B5-DBEC-4A4C-BCB9-D40FDF9AC9EE}" dt="2025-12-03T00:57:40.325" v="2729" actId="20577"/>
          <ac:graphicFrameMkLst>
            <pc:docMk/>
            <pc:sldMk cId="1272240388" sldId="333"/>
            <ac:graphicFrameMk id="2" creationId="{20B2F672-87C1-F297-66CC-3B50B05EDA8B}"/>
          </ac:graphicFrameMkLst>
        </pc:graphicFrameChg>
        <pc:picChg chg="del">
          <ac:chgData name="John High" userId="b5ddfa0b2f145b97" providerId="LiveId" clId="{D9F295B5-DBEC-4A4C-BCB9-D40FDF9AC9EE}" dt="2025-12-03T00:58:57.954" v="2730" actId="478"/>
          <ac:picMkLst>
            <pc:docMk/>
            <pc:sldMk cId="1272240388" sldId="333"/>
            <ac:picMk id="5" creationId="{C3363898-71EF-2CC7-0C9A-863FF391D1C5}"/>
          </ac:picMkLst>
        </pc:picChg>
        <pc:picChg chg="add mod">
          <ac:chgData name="John High" userId="b5ddfa0b2f145b97" providerId="LiveId" clId="{D9F295B5-DBEC-4A4C-BCB9-D40FDF9AC9EE}" dt="2025-12-03T00:59:09.121" v="2738" actId="1076"/>
          <ac:picMkLst>
            <pc:docMk/>
            <pc:sldMk cId="1272240388" sldId="333"/>
            <ac:picMk id="6" creationId="{99687DA7-72E4-58FD-1121-20D61BA57126}"/>
          </ac:picMkLst>
        </pc:picChg>
        <pc:picChg chg="del">
          <ac:chgData name="John High" userId="b5ddfa0b2f145b97" providerId="LiveId" clId="{D9F295B5-DBEC-4A4C-BCB9-D40FDF9AC9EE}" dt="2025-12-03T01:03:26.687" v="2754" actId="478"/>
          <ac:picMkLst>
            <pc:docMk/>
            <pc:sldMk cId="1272240388" sldId="333"/>
            <ac:picMk id="7" creationId="{FFEE56BD-CA13-4EDE-0C94-49A879B41841}"/>
          </ac:picMkLst>
        </pc:picChg>
        <pc:picChg chg="add mod">
          <ac:chgData name="John High" userId="b5ddfa0b2f145b97" providerId="LiveId" clId="{D9F295B5-DBEC-4A4C-BCB9-D40FDF9AC9EE}" dt="2025-12-03T00:59:45.210" v="2746" actId="14100"/>
          <ac:picMkLst>
            <pc:docMk/>
            <pc:sldMk cId="1272240388" sldId="333"/>
            <ac:picMk id="9" creationId="{0C541511-2CE4-BDE9-F235-9FBE3B9D217D}"/>
          </ac:picMkLst>
        </pc:picChg>
        <pc:picChg chg="del">
          <ac:chgData name="John High" userId="b5ddfa0b2f145b97" providerId="LiveId" clId="{D9F295B5-DBEC-4A4C-BCB9-D40FDF9AC9EE}" dt="2025-12-03T00:59:11.203" v="2739" actId="478"/>
          <ac:picMkLst>
            <pc:docMk/>
            <pc:sldMk cId="1272240388" sldId="333"/>
            <ac:picMk id="10" creationId="{BCA59D91-6892-D537-CBBF-C71F5D34F1D6}"/>
          </ac:picMkLst>
        </pc:picChg>
        <pc:picChg chg="del">
          <ac:chgData name="John High" userId="b5ddfa0b2f145b97" providerId="LiveId" clId="{D9F295B5-DBEC-4A4C-BCB9-D40FDF9AC9EE}" dt="2025-12-03T01:04:01.658" v="2762" actId="478"/>
          <ac:picMkLst>
            <pc:docMk/>
            <pc:sldMk cId="1272240388" sldId="333"/>
            <ac:picMk id="14" creationId="{F061B8BD-24A9-F5FC-FE34-AD80ED18F276}"/>
          </ac:picMkLst>
        </pc:picChg>
        <pc:picChg chg="add mod ord">
          <ac:chgData name="John High" userId="b5ddfa0b2f145b97" providerId="LiveId" clId="{D9F295B5-DBEC-4A4C-BCB9-D40FDF9AC9EE}" dt="2025-12-03T01:03:42.566" v="2760" actId="167"/>
          <ac:picMkLst>
            <pc:docMk/>
            <pc:sldMk cId="1272240388" sldId="333"/>
            <ac:picMk id="17" creationId="{AE42506A-6934-B133-2820-31E2D6CB44CD}"/>
          </ac:picMkLst>
        </pc:picChg>
        <pc:picChg chg="add mod ord">
          <ac:chgData name="John High" userId="b5ddfa0b2f145b97" providerId="LiveId" clId="{D9F295B5-DBEC-4A4C-BCB9-D40FDF9AC9EE}" dt="2025-12-03T01:04:12.323" v="2768" actId="167"/>
          <ac:picMkLst>
            <pc:docMk/>
            <pc:sldMk cId="1272240388" sldId="333"/>
            <ac:picMk id="20" creationId="{0B3AB9E6-15DF-B60D-A50E-6682D8AB7700}"/>
          </ac:picMkLst>
        </pc:picChg>
      </pc:sldChg>
      <pc:sldMasterChg chg="addSp delSp modSp mod modSldLayout">
        <pc:chgData name="John High" userId="b5ddfa0b2f145b97" providerId="LiveId" clId="{D9F295B5-DBEC-4A4C-BCB9-D40FDF9AC9EE}" dt="2025-12-02T20:03:10.506" v="150" actId="1076"/>
        <pc:sldMasterMkLst>
          <pc:docMk/>
          <pc:sldMasterMk cId="3437769099" sldId="2147483660"/>
        </pc:sldMasterMkLst>
        <pc:picChg chg="add del mod">
          <ac:chgData name="John High" userId="b5ddfa0b2f145b97" providerId="LiveId" clId="{D9F295B5-DBEC-4A4C-BCB9-D40FDF9AC9EE}" dt="2025-12-02T20:02:56.968" v="145" actId="21"/>
          <ac:picMkLst>
            <pc:docMk/>
            <pc:sldMasterMk cId="3437769099" sldId="2147483660"/>
            <ac:picMk id="7" creationId="{C9B06AF6-DA55-3CE6-541D-D21F7B47B2E5}"/>
          </ac:picMkLst>
        </pc:picChg>
        <pc:sldLayoutChg chg="addSp delSp modSp mod">
          <pc:chgData name="John High" userId="b5ddfa0b2f145b97" providerId="LiveId" clId="{D9F295B5-DBEC-4A4C-BCB9-D40FDF9AC9EE}" dt="2025-12-02T20:03:10.506" v="150" actId="1076"/>
          <pc:sldLayoutMkLst>
            <pc:docMk/>
            <pc:sldMasterMk cId="3437769099" sldId="2147483660"/>
            <pc:sldLayoutMk cId="4083380644" sldId="2147483668"/>
          </pc:sldLayoutMkLst>
          <pc:picChg chg="add del mod">
            <ac:chgData name="John High" userId="b5ddfa0b2f145b97" providerId="LiveId" clId="{D9F295B5-DBEC-4A4C-BCB9-D40FDF9AC9EE}" dt="2025-12-02T20:02:33.407" v="144" actId="478"/>
            <ac:picMkLst>
              <pc:docMk/>
              <pc:sldMasterMk cId="3437769099" sldId="2147483660"/>
              <pc:sldLayoutMk cId="4083380644" sldId="2147483668"/>
              <ac:picMk id="9" creationId="{0A59809F-4607-67B4-FC87-CDC62AE4A911}"/>
            </ac:picMkLst>
          </pc:picChg>
          <pc:picChg chg="add mod">
            <ac:chgData name="John High" userId="b5ddfa0b2f145b97" providerId="LiveId" clId="{D9F295B5-DBEC-4A4C-BCB9-D40FDF9AC9EE}" dt="2025-12-02T20:03:10.506" v="150" actId="1076"/>
            <ac:picMkLst>
              <pc:docMk/>
              <pc:sldMasterMk cId="3437769099" sldId="2147483660"/>
              <pc:sldLayoutMk cId="4083380644" sldId="2147483668"/>
              <ac:picMk id="10" creationId="{C9B06AF6-DA55-3CE6-541D-D21F7B47B2E5}"/>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1EDAD5-609F-49FF-859D-24DC1582056E}" type="datetimeFigureOut">
              <a:rPr lang="en-CA" smtClean="0"/>
              <a:t>2025-12-02</a:t>
            </a:fld>
            <a:endParaRPr lang="en-CA"/>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7A43EB-A245-42F8-820A-48FEEBF7DDD5}" type="slidenum">
              <a:rPr lang="en-CA" smtClean="0"/>
              <a:t>‹#›</a:t>
            </a:fld>
            <a:endParaRPr lang="en-CA"/>
          </a:p>
        </p:txBody>
      </p:sp>
    </p:spTree>
    <p:extLst>
      <p:ext uri="{BB962C8B-B14F-4D97-AF65-F5344CB8AC3E}">
        <p14:creationId xmlns:p14="http://schemas.microsoft.com/office/powerpoint/2010/main" val="1349696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6ACBE-BC1A-C2E2-7AC5-B632517800FF}"/>
            </a:ext>
          </a:extLst>
        </p:cNvPr>
        <p:cNvGrpSpPr/>
        <p:nvPr/>
      </p:nvGrpSpPr>
      <p:grpSpPr>
        <a:xfrm>
          <a:off x="0" y="0"/>
          <a:ext cx="0" cy="0"/>
          <a:chOff x="0" y="0"/>
          <a:chExt cx="0" cy="0"/>
        </a:xfrm>
      </p:grpSpPr>
      <p:sp>
        <p:nvSpPr>
          <p:cNvPr id="2" name="Slide Text">
            <a:extLst>
              <a:ext uri="{FF2B5EF4-FFF2-40B4-BE49-F238E27FC236}">
                <a16:creationId xmlns:a16="http://schemas.microsoft.com/office/drawing/2014/main" id="{E7D4361C-9953-9A06-5970-D6BD26E59B6E}"/>
              </a:ext>
            </a:extLst>
          </p:cNvPr>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Gap to Lead by Stage</a:t>
            </a:r>
            <a:endParaRPr dirty="0"/>
          </a:p>
          <a:p>
            <a:r>
              <a:rPr b="0" dirty="0"/>
              <a:t>No alt text provided</a:t>
            </a:r>
            <a:endParaRPr dirty="0"/>
          </a:p>
          <a:p>
            <a:endParaRPr dirty="0"/>
          </a:p>
          <a:p>
            <a:r>
              <a:rPr b="1" dirty="0"/>
              <a:t>Name</a:t>
            </a:r>
            <a:endParaRPr dirty="0"/>
          </a:p>
          <a:p>
            <a:r>
              <a:rPr b="0" dirty="0"/>
              <a:t>No alt text provided</a:t>
            </a:r>
            <a:endParaRPr dirty="0"/>
          </a:p>
          <a:p>
            <a:endParaRPr dirty="0"/>
          </a:p>
          <a:p>
            <a:r>
              <a:rPr b="1" dirty="0"/>
              <a:t>Place Change by Stage</a:t>
            </a:r>
            <a:endParaRPr dirty="0"/>
          </a:p>
          <a:p>
            <a:r>
              <a:rPr b="0" dirty="0"/>
              <a:t>No alt text provided</a:t>
            </a:r>
            <a:endParaRPr dirty="0"/>
          </a:p>
          <a:p>
            <a:endParaRPr dirty="0"/>
          </a:p>
          <a:p>
            <a:r>
              <a:rPr b="1" dirty="0"/>
              <a:t>Place at Stage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Key Point</a:t>
            </a:r>
            <a:endParaRPr dirty="0"/>
          </a:p>
          <a:p>
            <a:r>
              <a:rPr b="0" dirty="0"/>
              <a:t>No alt text provided</a:t>
            </a:r>
            <a:endParaRPr dirty="0"/>
          </a:p>
          <a:p>
            <a:endParaRPr dirty="0"/>
          </a:p>
          <a:p>
            <a:r>
              <a:rPr b="1" dirty="0"/>
              <a:t>Recent Performance</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extLst>
      <p:ext uri="{BB962C8B-B14F-4D97-AF65-F5344CB8AC3E}">
        <p14:creationId xmlns:p14="http://schemas.microsoft.com/office/powerpoint/2010/main" val="4526969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D64E8-06CF-EABA-1CA9-D84F0896AAAB}"/>
            </a:ext>
          </a:extLst>
        </p:cNvPr>
        <p:cNvGrpSpPr/>
        <p:nvPr/>
      </p:nvGrpSpPr>
      <p:grpSpPr>
        <a:xfrm>
          <a:off x="0" y="0"/>
          <a:ext cx="0" cy="0"/>
          <a:chOff x="0" y="0"/>
          <a:chExt cx="0" cy="0"/>
        </a:xfrm>
      </p:grpSpPr>
      <p:sp>
        <p:nvSpPr>
          <p:cNvPr id="2" name="Slide Text">
            <a:extLst>
              <a:ext uri="{FF2B5EF4-FFF2-40B4-BE49-F238E27FC236}">
                <a16:creationId xmlns:a16="http://schemas.microsoft.com/office/drawing/2014/main" id="{61F3C1E3-3E05-AAFF-76C7-6A8D9CD01563}"/>
              </a:ext>
            </a:extLst>
          </p:cNvPr>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Gap to Lead by Stage</a:t>
            </a:r>
            <a:endParaRPr dirty="0"/>
          </a:p>
          <a:p>
            <a:r>
              <a:rPr b="0" dirty="0"/>
              <a:t>No alt text provided</a:t>
            </a:r>
            <a:endParaRPr dirty="0"/>
          </a:p>
          <a:p>
            <a:endParaRPr dirty="0"/>
          </a:p>
          <a:p>
            <a:r>
              <a:rPr b="1" dirty="0"/>
              <a:t>Name</a:t>
            </a:r>
            <a:endParaRPr dirty="0"/>
          </a:p>
          <a:p>
            <a:r>
              <a:rPr b="0" dirty="0"/>
              <a:t>No alt text provided</a:t>
            </a:r>
            <a:endParaRPr dirty="0"/>
          </a:p>
          <a:p>
            <a:endParaRPr dirty="0"/>
          </a:p>
          <a:p>
            <a:r>
              <a:rPr b="1" dirty="0"/>
              <a:t>Place Change by Stage</a:t>
            </a:r>
            <a:endParaRPr dirty="0"/>
          </a:p>
          <a:p>
            <a:r>
              <a:rPr b="0" dirty="0"/>
              <a:t>No alt text provided</a:t>
            </a:r>
            <a:endParaRPr dirty="0"/>
          </a:p>
          <a:p>
            <a:endParaRPr dirty="0"/>
          </a:p>
          <a:p>
            <a:r>
              <a:rPr b="1" dirty="0"/>
              <a:t>Place at Stage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Key Point</a:t>
            </a:r>
            <a:endParaRPr dirty="0"/>
          </a:p>
          <a:p>
            <a:r>
              <a:rPr b="0" dirty="0"/>
              <a:t>No alt text provided</a:t>
            </a:r>
            <a:endParaRPr dirty="0"/>
          </a:p>
          <a:p>
            <a:endParaRPr dirty="0"/>
          </a:p>
          <a:p>
            <a:r>
              <a:rPr b="1" dirty="0"/>
              <a:t>Recent Performance</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extLst>
      <p:ext uri="{BB962C8B-B14F-4D97-AF65-F5344CB8AC3E}">
        <p14:creationId xmlns:p14="http://schemas.microsoft.com/office/powerpoint/2010/main" val="4981190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A7812-DCD1-9FF4-5F92-D16EA82FF05E}"/>
            </a:ext>
          </a:extLst>
        </p:cNvPr>
        <p:cNvGrpSpPr/>
        <p:nvPr/>
      </p:nvGrpSpPr>
      <p:grpSpPr>
        <a:xfrm>
          <a:off x="0" y="0"/>
          <a:ext cx="0" cy="0"/>
          <a:chOff x="0" y="0"/>
          <a:chExt cx="0" cy="0"/>
        </a:xfrm>
      </p:grpSpPr>
      <p:sp>
        <p:nvSpPr>
          <p:cNvPr id="2" name="Slide Text">
            <a:extLst>
              <a:ext uri="{FF2B5EF4-FFF2-40B4-BE49-F238E27FC236}">
                <a16:creationId xmlns:a16="http://schemas.microsoft.com/office/drawing/2014/main" id="{D24398C1-6B1E-1713-9A7E-BE7584D13937}"/>
              </a:ext>
            </a:extLst>
          </p:cNvPr>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Gap to Lead by Stage</a:t>
            </a:r>
            <a:endParaRPr dirty="0"/>
          </a:p>
          <a:p>
            <a:r>
              <a:rPr b="0" dirty="0"/>
              <a:t>No alt text provided</a:t>
            </a:r>
            <a:endParaRPr dirty="0"/>
          </a:p>
          <a:p>
            <a:endParaRPr dirty="0"/>
          </a:p>
          <a:p>
            <a:r>
              <a:rPr b="1" dirty="0"/>
              <a:t>Name</a:t>
            </a:r>
            <a:endParaRPr dirty="0"/>
          </a:p>
          <a:p>
            <a:r>
              <a:rPr b="0" dirty="0"/>
              <a:t>No alt text provided</a:t>
            </a:r>
            <a:endParaRPr dirty="0"/>
          </a:p>
          <a:p>
            <a:endParaRPr dirty="0"/>
          </a:p>
          <a:p>
            <a:r>
              <a:rPr b="1" dirty="0"/>
              <a:t>Place Change by Stage</a:t>
            </a:r>
            <a:endParaRPr dirty="0"/>
          </a:p>
          <a:p>
            <a:r>
              <a:rPr b="0" dirty="0"/>
              <a:t>No alt text provided</a:t>
            </a:r>
            <a:endParaRPr dirty="0"/>
          </a:p>
          <a:p>
            <a:endParaRPr dirty="0"/>
          </a:p>
          <a:p>
            <a:r>
              <a:rPr b="1" dirty="0"/>
              <a:t>Place at Stage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Key Point</a:t>
            </a:r>
            <a:endParaRPr dirty="0"/>
          </a:p>
          <a:p>
            <a:r>
              <a:rPr b="0" dirty="0"/>
              <a:t>No alt text provided</a:t>
            </a:r>
            <a:endParaRPr dirty="0"/>
          </a:p>
          <a:p>
            <a:endParaRPr dirty="0"/>
          </a:p>
          <a:p>
            <a:r>
              <a:rPr b="1" dirty="0"/>
              <a:t>Recent Performance</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extLst>
      <p:ext uri="{BB962C8B-B14F-4D97-AF65-F5344CB8AC3E}">
        <p14:creationId xmlns:p14="http://schemas.microsoft.com/office/powerpoint/2010/main" val="17557806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BF372733-41A3-9E6B-765A-CED336BD46D4}"/>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8A9C3DD-8726-46CF-BEB8-0FB1D9C8C706}" type="datetime1">
              <a:rPr lang="en-CA" smtClean="0"/>
              <a:t>2025-12-02</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392616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942990C6-0DDB-9998-E9D4-CF14E61FF141}"/>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CC8BB7-DCB2-4DDB-A949-F2F554D34B1D}" type="datetime1">
              <a:rPr lang="en-CA" smtClean="0"/>
              <a:t>2025-12-02</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4004038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1"/>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6"/>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A9FF912-3BDC-4F82-8FD5-4FE2801AFABF}" type="datetime1">
              <a:rPr lang="en-CA" smtClean="0"/>
              <a:t>2025-12-02</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540092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Do not remove" hidden="1">
            <a:extLst>
              <a:ext uri="{FF2B5EF4-FFF2-40B4-BE49-F238E27FC236}">
                <a16:creationId xmlns:a16="http://schemas.microsoft.com/office/drawing/2014/main" id="{54909DA6-EF88-CDCF-EB14-34EF58AEE82A}"/>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FFC10B6-B2C5-4354-B1ED-C9074EA88358}" type="datetime1">
              <a:rPr lang="en-CA" smtClean="0"/>
              <a:t>2025-12-02</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16671364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8"/>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1"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1"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A959A0C-18F4-42FF-9648-AEA0A68C7E02}" type="datetime1">
              <a:rPr lang="en-CA" smtClean="0"/>
              <a:t>2025-12-02</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3201074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886E8FD-5A99-478C-B897-EE2D0C6AED64}" type="datetime1">
              <a:rPr lang="en-CA" smtClean="0"/>
              <a:t>2025-12-02</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31311233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FDD4E6-04C1-47B5-A23B-0E151E8A7E0C}" type="datetime1">
              <a:rPr lang="en-CA" smtClean="0"/>
              <a:t>2025-12-02</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205633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Do not remove" hidden="1">
            <a:extLst>
              <a:ext uri="{FF2B5EF4-FFF2-40B4-BE49-F238E27FC236}">
                <a16:creationId xmlns:a16="http://schemas.microsoft.com/office/drawing/2014/main" id="{FA398E88-1DAB-0F63-CD0A-F83AADFB66E4}"/>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8"/>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B6729E5-B83D-4A2E-B86D-A4A8DD2FFE07}" type="datetime1">
              <a:rPr lang="en-CA" smtClean="0"/>
              <a:t>2025-12-02</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66C2F2BE-D098-4625-80FE-951C76436E4E}" type="slidenum">
              <a:rPr lang="en-CA" smtClean="0"/>
              <a:t>‹#›</a:t>
            </a:fld>
            <a:endParaRPr lang="en-CA"/>
          </a:p>
        </p:txBody>
      </p:sp>
      <p:pic>
        <p:nvPicPr>
          <p:cNvPr id="10" name="Picture 9" descr="A logo with red and blue text&#10;&#10;AI-generated content may be incorrect.">
            <a:extLst>
              <a:ext uri="{FF2B5EF4-FFF2-40B4-BE49-F238E27FC236}">
                <a16:creationId xmlns:a16="http://schemas.microsoft.com/office/drawing/2014/main" id="{C9B06AF6-DA55-3CE6-541D-D21F7B47B2E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447396" y="42236"/>
            <a:ext cx="640784" cy="449892"/>
          </a:xfrm>
          <a:prstGeom prst="rect">
            <a:avLst/>
          </a:prstGeom>
        </p:spPr>
      </p:pic>
    </p:spTree>
    <p:extLst>
      <p:ext uri="{BB962C8B-B14F-4D97-AF65-F5344CB8AC3E}">
        <p14:creationId xmlns:p14="http://schemas.microsoft.com/office/powerpoint/2010/main" val="40833806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8"/>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E23E41A-3B8B-4058-9731-C9545E54075F}" type="datetime1">
              <a:rPr lang="en-CA" smtClean="0"/>
              <a:t>2025-12-02</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834708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045F5F-71A2-484B-80AA-BDCBDE17A74B}" type="datetime1">
              <a:rPr lang="en-CA" smtClean="0"/>
              <a:t>2025-12-02</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3964324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1"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866F92-05FA-41AF-8A35-6EB9A4FE0225}" type="datetime1">
              <a:rPr lang="en-CA" smtClean="0"/>
              <a:t>2025-12-02</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1040711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3"/>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CA28DC-B6C5-437E-A6CC-233C4E229912}" type="datetime1">
              <a:rPr lang="en-CA" smtClean="0"/>
              <a:t>2025-12-02</a:t>
            </a:fld>
            <a:endParaRPr lang="en-CA"/>
          </a:p>
        </p:txBody>
      </p:sp>
      <p:sp>
        <p:nvSpPr>
          <p:cNvPr id="5" name="Footer Placeholder 4"/>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6457950" y="6356353"/>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C2F2BE-D098-4625-80FE-951C76436E4E}" type="slidenum">
              <a:rPr lang="en-CA" smtClean="0"/>
              <a:t>‹#›</a:t>
            </a:fld>
            <a:endParaRPr lang="en-CA"/>
          </a:p>
        </p:txBody>
      </p:sp>
    </p:spTree>
    <p:extLst>
      <p:ext uri="{BB962C8B-B14F-4D97-AF65-F5344CB8AC3E}">
        <p14:creationId xmlns:p14="http://schemas.microsoft.com/office/powerpoint/2010/main" val="34377690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8.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38A49-7EDD-4219-8A92-0D31288F49C0}"/>
              </a:ext>
            </a:extLst>
          </p:cNvPr>
          <p:cNvSpPr>
            <a:spLocks noGrp="1"/>
          </p:cNvSpPr>
          <p:nvPr>
            <p:ph type="ctrTitle"/>
          </p:nvPr>
        </p:nvSpPr>
        <p:spPr>
          <a:xfrm>
            <a:off x="360001" y="5184557"/>
            <a:ext cx="8423998" cy="900000"/>
          </a:xfrm>
        </p:spPr>
        <p:txBody>
          <a:bodyPr anchor="t">
            <a:normAutofit/>
          </a:bodyPr>
          <a:lstStyle/>
          <a:p>
            <a:pPr algn="l">
              <a:lnSpc>
                <a:spcPct val="100000"/>
              </a:lnSpc>
            </a:pPr>
            <a:r>
              <a:rPr lang="en-US" sz="1600" b="1" dirty="0">
                <a:latin typeface="Arial" panose="020B0604020202020204" pitchFamily="34" charset="0"/>
                <a:cs typeface="Arial" panose="020B0604020202020204" pitchFamily="34" charset="0"/>
              </a:rPr>
              <a:t>USAT Project Podium</a:t>
            </a:r>
            <a:br>
              <a:rPr lang="en-US" sz="1600" b="1" dirty="0">
                <a:latin typeface="Arial" panose="020B0604020202020204" pitchFamily="34" charset="0"/>
                <a:cs typeface="Arial" panose="020B0604020202020204" pitchFamily="34" charset="0"/>
              </a:rPr>
            </a:br>
            <a:r>
              <a:rPr lang="en-US" sz="1600" b="1" dirty="0">
                <a:latin typeface="Arial" panose="020B0604020202020204" pitchFamily="34" charset="0"/>
                <a:cs typeface="Arial" panose="020B0604020202020204" pitchFamily="34" charset="0"/>
              </a:rPr>
              <a:t>Sullivan Middaugh Update</a:t>
            </a:r>
            <a:br>
              <a:rPr lang="en-US" sz="1600" b="1" dirty="0">
                <a:latin typeface="Arial" panose="020B0604020202020204" pitchFamily="34" charset="0"/>
                <a:cs typeface="Arial" panose="020B0604020202020204" pitchFamily="34" charset="0"/>
              </a:rPr>
            </a:br>
            <a:endParaRPr lang="en-CA" sz="1600" b="1" dirty="0">
              <a:latin typeface="Arial" panose="020B0604020202020204" pitchFamily="34" charset="0"/>
              <a:cs typeface="Arial" panose="020B0604020202020204" pitchFamily="34" charset="0"/>
            </a:endParaRPr>
          </a:p>
        </p:txBody>
      </p:sp>
      <p:sp>
        <p:nvSpPr>
          <p:cNvPr id="18" name="Rectangle 17">
            <a:extLst>
              <a:ext uri="{FF2B5EF4-FFF2-40B4-BE49-F238E27FC236}">
                <a16:creationId xmlns:a16="http://schemas.microsoft.com/office/drawing/2014/main" id="{95E83A8C-4885-498B-BCF7-8E72B5274EF2}"/>
              </a:ext>
            </a:extLst>
          </p:cNvPr>
          <p:cNvSpPr/>
          <p:nvPr/>
        </p:nvSpPr>
        <p:spPr>
          <a:xfrm>
            <a:off x="8784000" y="0"/>
            <a:ext cx="360001" cy="6858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5" name="Picture 4" descr="A logo with red and blue text&#10;&#10;AI-generated content may be incorrect.">
            <a:extLst>
              <a:ext uri="{FF2B5EF4-FFF2-40B4-BE49-F238E27FC236}">
                <a16:creationId xmlns:a16="http://schemas.microsoft.com/office/drawing/2014/main" id="{D41DF0EF-F376-4AC2-AB61-3B8AE08E47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8595" y="522776"/>
            <a:ext cx="5493124" cy="4276293"/>
          </a:xfrm>
          <a:prstGeom prst="rect">
            <a:avLst/>
          </a:prstGeom>
        </p:spPr>
      </p:pic>
    </p:spTree>
    <p:extLst>
      <p:ext uri="{BB962C8B-B14F-4D97-AF65-F5344CB8AC3E}">
        <p14:creationId xmlns:p14="http://schemas.microsoft.com/office/powerpoint/2010/main" val="5770709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3455C-2A0E-C888-D6B0-D971F18A881B}"/>
            </a:ext>
          </a:extLst>
        </p:cNvPr>
        <p:cNvGrpSpPr/>
        <p:nvPr/>
      </p:nvGrpSpPr>
      <p:grpSpPr>
        <a:xfrm>
          <a:off x="0" y="0"/>
          <a:ext cx="0" cy="0"/>
          <a:chOff x="0" y="0"/>
          <a:chExt cx="0" cy="0"/>
        </a:xfrm>
      </p:grpSpPr>
      <p:pic>
        <p:nvPicPr>
          <p:cNvPr id="31" name="Picture 30" descr="A graph of a number of people&#10;&#10;AI-generated content may be incorrect.">
            <a:extLst>
              <a:ext uri="{FF2B5EF4-FFF2-40B4-BE49-F238E27FC236}">
                <a16:creationId xmlns:a16="http://schemas.microsoft.com/office/drawing/2014/main" id="{6A0BC348-093D-C52C-13DF-F3BDCB983AA7}"/>
              </a:ext>
            </a:extLst>
          </p:cNvPr>
          <p:cNvPicPr>
            <a:picLocks noChangeAspect="1"/>
          </p:cNvPicPr>
          <p:nvPr/>
        </p:nvPicPr>
        <p:blipFill>
          <a:blip r:embed="rId3"/>
          <a:stretch>
            <a:fillRect/>
          </a:stretch>
        </p:blipFill>
        <p:spPr>
          <a:xfrm>
            <a:off x="5915392" y="2258510"/>
            <a:ext cx="3027619" cy="2148840"/>
          </a:xfrm>
          <a:prstGeom prst="rect">
            <a:avLst/>
          </a:prstGeom>
        </p:spPr>
      </p:pic>
      <p:sp>
        <p:nvSpPr>
          <p:cNvPr id="4" name="Title" hidden="1">
            <a:extLst>
              <a:ext uri="{FF2B5EF4-FFF2-40B4-BE49-F238E27FC236}">
                <a16:creationId xmlns:a16="http://schemas.microsoft.com/office/drawing/2014/main" id="{D7C84133-1B42-5041-5598-5192742ABAE4}"/>
              </a:ext>
            </a:extLst>
          </p:cNvPr>
          <p:cNvSpPr>
            <a:spLocks noGrp="1"/>
          </p:cNvSpPr>
          <p:nvPr>
            <p:ph type="title"/>
          </p:nvPr>
        </p:nvSpPr>
        <p:spPr/>
        <p:txBody>
          <a:bodyPr/>
          <a:lstStyle/>
          <a:p>
            <a:r>
              <a:t>Individual Focus</a:t>
            </a:r>
          </a:p>
        </p:txBody>
      </p:sp>
      <p:graphicFrame>
        <p:nvGraphicFramePr>
          <p:cNvPr id="2" name="Table 1">
            <a:extLst>
              <a:ext uri="{FF2B5EF4-FFF2-40B4-BE49-F238E27FC236}">
                <a16:creationId xmlns:a16="http://schemas.microsoft.com/office/drawing/2014/main" id="{AB66F8E8-F202-A16C-D43A-539D4235B37E}"/>
              </a:ext>
            </a:extLst>
          </p:cNvPr>
          <p:cNvGraphicFramePr>
            <a:graphicFrameLocks noGrp="1"/>
          </p:cNvGraphicFramePr>
          <p:nvPr>
            <p:extLst>
              <p:ext uri="{D42A27DB-BD31-4B8C-83A1-F6EECF244321}">
                <p14:modId xmlns:p14="http://schemas.microsoft.com/office/powerpoint/2010/main" val="1748617379"/>
              </p:ext>
            </p:extLst>
          </p:nvPr>
        </p:nvGraphicFramePr>
        <p:xfrm>
          <a:off x="180000" y="15032"/>
          <a:ext cx="8784000" cy="534653"/>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34653">
                <a:tc>
                  <a:txBody>
                    <a:bodyPr/>
                    <a:lstStyle/>
                    <a:p>
                      <a:pPr algn="l"/>
                      <a:r>
                        <a:rPr lang="en-US" sz="2400" b="1" dirty="0">
                          <a:solidFill>
                            <a:sysClr val="windowText" lastClr="000000"/>
                          </a:solidFill>
                          <a:latin typeface="Arial" panose="020B0604020202020204" pitchFamily="34" charset="0"/>
                          <a:cs typeface="Arial" panose="020B0604020202020204" pitchFamily="34" charset="0"/>
                        </a:rPr>
                        <a:t>Continental Cup Sprint Distance Trends</a:t>
                      </a:r>
                      <a:endParaRPr lang="en-CA" sz="2400" b="1" dirty="0">
                        <a:solidFill>
                          <a:sysClr val="windowText" lastClr="000000"/>
                        </a:solidFill>
                        <a:latin typeface="Arial" panose="020B0604020202020204" pitchFamily="34" charset="0"/>
                        <a:cs typeface="Arial" panose="020B0604020202020204" pitchFamily="34" charset="0"/>
                      </a:endParaRPr>
                    </a:p>
                  </a:txBody>
                  <a:tcPr marL="45720" marR="45720" marT="45267" marB="45267"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sp>
        <p:nvSpPr>
          <p:cNvPr id="13" name="TextBox 12">
            <a:extLst>
              <a:ext uri="{FF2B5EF4-FFF2-40B4-BE49-F238E27FC236}">
                <a16:creationId xmlns:a16="http://schemas.microsoft.com/office/drawing/2014/main" id="{0DD32F8F-199E-84CB-2704-47D51C1F06A0}"/>
              </a:ext>
            </a:extLst>
          </p:cNvPr>
          <p:cNvSpPr txBox="1"/>
          <p:nvPr/>
        </p:nvSpPr>
        <p:spPr>
          <a:xfrm>
            <a:off x="180000" y="461048"/>
            <a:ext cx="8524898" cy="836444"/>
          </a:xfrm>
          <a:prstGeom prst="rect">
            <a:avLst/>
          </a:prstGeom>
          <a:noFill/>
          <a:ln>
            <a:noFill/>
          </a:ln>
        </p:spPr>
        <p:txBody>
          <a:bodyPr wrap="square" rtlCol="0">
            <a:noAutofit/>
          </a:bodyPr>
          <a:lstStyle/>
          <a:p>
            <a:pPr marL="285750" indent="-285750">
              <a:buFont typeface="Wingdings" panose="05000000000000000000" pitchFamily="2" charset="2"/>
              <a:buChar char="Ø"/>
            </a:pPr>
            <a:r>
              <a:rPr lang="en-US" sz="1600" dirty="0">
                <a:solidFill>
                  <a:schemeClr val="accent4">
                    <a:lumMod val="50000"/>
                  </a:schemeClr>
                </a:solidFill>
                <a:latin typeface="Arial" panose="020B0604020202020204" pitchFamily="34" charset="0"/>
                <a:cs typeface="Arial" panose="020B0604020202020204" pitchFamily="34" charset="0"/>
              </a:rPr>
              <a:t>Sullivan has demonstrated improved swim fitness through his ability to better utilize his run and swim fitness.</a:t>
            </a:r>
          </a:p>
          <a:p>
            <a:pPr marL="285750" indent="-285750">
              <a:buFont typeface="Wingdings" panose="05000000000000000000" pitchFamily="2" charset="2"/>
              <a:buChar char="Ø"/>
            </a:pPr>
            <a:r>
              <a:rPr lang="en-US" sz="1600" dirty="0">
                <a:solidFill>
                  <a:schemeClr val="accent4">
                    <a:lumMod val="50000"/>
                  </a:schemeClr>
                </a:solidFill>
                <a:latin typeface="Arial" panose="020B0604020202020204" pitchFamily="34" charset="0"/>
                <a:cs typeface="Arial" panose="020B0604020202020204" pitchFamily="34" charset="0"/>
              </a:rPr>
              <a:t>While maintaining similar swim deficit and positioning he has become a better overall triathlete and can utilize his world class bike and run fitness to move into the top 10</a:t>
            </a:r>
          </a:p>
        </p:txBody>
      </p:sp>
      <p:sp>
        <p:nvSpPr>
          <p:cNvPr id="19" name="Slide Number Placeholder 3">
            <a:extLst>
              <a:ext uri="{FF2B5EF4-FFF2-40B4-BE49-F238E27FC236}">
                <a16:creationId xmlns:a16="http://schemas.microsoft.com/office/drawing/2014/main" id="{29BA4C55-854D-E601-DFDF-84A51E960691}"/>
              </a:ext>
            </a:extLst>
          </p:cNvPr>
          <p:cNvSpPr>
            <a:spLocks noGrp="1"/>
          </p:cNvSpPr>
          <p:nvPr>
            <p:ph type="sldNum" sz="quarter" idx="12"/>
          </p:nvPr>
        </p:nvSpPr>
        <p:spPr>
          <a:xfrm>
            <a:off x="6902400" y="6529531"/>
            <a:ext cx="2057400" cy="360000"/>
          </a:xfrm>
        </p:spPr>
        <p:txBody>
          <a:bodyPr lIns="46800" rIns="4680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2</a:t>
            </a:fld>
            <a:endParaRPr lang="en-CA" b="1" dirty="0">
              <a:solidFill>
                <a:schemeClr val="tx1"/>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1DA00865-596E-691E-7B6C-00248ED5807D}"/>
              </a:ext>
            </a:extLst>
          </p:cNvPr>
          <p:cNvSpPr txBox="1"/>
          <p:nvPr/>
        </p:nvSpPr>
        <p:spPr>
          <a:xfrm>
            <a:off x="0" y="6627524"/>
            <a:ext cx="6370320" cy="215444"/>
          </a:xfrm>
          <a:prstGeom prst="rect">
            <a:avLst/>
          </a:prstGeom>
          <a:noFill/>
        </p:spPr>
        <p:txBody>
          <a:bodyPr wrap="square" rtlCol="0">
            <a:spAutoFit/>
          </a:bodyPr>
          <a:lstStyle/>
          <a:p>
            <a:r>
              <a:rPr lang="en-US" sz="800" i="1" dirty="0">
                <a:latin typeface="Arial" panose="020B0604020202020204" pitchFamily="34" charset="0"/>
                <a:cs typeface="Arial" panose="020B0604020202020204" pitchFamily="34" charset="0"/>
              </a:rPr>
              <a:t>Note: 2023-2025 Elite Men’s Continental Cup Racing Series (Excludes Edmonton 2024)</a:t>
            </a:r>
          </a:p>
        </p:txBody>
      </p:sp>
      <p:sp>
        <p:nvSpPr>
          <p:cNvPr id="32" name="Rectangle 31">
            <a:extLst>
              <a:ext uri="{FF2B5EF4-FFF2-40B4-BE49-F238E27FC236}">
                <a16:creationId xmlns:a16="http://schemas.microsoft.com/office/drawing/2014/main" id="{6294A588-FBD0-2DA3-B6EC-57C2B8F619BD}"/>
              </a:ext>
            </a:extLst>
          </p:cNvPr>
          <p:cNvSpPr/>
          <p:nvPr/>
        </p:nvSpPr>
        <p:spPr>
          <a:xfrm>
            <a:off x="3536695" y="3449461"/>
            <a:ext cx="1907881" cy="3155925"/>
          </a:xfrm>
          <a:prstGeom prst="rect">
            <a:avLst/>
          </a:prstGeom>
          <a:solidFill>
            <a:schemeClr val="bg2"/>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endParaRPr lang="en-US" sz="1400" dirty="0">
              <a:solidFill>
                <a:schemeClr val="tx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400" dirty="0">
                <a:solidFill>
                  <a:schemeClr val="tx1"/>
                </a:solidFill>
                <a:latin typeface="Arial" panose="020B0604020202020204" pitchFamily="34" charset="0"/>
                <a:cs typeface="Arial" panose="020B0604020202020204" pitchFamily="34" charset="0"/>
              </a:rPr>
              <a:t>In 7/8 Races Sullivan had a </a:t>
            </a:r>
            <a:r>
              <a:rPr lang="en-US" sz="1400" b="1" dirty="0">
                <a:solidFill>
                  <a:schemeClr val="tx1"/>
                </a:solidFill>
                <a:latin typeface="Arial" panose="020B0604020202020204" pitchFamily="34" charset="0"/>
                <a:cs typeface="Arial" panose="020B0604020202020204" pitchFamily="34" charset="0"/>
              </a:rPr>
              <a:t>Top 3 Bike Split</a:t>
            </a:r>
          </a:p>
          <a:p>
            <a:pPr marL="171450" indent="-171450">
              <a:buFont typeface="Arial" panose="020B0604020202020204" pitchFamily="34" charset="0"/>
              <a:buChar char="•"/>
            </a:pPr>
            <a:endParaRPr lang="en-US" sz="1400" b="1" dirty="0">
              <a:solidFill>
                <a:schemeClr val="tx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400" dirty="0">
                <a:solidFill>
                  <a:schemeClr val="tx1"/>
                </a:solidFill>
                <a:latin typeface="Arial" panose="020B0604020202020204" pitchFamily="34" charset="0"/>
                <a:cs typeface="Arial" panose="020B0604020202020204" pitchFamily="34" charset="0"/>
              </a:rPr>
              <a:t>In 5/8 races, Sullivan had the 1</a:t>
            </a:r>
            <a:r>
              <a:rPr lang="en-US" sz="1400" baseline="30000" dirty="0">
                <a:solidFill>
                  <a:schemeClr val="tx1"/>
                </a:solidFill>
                <a:latin typeface="Arial" panose="020B0604020202020204" pitchFamily="34" charset="0"/>
                <a:cs typeface="Arial" panose="020B0604020202020204" pitchFamily="34" charset="0"/>
              </a:rPr>
              <a:t>st</a:t>
            </a:r>
            <a:r>
              <a:rPr lang="en-US" sz="1400" dirty="0">
                <a:solidFill>
                  <a:schemeClr val="tx1"/>
                </a:solidFill>
                <a:latin typeface="Arial" panose="020B0604020202020204" pitchFamily="34" charset="0"/>
                <a:cs typeface="Arial" panose="020B0604020202020204" pitchFamily="34" charset="0"/>
              </a:rPr>
              <a:t> fastest bike split</a:t>
            </a:r>
            <a:endParaRPr lang="en-US" sz="1400" b="1" dirty="0">
              <a:solidFill>
                <a:schemeClr val="tx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pPr>
            <a:endParaRPr lang="en-US" sz="1400" dirty="0">
              <a:solidFill>
                <a:schemeClr val="tx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400" dirty="0">
                <a:solidFill>
                  <a:schemeClr val="tx1"/>
                </a:solidFill>
                <a:latin typeface="Arial" panose="020B0604020202020204" pitchFamily="34" charset="0"/>
                <a:cs typeface="Arial" panose="020B0604020202020204" pitchFamily="34" charset="0"/>
              </a:rPr>
              <a:t>In 5/8 races, Sullivan had a Top 10 Run Split</a:t>
            </a:r>
            <a:endParaRPr lang="en-US" sz="1400" b="1" dirty="0">
              <a:solidFill>
                <a:schemeClr val="tx1"/>
              </a:solidFill>
              <a:latin typeface="Arial" panose="020B0604020202020204" pitchFamily="34" charset="0"/>
              <a:cs typeface="Arial" panose="020B0604020202020204" pitchFamily="34" charset="0"/>
            </a:endParaRPr>
          </a:p>
        </p:txBody>
      </p:sp>
      <p:pic>
        <p:nvPicPr>
          <p:cNvPr id="9" name="Picture 8" descr="A graph of red rectangular objects&#10;&#10;AI-generated content may be incorrect.">
            <a:extLst>
              <a:ext uri="{FF2B5EF4-FFF2-40B4-BE49-F238E27FC236}">
                <a16:creationId xmlns:a16="http://schemas.microsoft.com/office/drawing/2014/main" id="{4995D651-0C6A-16C3-6050-1E8807559B7B}"/>
              </a:ext>
            </a:extLst>
          </p:cNvPr>
          <p:cNvPicPr>
            <a:picLocks noChangeAspect="1"/>
          </p:cNvPicPr>
          <p:nvPr/>
        </p:nvPicPr>
        <p:blipFill>
          <a:blip r:embed="rId4"/>
          <a:stretch>
            <a:fillRect/>
          </a:stretch>
        </p:blipFill>
        <p:spPr>
          <a:xfrm>
            <a:off x="91067" y="4475555"/>
            <a:ext cx="3037316" cy="2151969"/>
          </a:xfrm>
          <a:prstGeom prst="rect">
            <a:avLst/>
          </a:prstGeom>
        </p:spPr>
      </p:pic>
      <p:sp>
        <p:nvSpPr>
          <p:cNvPr id="15" name="Arrow: Right 14">
            <a:extLst>
              <a:ext uri="{FF2B5EF4-FFF2-40B4-BE49-F238E27FC236}">
                <a16:creationId xmlns:a16="http://schemas.microsoft.com/office/drawing/2014/main" id="{9CB35782-8434-8774-54EC-4698E861611F}"/>
              </a:ext>
            </a:extLst>
          </p:cNvPr>
          <p:cNvSpPr/>
          <p:nvPr/>
        </p:nvSpPr>
        <p:spPr>
          <a:xfrm>
            <a:off x="3463176" y="1859566"/>
            <a:ext cx="2110331" cy="1401347"/>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rial" panose="020B0604020202020204" pitchFamily="34" charset="0"/>
                <a:cs typeface="Arial" panose="020B0604020202020204" pitchFamily="34" charset="0"/>
              </a:rPr>
              <a:t>Move Up on the Bike and Run</a:t>
            </a:r>
          </a:p>
        </p:txBody>
      </p:sp>
      <p:graphicFrame>
        <p:nvGraphicFramePr>
          <p:cNvPr id="16" name="Table 15">
            <a:extLst>
              <a:ext uri="{FF2B5EF4-FFF2-40B4-BE49-F238E27FC236}">
                <a16:creationId xmlns:a16="http://schemas.microsoft.com/office/drawing/2014/main" id="{56EF11DE-DACB-EC70-FA14-249BC697EEF9}"/>
              </a:ext>
            </a:extLst>
          </p:cNvPr>
          <p:cNvGraphicFramePr>
            <a:graphicFrameLocks noGrp="1"/>
          </p:cNvGraphicFramePr>
          <p:nvPr>
            <p:extLst>
              <p:ext uri="{D42A27DB-BD31-4B8C-83A1-F6EECF244321}">
                <p14:modId xmlns:p14="http://schemas.microsoft.com/office/powerpoint/2010/main" val="4246557461"/>
              </p:ext>
            </p:extLst>
          </p:nvPr>
        </p:nvGraphicFramePr>
        <p:xfrm>
          <a:off x="91067" y="1899175"/>
          <a:ext cx="3037316" cy="288000"/>
        </p:xfrm>
        <a:graphic>
          <a:graphicData uri="http://schemas.openxmlformats.org/drawingml/2006/table">
            <a:tbl>
              <a:tblPr firstRow="1" bandRow="1">
                <a:tableStyleId>{5C22544A-7EE6-4342-B048-85BDC9FD1C3A}</a:tableStyleId>
              </a:tblPr>
              <a:tblGrid>
                <a:gridCol w="3037316">
                  <a:extLst>
                    <a:ext uri="{9D8B030D-6E8A-4147-A177-3AD203B41FA5}">
                      <a16:colId xmlns:a16="http://schemas.microsoft.com/office/drawing/2014/main" val="3396165715"/>
                    </a:ext>
                  </a:extLst>
                </a:gridCol>
              </a:tblGrid>
              <a:tr h="288000">
                <a:tc>
                  <a:txBody>
                    <a:bodyPr/>
                    <a:lstStyle/>
                    <a:p>
                      <a:pPr algn="ctr"/>
                      <a:r>
                        <a:rPr lang="en-US" sz="1200" b="1" dirty="0">
                          <a:solidFill>
                            <a:schemeClr val="bg1"/>
                          </a:solidFill>
                          <a:latin typeface="Arial" panose="020B0604020202020204" pitchFamily="34" charset="0"/>
                          <a:cs typeface="Arial" panose="020B0604020202020204" pitchFamily="34" charset="0"/>
                        </a:rPr>
                        <a:t>Maintain Swim Deficit with Less Energy</a:t>
                      </a:r>
                      <a:endParaRPr lang="en-CA" sz="1200" b="1" dirty="0">
                        <a:solidFill>
                          <a:schemeClr val="bg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pic>
        <p:nvPicPr>
          <p:cNvPr id="25" name="Picture 24" descr="A graph of numbers and a number of red rectangles&#10;&#10;AI-generated content may be incorrect.">
            <a:extLst>
              <a:ext uri="{FF2B5EF4-FFF2-40B4-BE49-F238E27FC236}">
                <a16:creationId xmlns:a16="http://schemas.microsoft.com/office/drawing/2014/main" id="{7EBB1298-6B45-8D71-6B57-78A203547038}"/>
              </a:ext>
            </a:extLst>
          </p:cNvPr>
          <p:cNvPicPr>
            <a:picLocks noChangeAspect="1"/>
          </p:cNvPicPr>
          <p:nvPr/>
        </p:nvPicPr>
        <p:blipFill>
          <a:blip r:embed="rId5"/>
          <a:stretch>
            <a:fillRect/>
          </a:stretch>
        </p:blipFill>
        <p:spPr>
          <a:xfrm>
            <a:off x="91067" y="2258510"/>
            <a:ext cx="3034034" cy="2148840"/>
          </a:xfrm>
          <a:prstGeom prst="rect">
            <a:avLst/>
          </a:prstGeom>
        </p:spPr>
      </p:pic>
      <p:graphicFrame>
        <p:nvGraphicFramePr>
          <p:cNvPr id="34" name="Table 33">
            <a:extLst>
              <a:ext uri="{FF2B5EF4-FFF2-40B4-BE49-F238E27FC236}">
                <a16:creationId xmlns:a16="http://schemas.microsoft.com/office/drawing/2014/main" id="{858DB734-C900-5E6B-29D7-6D995F881D80}"/>
              </a:ext>
            </a:extLst>
          </p:cNvPr>
          <p:cNvGraphicFramePr>
            <a:graphicFrameLocks noGrp="1"/>
          </p:cNvGraphicFramePr>
          <p:nvPr>
            <p:extLst>
              <p:ext uri="{D42A27DB-BD31-4B8C-83A1-F6EECF244321}">
                <p14:modId xmlns:p14="http://schemas.microsoft.com/office/powerpoint/2010/main" val="1771491894"/>
              </p:ext>
            </p:extLst>
          </p:nvPr>
        </p:nvGraphicFramePr>
        <p:xfrm>
          <a:off x="5922484" y="1871206"/>
          <a:ext cx="3037316" cy="288000"/>
        </p:xfrm>
        <a:graphic>
          <a:graphicData uri="http://schemas.openxmlformats.org/drawingml/2006/table">
            <a:tbl>
              <a:tblPr firstRow="1" bandRow="1">
                <a:tableStyleId>{5C22544A-7EE6-4342-B048-85BDC9FD1C3A}</a:tableStyleId>
              </a:tblPr>
              <a:tblGrid>
                <a:gridCol w="3037316">
                  <a:extLst>
                    <a:ext uri="{9D8B030D-6E8A-4147-A177-3AD203B41FA5}">
                      <a16:colId xmlns:a16="http://schemas.microsoft.com/office/drawing/2014/main" val="3396165715"/>
                    </a:ext>
                  </a:extLst>
                </a:gridCol>
              </a:tblGrid>
              <a:tr h="288000">
                <a:tc>
                  <a:txBody>
                    <a:bodyPr/>
                    <a:lstStyle/>
                    <a:p>
                      <a:pPr algn="ctr"/>
                      <a:r>
                        <a:rPr lang="en-US" sz="1200" b="1" dirty="0">
                          <a:solidFill>
                            <a:schemeClr val="bg1"/>
                          </a:solidFill>
                          <a:latin typeface="Arial" panose="020B0604020202020204" pitchFamily="34" charset="0"/>
                          <a:cs typeface="Arial" panose="020B0604020202020204" pitchFamily="34" charset="0"/>
                        </a:rPr>
                        <a:t>Improve From Top 20 to Top 10</a:t>
                      </a:r>
                      <a:endParaRPr lang="en-CA" sz="1200" b="1" dirty="0">
                        <a:solidFill>
                          <a:schemeClr val="bg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
        <p:nvSpPr>
          <p:cNvPr id="35" name="Arrow: Right 34">
            <a:extLst>
              <a:ext uri="{FF2B5EF4-FFF2-40B4-BE49-F238E27FC236}">
                <a16:creationId xmlns:a16="http://schemas.microsoft.com/office/drawing/2014/main" id="{198DB7DD-6563-F1E1-B286-21B30FCA56D9}"/>
              </a:ext>
            </a:extLst>
          </p:cNvPr>
          <p:cNvSpPr/>
          <p:nvPr/>
        </p:nvSpPr>
        <p:spPr>
          <a:xfrm rot="1351061">
            <a:off x="6447441" y="2996321"/>
            <a:ext cx="2034030" cy="319439"/>
          </a:xfrm>
          <a:prstGeom prst="rightArrow">
            <a:avLst>
              <a:gd name="adj1" fmla="val 50000"/>
              <a:gd name="adj2" fmla="val 51107"/>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endParaRPr>
          </a:p>
        </p:txBody>
      </p:sp>
      <p:pic>
        <p:nvPicPr>
          <p:cNvPr id="37" name="Picture 36" descr="A graph of a number of people&#10;&#10;AI-generated content may be incorrect.">
            <a:extLst>
              <a:ext uri="{FF2B5EF4-FFF2-40B4-BE49-F238E27FC236}">
                <a16:creationId xmlns:a16="http://schemas.microsoft.com/office/drawing/2014/main" id="{63B25E81-C05A-AA40-5265-F060AE0F4980}"/>
              </a:ext>
            </a:extLst>
          </p:cNvPr>
          <p:cNvPicPr>
            <a:picLocks noChangeAspect="1"/>
          </p:cNvPicPr>
          <p:nvPr/>
        </p:nvPicPr>
        <p:blipFill>
          <a:blip r:embed="rId6"/>
          <a:stretch>
            <a:fillRect/>
          </a:stretch>
        </p:blipFill>
        <p:spPr>
          <a:xfrm>
            <a:off x="5922484" y="4444717"/>
            <a:ext cx="3041089" cy="2148840"/>
          </a:xfrm>
          <a:prstGeom prst="rect">
            <a:avLst/>
          </a:prstGeom>
        </p:spPr>
      </p:pic>
      <p:sp>
        <p:nvSpPr>
          <p:cNvPr id="38" name="Arrow: Right 37">
            <a:extLst>
              <a:ext uri="{FF2B5EF4-FFF2-40B4-BE49-F238E27FC236}">
                <a16:creationId xmlns:a16="http://schemas.microsoft.com/office/drawing/2014/main" id="{1A90F100-0AFD-722B-50A8-91F3C51A872A}"/>
              </a:ext>
            </a:extLst>
          </p:cNvPr>
          <p:cNvSpPr/>
          <p:nvPr/>
        </p:nvSpPr>
        <p:spPr>
          <a:xfrm rot="1445296">
            <a:off x="6454447" y="5169031"/>
            <a:ext cx="2034030" cy="319439"/>
          </a:xfrm>
          <a:prstGeom prst="rightArrow">
            <a:avLst>
              <a:gd name="adj1" fmla="val 50000"/>
              <a:gd name="adj2" fmla="val 51107"/>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endParaRPr>
          </a:p>
        </p:txBody>
      </p:sp>
    </p:spTree>
    <p:extLst>
      <p:ext uri="{BB962C8B-B14F-4D97-AF65-F5344CB8AC3E}">
        <p14:creationId xmlns:p14="http://schemas.microsoft.com/office/powerpoint/2010/main" val="34886637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D1224-FE4B-87CA-CBB1-BFDA4DF8EB18}"/>
            </a:ext>
          </a:extLst>
        </p:cNvPr>
        <p:cNvGrpSpPr/>
        <p:nvPr/>
      </p:nvGrpSpPr>
      <p:grpSpPr>
        <a:xfrm>
          <a:off x="0" y="0"/>
          <a:ext cx="0" cy="0"/>
          <a:chOff x="0" y="0"/>
          <a:chExt cx="0" cy="0"/>
        </a:xfrm>
      </p:grpSpPr>
      <p:pic>
        <p:nvPicPr>
          <p:cNvPr id="14" name="Picture 13" descr="A graph of a number and a number&#10;&#10;AI-generated content may be incorrect.">
            <a:extLst>
              <a:ext uri="{FF2B5EF4-FFF2-40B4-BE49-F238E27FC236}">
                <a16:creationId xmlns:a16="http://schemas.microsoft.com/office/drawing/2014/main" id="{6DF4A17B-ED67-BE74-F9CE-BAD6C8A9B973}"/>
              </a:ext>
            </a:extLst>
          </p:cNvPr>
          <p:cNvPicPr>
            <a:picLocks noChangeAspect="1"/>
          </p:cNvPicPr>
          <p:nvPr/>
        </p:nvPicPr>
        <p:blipFill>
          <a:blip r:embed="rId3"/>
          <a:stretch>
            <a:fillRect/>
          </a:stretch>
        </p:blipFill>
        <p:spPr>
          <a:xfrm>
            <a:off x="5922484" y="4358153"/>
            <a:ext cx="3044925" cy="2148840"/>
          </a:xfrm>
          <a:prstGeom prst="rect">
            <a:avLst/>
          </a:prstGeom>
        </p:spPr>
      </p:pic>
      <p:pic>
        <p:nvPicPr>
          <p:cNvPr id="7" name="Picture 6" descr="A graph of a number of people&#10;&#10;AI-generated content may be incorrect.">
            <a:extLst>
              <a:ext uri="{FF2B5EF4-FFF2-40B4-BE49-F238E27FC236}">
                <a16:creationId xmlns:a16="http://schemas.microsoft.com/office/drawing/2014/main" id="{D9F97D9B-64EA-52B6-B326-801420E78C0E}"/>
              </a:ext>
            </a:extLst>
          </p:cNvPr>
          <p:cNvPicPr>
            <a:picLocks noChangeAspect="1"/>
          </p:cNvPicPr>
          <p:nvPr/>
        </p:nvPicPr>
        <p:blipFill>
          <a:blip r:embed="rId4"/>
          <a:stretch>
            <a:fillRect/>
          </a:stretch>
        </p:blipFill>
        <p:spPr>
          <a:xfrm>
            <a:off x="5908300" y="2162335"/>
            <a:ext cx="3059109" cy="2148840"/>
          </a:xfrm>
          <a:prstGeom prst="rect">
            <a:avLst/>
          </a:prstGeom>
        </p:spPr>
      </p:pic>
      <p:sp>
        <p:nvSpPr>
          <p:cNvPr id="4" name="Title" hidden="1">
            <a:extLst>
              <a:ext uri="{FF2B5EF4-FFF2-40B4-BE49-F238E27FC236}">
                <a16:creationId xmlns:a16="http://schemas.microsoft.com/office/drawing/2014/main" id="{1CFA4DDD-383F-C5B9-C747-4F3780EECB28}"/>
              </a:ext>
            </a:extLst>
          </p:cNvPr>
          <p:cNvSpPr>
            <a:spLocks noGrp="1"/>
          </p:cNvSpPr>
          <p:nvPr>
            <p:ph type="title"/>
          </p:nvPr>
        </p:nvSpPr>
        <p:spPr/>
        <p:txBody>
          <a:bodyPr/>
          <a:lstStyle/>
          <a:p>
            <a:r>
              <a:t>Individual Focus</a:t>
            </a:r>
          </a:p>
        </p:txBody>
      </p:sp>
      <p:graphicFrame>
        <p:nvGraphicFramePr>
          <p:cNvPr id="2" name="Table 1">
            <a:extLst>
              <a:ext uri="{FF2B5EF4-FFF2-40B4-BE49-F238E27FC236}">
                <a16:creationId xmlns:a16="http://schemas.microsoft.com/office/drawing/2014/main" id="{CFB45DFC-89C5-64BB-99B8-FF216B78C2B2}"/>
              </a:ext>
            </a:extLst>
          </p:cNvPr>
          <p:cNvGraphicFramePr>
            <a:graphicFrameLocks noGrp="1"/>
          </p:cNvGraphicFramePr>
          <p:nvPr>
            <p:extLst>
              <p:ext uri="{D42A27DB-BD31-4B8C-83A1-F6EECF244321}">
                <p14:modId xmlns:p14="http://schemas.microsoft.com/office/powerpoint/2010/main" val="2317485132"/>
              </p:ext>
            </p:extLst>
          </p:nvPr>
        </p:nvGraphicFramePr>
        <p:xfrm>
          <a:off x="180000" y="15032"/>
          <a:ext cx="8784000" cy="534653"/>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34653">
                <a:tc>
                  <a:txBody>
                    <a:bodyPr/>
                    <a:lstStyle/>
                    <a:p>
                      <a:pPr algn="l"/>
                      <a:r>
                        <a:rPr lang="en-US" sz="2400" b="1" dirty="0">
                          <a:solidFill>
                            <a:sysClr val="windowText" lastClr="000000"/>
                          </a:solidFill>
                          <a:latin typeface="Arial" panose="020B0604020202020204" pitchFamily="34" charset="0"/>
                          <a:cs typeface="Arial" panose="020B0604020202020204" pitchFamily="34" charset="0"/>
                        </a:rPr>
                        <a:t>Continental Cup Championships Trends</a:t>
                      </a:r>
                      <a:endParaRPr lang="en-CA" sz="2400" b="1" dirty="0">
                        <a:solidFill>
                          <a:sysClr val="windowText" lastClr="000000"/>
                        </a:solidFill>
                        <a:latin typeface="Arial" panose="020B0604020202020204" pitchFamily="34" charset="0"/>
                        <a:cs typeface="Arial" panose="020B0604020202020204" pitchFamily="34" charset="0"/>
                      </a:endParaRPr>
                    </a:p>
                  </a:txBody>
                  <a:tcPr marL="45720" marR="45720" marT="45267" marB="45267"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sp>
        <p:nvSpPr>
          <p:cNvPr id="13" name="TextBox 12">
            <a:extLst>
              <a:ext uri="{FF2B5EF4-FFF2-40B4-BE49-F238E27FC236}">
                <a16:creationId xmlns:a16="http://schemas.microsoft.com/office/drawing/2014/main" id="{44F1B58D-A0BC-3E77-57C7-7CE96F0518E4}"/>
              </a:ext>
            </a:extLst>
          </p:cNvPr>
          <p:cNvSpPr txBox="1"/>
          <p:nvPr/>
        </p:nvSpPr>
        <p:spPr>
          <a:xfrm>
            <a:off x="180000" y="461048"/>
            <a:ext cx="8524898" cy="1275874"/>
          </a:xfrm>
          <a:prstGeom prst="rect">
            <a:avLst/>
          </a:prstGeom>
          <a:noFill/>
          <a:ln>
            <a:noFill/>
          </a:ln>
        </p:spPr>
        <p:txBody>
          <a:bodyPr wrap="square" rtlCol="0">
            <a:noAutofit/>
          </a:bodyPr>
          <a:lstStyle/>
          <a:p>
            <a:pPr marL="285750" indent="-285750">
              <a:buFont typeface="Wingdings" panose="05000000000000000000" pitchFamily="2" charset="2"/>
              <a:buChar char="Ø"/>
            </a:pPr>
            <a:r>
              <a:rPr lang="en-US" sz="1600" dirty="0">
                <a:solidFill>
                  <a:schemeClr val="accent4">
                    <a:lumMod val="50000"/>
                  </a:schemeClr>
                </a:solidFill>
                <a:latin typeface="Arial" panose="020B0604020202020204" pitchFamily="34" charset="0"/>
                <a:cs typeface="Arial" panose="020B0604020202020204" pitchFamily="34" charset="0"/>
              </a:rPr>
              <a:t>From 2024 to 2025 Sullivan improved from 11</a:t>
            </a:r>
            <a:r>
              <a:rPr lang="en-US" sz="1600" baseline="30000" dirty="0">
                <a:solidFill>
                  <a:schemeClr val="accent4">
                    <a:lumMod val="50000"/>
                  </a:schemeClr>
                </a:solidFill>
                <a:latin typeface="Arial" panose="020B0604020202020204" pitchFamily="34" charset="0"/>
                <a:cs typeface="Arial" panose="020B0604020202020204" pitchFamily="34" charset="0"/>
              </a:rPr>
              <a:t>th</a:t>
            </a:r>
            <a:r>
              <a:rPr lang="en-US" sz="1600" dirty="0">
                <a:solidFill>
                  <a:schemeClr val="accent4">
                    <a:lumMod val="50000"/>
                  </a:schemeClr>
                </a:solidFill>
                <a:latin typeface="Arial" panose="020B0604020202020204" pitchFamily="34" charset="0"/>
                <a:cs typeface="Arial" panose="020B0604020202020204" pitchFamily="34" charset="0"/>
              </a:rPr>
              <a:t> to 2</a:t>
            </a:r>
            <a:r>
              <a:rPr lang="en-US" sz="1600" baseline="30000" dirty="0">
                <a:solidFill>
                  <a:schemeClr val="accent4">
                    <a:lumMod val="50000"/>
                  </a:schemeClr>
                </a:solidFill>
                <a:latin typeface="Arial" panose="020B0604020202020204" pitchFamily="34" charset="0"/>
                <a:cs typeface="Arial" panose="020B0604020202020204" pitchFamily="34" charset="0"/>
              </a:rPr>
              <a:t>nd</a:t>
            </a:r>
            <a:r>
              <a:rPr lang="en-US" sz="1600" dirty="0">
                <a:solidFill>
                  <a:schemeClr val="accent4">
                    <a:lumMod val="50000"/>
                  </a:schemeClr>
                </a:solidFill>
                <a:latin typeface="Arial" panose="020B0604020202020204" pitchFamily="34" charset="0"/>
                <a:cs typeface="Arial" panose="020B0604020202020204" pitchFamily="34" charset="0"/>
              </a:rPr>
              <a:t> at the Continental Championships thanks to an improved swim deficit that enabled him catch the breakaway and start the run at the front</a:t>
            </a:r>
          </a:p>
        </p:txBody>
      </p:sp>
      <p:sp>
        <p:nvSpPr>
          <p:cNvPr id="19" name="Slide Number Placeholder 3">
            <a:extLst>
              <a:ext uri="{FF2B5EF4-FFF2-40B4-BE49-F238E27FC236}">
                <a16:creationId xmlns:a16="http://schemas.microsoft.com/office/drawing/2014/main" id="{2C734DCB-3289-0008-A249-54C2490DD557}"/>
              </a:ext>
            </a:extLst>
          </p:cNvPr>
          <p:cNvSpPr>
            <a:spLocks noGrp="1"/>
          </p:cNvSpPr>
          <p:nvPr>
            <p:ph type="sldNum" sz="quarter" idx="12"/>
          </p:nvPr>
        </p:nvSpPr>
        <p:spPr>
          <a:xfrm>
            <a:off x="6902400" y="6529531"/>
            <a:ext cx="2057400" cy="360000"/>
          </a:xfrm>
        </p:spPr>
        <p:txBody>
          <a:bodyPr lIns="46800" rIns="4680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3</a:t>
            </a:fld>
            <a:endParaRPr lang="en-CA" b="1" dirty="0">
              <a:solidFill>
                <a:schemeClr val="tx1"/>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92776866-2B4E-02AC-1771-3CE224154ECF}"/>
              </a:ext>
            </a:extLst>
          </p:cNvPr>
          <p:cNvSpPr txBox="1"/>
          <p:nvPr/>
        </p:nvSpPr>
        <p:spPr>
          <a:xfrm>
            <a:off x="0" y="6627524"/>
            <a:ext cx="6370320" cy="215444"/>
          </a:xfrm>
          <a:prstGeom prst="rect">
            <a:avLst/>
          </a:prstGeom>
          <a:noFill/>
        </p:spPr>
        <p:txBody>
          <a:bodyPr wrap="square" rtlCol="0">
            <a:spAutoFit/>
          </a:bodyPr>
          <a:lstStyle/>
          <a:p>
            <a:r>
              <a:rPr lang="en-US" sz="800" i="1" dirty="0">
                <a:latin typeface="Arial" panose="020B0604020202020204" pitchFamily="34" charset="0"/>
                <a:cs typeface="Arial" panose="020B0604020202020204" pitchFamily="34" charset="0"/>
              </a:rPr>
              <a:t>Note: 2023-2025 Elite Men’s Continental Cup Racing Series (Excludes Edmonton 2024)</a:t>
            </a:r>
          </a:p>
        </p:txBody>
      </p:sp>
      <p:sp>
        <p:nvSpPr>
          <p:cNvPr id="32" name="Rectangle 31">
            <a:extLst>
              <a:ext uri="{FF2B5EF4-FFF2-40B4-BE49-F238E27FC236}">
                <a16:creationId xmlns:a16="http://schemas.microsoft.com/office/drawing/2014/main" id="{8FC4A4DB-DB98-EEE6-CF76-9C7CC43F6D41}"/>
              </a:ext>
            </a:extLst>
          </p:cNvPr>
          <p:cNvSpPr/>
          <p:nvPr/>
        </p:nvSpPr>
        <p:spPr>
          <a:xfrm>
            <a:off x="3536695" y="3449461"/>
            <a:ext cx="1907881" cy="3155925"/>
          </a:xfrm>
          <a:prstGeom prst="rect">
            <a:avLst/>
          </a:prstGeom>
          <a:solidFill>
            <a:schemeClr val="bg2"/>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endParaRPr lang="en-US" sz="1400" dirty="0">
              <a:solidFill>
                <a:schemeClr val="tx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400" dirty="0">
                <a:solidFill>
                  <a:schemeClr val="tx1"/>
                </a:solidFill>
                <a:latin typeface="Arial" panose="020B0604020202020204" pitchFamily="34" charset="0"/>
                <a:cs typeface="Arial" panose="020B0604020202020204" pitchFamily="34" charset="0"/>
              </a:rPr>
              <a:t>Sullivan had the 1</a:t>
            </a:r>
            <a:r>
              <a:rPr lang="en-US" sz="1400" baseline="30000" dirty="0">
                <a:solidFill>
                  <a:schemeClr val="tx1"/>
                </a:solidFill>
                <a:latin typeface="Arial" panose="020B0604020202020204" pitchFamily="34" charset="0"/>
                <a:cs typeface="Arial" panose="020B0604020202020204" pitchFamily="34" charset="0"/>
              </a:rPr>
              <a:t>st</a:t>
            </a:r>
            <a:r>
              <a:rPr lang="en-US" sz="1400" dirty="0">
                <a:solidFill>
                  <a:schemeClr val="tx1"/>
                </a:solidFill>
                <a:latin typeface="Arial" panose="020B0604020202020204" pitchFamily="34" charset="0"/>
                <a:cs typeface="Arial" panose="020B0604020202020204" pitchFamily="34" charset="0"/>
              </a:rPr>
              <a:t>  bike in </a:t>
            </a:r>
            <a:r>
              <a:rPr lang="en-US" sz="1400" b="1" dirty="0">
                <a:solidFill>
                  <a:schemeClr val="tx1"/>
                </a:solidFill>
                <a:latin typeface="Arial" panose="020B0604020202020204" pitchFamily="34" charset="0"/>
                <a:cs typeface="Arial" panose="020B0604020202020204" pitchFamily="34" charset="0"/>
              </a:rPr>
              <a:t>both races</a:t>
            </a:r>
            <a:r>
              <a:rPr lang="en-US" sz="1400" dirty="0">
                <a:solidFill>
                  <a:schemeClr val="tx1"/>
                </a:solidFill>
                <a:latin typeface="Arial" panose="020B0604020202020204" pitchFamily="34" charset="0"/>
                <a:cs typeface="Arial" panose="020B0604020202020204" pitchFamily="34" charset="0"/>
              </a:rPr>
              <a:t>, but the extra energy allowed him to have the 2</a:t>
            </a:r>
            <a:r>
              <a:rPr lang="en-US" sz="1400" baseline="30000" dirty="0">
                <a:solidFill>
                  <a:schemeClr val="tx1"/>
                </a:solidFill>
                <a:latin typeface="Arial" panose="020B0604020202020204" pitchFamily="34" charset="0"/>
                <a:cs typeface="Arial" panose="020B0604020202020204" pitchFamily="34" charset="0"/>
              </a:rPr>
              <a:t>nd</a:t>
            </a:r>
            <a:r>
              <a:rPr lang="en-US" sz="1400" dirty="0">
                <a:solidFill>
                  <a:schemeClr val="tx1"/>
                </a:solidFill>
                <a:latin typeface="Arial" panose="020B0604020202020204" pitchFamily="34" charset="0"/>
                <a:cs typeface="Arial" panose="020B0604020202020204" pitchFamily="34" charset="0"/>
              </a:rPr>
              <a:t> fastest run split in 2025 vs. 15</a:t>
            </a:r>
            <a:r>
              <a:rPr lang="en-US" sz="1400" baseline="30000" dirty="0">
                <a:solidFill>
                  <a:schemeClr val="tx1"/>
                </a:solidFill>
                <a:latin typeface="Arial" panose="020B0604020202020204" pitchFamily="34" charset="0"/>
                <a:cs typeface="Arial" panose="020B0604020202020204" pitchFamily="34" charset="0"/>
              </a:rPr>
              <a:t>th</a:t>
            </a:r>
            <a:r>
              <a:rPr lang="en-US" sz="1400" dirty="0">
                <a:solidFill>
                  <a:schemeClr val="tx1"/>
                </a:solidFill>
                <a:latin typeface="Arial" panose="020B0604020202020204" pitchFamily="34" charset="0"/>
                <a:cs typeface="Arial" panose="020B0604020202020204" pitchFamily="34" charset="0"/>
              </a:rPr>
              <a:t> in 2024</a:t>
            </a:r>
            <a:endParaRPr lang="en-US" sz="1400" b="1" dirty="0">
              <a:solidFill>
                <a:schemeClr val="tx1"/>
              </a:solidFill>
              <a:latin typeface="Arial" panose="020B0604020202020204" pitchFamily="34" charset="0"/>
              <a:cs typeface="Arial" panose="020B0604020202020204" pitchFamily="34" charset="0"/>
            </a:endParaRPr>
          </a:p>
        </p:txBody>
      </p:sp>
      <p:sp>
        <p:nvSpPr>
          <p:cNvPr id="15" name="Arrow: Right 14">
            <a:extLst>
              <a:ext uri="{FF2B5EF4-FFF2-40B4-BE49-F238E27FC236}">
                <a16:creationId xmlns:a16="http://schemas.microsoft.com/office/drawing/2014/main" id="{63D6DDB1-21CA-CC53-CE08-C7F55856A01B}"/>
              </a:ext>
            </a:extLst>
          </p:cNvPr>
          <p:cNvSpPr/>
          <p:nvPr/>
        </p:nvSpPr>
        <p:spPr>
          <a:xfrm>
            <a:off x="3463176" y="1859566"/>
            <a:ext cx="2110331" cy="1401347"/>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rial" panose="020B0604020202020204" pitchFamily="34" charset="0"/>
                <a:cs typeface="Arial" panose="020B0604020202020204" pitchFamily="34" charset="0"/>
              </a:rPr>
              <a:t>Move Up on the Bike and Run</a:t>
            </a:r>
          </a:p>
        </p:txBody>
      </p:sp>
      <p:graphicFrame>
        <p:nvGraphicFramePr>
          <p:cNvPr id="16" name="Table 15">
            <a:extLst>
              <a:ext uri="{FF2B5EF4-FFF2-40B4-BE49-F238E27FC236}">
                <a16:creationId xmlns:a16="http://schemas.microsoft.com/office/drawing/2014/main" id="{F1A964E3-5430-3A2C-3EA5-9741C17643E3}"/>
              </a:ext>
            </a:extLst>
          </p:cNvPr>
          <p:cNvGraphicFramePr>
            <a:graphicFrameLocks noGrp="1"/>
          </p:cNvGraphicFramePr>
          <p:nvPr/>
        </p:nvGraphicFramePr>
        <p:xfrm>
          <a:off x="91067" y="1899175"/>
          <a:ext cx="3037316" cy="288000"/>
        </p:xfrm>
        <a:graphic>
          <a:graphicData uri="http://schemas.openxmlformats.org/drawingml/2006/table">
            <a:tbl>
              <a:tblPr firstRow="1" bandRow="1">
                <a:tableStyleId>{5C22544A-7EE6-4342-B048-85BDC9FD1C3A}</a:tableStyleId>
              </a:tblPr>
              <a:tblGrid>
                <a:gridCol w="3037316">
                  <a:extLst>
                    <a:ext uri="{9D8B030D-6E8A-4147-A177-3AD203B41FA5}">
                      <a16:colId xmlns:a16="http://schemas.microsoft.com/office/drawing/2014/main" val="3396165715"/>
                    </a:ext>
                  </a:extLst>
                </a:gridCol>
              </a:tblGrid>
              <a:tr h="288000">
                <a:tc>
                  <a:txBody>
                    <a:bodyPr/>
                    <a:lstStyle/>
                    <a:p>
                      <a:pPr algn="ctr"/>
                      <a:r>
                        <a:rPr lang="en-US" sz="1200" b="1" dirty="0">
                          <a:solidFill>
                            <a:schemeClr val="bg1"/>
                          </a:solidFill>
                          <a:latin typeface="Arial" panose="020B0604020202020204" pitchFamily="34" charset="0"/>
                          <a:cs typeface="Arial" panose="020B0604020202020204" pitchFamily="34" charset="0"/>
                        </a:rPr>
                        <a:t>Maintain Swim Deficit with Less Energy</a:t>
                      </a:r>
                      <a:endParaRPr lang="en-CA" sz="1200" b="1" dirty="0">
                        <a:solidFill>
                          <a:schemeClr val="bg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graphicFrame>
        <p:nvGraphicFramePr>
          <p:cNvPr id="34" name="Table 33">
            <a:extLst>
              <a:ext uri="{FF2B5EF4-FFF2-40B4-BE49-F238E27FC236}">
                <a16:creationId xmlns:a16="http://schemas.microsoft.com/office/drawing/2014/main" id="{7599A6C5-B709-8F4E-C18B-59D288794D68}"/>
              </a:ext>
            </a:extLst>
          </p:cNvPr>
          <p:cNvGraphicFramePr>
            <a:graphicFrameLocks noGrp="1"/>
          </p:cNvGraphicFramePr>
          <p:nvPr/>
        </p:nvGraphicFramePr>
        <p:xfrm>
          <a:off x="5922484" y="1871206"/>
          <a:ext cx="3037316" cy="288000"/>
        </p:xfrm>
        <a:graphic>
          <a:graphicData uri="http://schemas.openxmlformats.org/drawingml/2006/table">
            <a:tbl>
              <a:tblPr firstRow="1" bandRow="1">
                <a:tableStyleId>{5C22544A-7EE6-4342-B048-85BDC9FD1C3A}</a:tableStyleId>
              </a:tblPr>
              <a:tblGrid>
                <a:gridCol w="3037316">
                  <a:extLst>
                    <a:ext uri="{9D8B030D-6E8A-4147-A177-3AD203B41FA5}">
                      <a16:colId xmlns:a16="http://schemas.microsoft.com/office/drawing/2014/main" val="3396165715"/>
                    </a:ext>
                  </a:extLst>
                </a:gridCol>
              </a:tblGrid>
              <a:tr h="288000">
                <a:tc>
                  <a:txBody>
                    <a:bodyPr/>
                    <a:lstStyle/>
                    <a:p>
                      <a:pPr algn="ctr"/>
                      <a:r>
                        <a:rPr lang="en-US" sz="1200" b="1" dirty="0">
                          <a:solidFill>
                            <a:schemeClr val="bg1"/>
                          </a:solidFill>
                          <a:latin typeface="Arial" panose="020B0604020202020204" pitchFamily="34" charset="0"/>
                          <a:cs typeface="Arial" panose="020B0604020202020204" pitchFamily="34" charset="0"/>
                        </a:rPr>
                        <a:t>Move Up From Top 20 to Top 10</a:t>
                      </a:r>
                      <a:endParaRPr lang="en-CA" sz="1200" b="1" dirty="0">
                        <a:solidFill>
                          <a:schemeClr val="bg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
        <p:nvSpPr>
          <p:cNvPr id="35" name="Arrow: Right 34">
            <a:extLst>
              <a:ext uri="{FF2B5EF4-FFF2-40B4-BE49-F238E27FC236}">
                <a16:creationId xmlns:a16="http://schemas.microsoft.com/office/drawing/2014/main" id="{11D24466-5502-C3E0-63AD-02E5D1FDEDC8}"/>
              </a:ext>
            </a:extLst>
          </p:cNvPr>
          <p:cNvSpPr/>
          <p:nvPr/>
        </p:nvSpPr>
        <p:spPr>
          <a:xfrm rot="3647043">
            <a:off x="7668667" y="2864329"/>
            <a:ext cx="1332491" cy="319439"/>
          </a:xfrm>
          <a:prstGeom prst="rightArrow">
            <a:avLst>
              <a:gd name="adj1" fmla="val 50000"/>
              <a:gd name="adj2" fmla="val 51107"/>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endParaRPr>
          </a:p>
        </p:txBody>
      </p:sp>
      <p:sp>
        <p:nvSpPr>
          <p:cNvPr id="38" name="Arrow: Right 37">
            <a:extLst>
              <a:ext uri="{FF2B5EF4-FFF2-40B4-BE49-F238E27FC236}">
                <a16:creationId xmlns:a16="http://schemas.microsoft.com/office/drawing/2014/main" id="{CB30904A-0EC0-3C8C-FF40-67F0576D36C4}"/>
              </a:ext>
            </a:extLst>
          </p:cNvPr>
          <p:cNvSpPr/>
          <p:nvPr/>
        </p:nvSpPr>
        <p:spPr>
          <a:xfrm rot="1445296">
            <a:off x="6454447" y="5169031"/>
            <a:ext cx="2034030" cy="319439"/>
          </a:xfrm>
          <a:prstGeom prst="rightArrow">
            <a:avLst>
              <a:gd name="adj1" fmla="val 50000"/>
              <a:gd name="adj2" fmla="val 51107"/>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endParaRPr>
          </a:p>
        </p:txBody>
      </p:sp>
      <p:pic>
        <p:nvPicPr>
          <p:cNvPr id="5" name="Picture 4" descr="A graph of a number of red rectangular objects&#10;&#10;AI-generated content may be incorrect.">
            <a:extLst>
              <a:ext uri="{FF2B5EF4-FFF2-40B4-BE49-F238E27FC236}">
                <a16:creationId xmlns:a16="http://schemas.microsoft.com/office/drawing/2014/main" id="{4D19202F-88C9-C2E0-DDE3-B92C020C63DE}"/>
              </a:ext>
            </a:extLst>
          </p:cNvPr>
          <p:cNvPicPr>
            <a:picLocks noChangeAspect="1"/>
          </p:cNvPicPr>
          <p:nvPr/>
        </p:nvPicPr>
        <p:blipFill>
          <a:blip r:embed="rId5"/>
          <a:stretch>
            <a:fillRect/>
          </a:stretch>
        </p:blipFill>
        <p:spPr>
          <a:xfrm>
            <a:off x="75104" y="2209313"/>
            <a:ext cx="3034034" cy="2148840"/>
          </a:xfrm>
          <a:prstGeom prst="rect">
            <a:avLst/>
          </a:prstGeom>
        </p:spPr>
      </p:pic>
      <p:pic>
        <p:nvPicPr>
          <p:cNvPr id="10" name="Picture 9" descr="A graph of a number of red rectangular objects&#10;&#10;AI-generated content may be incorrect.">
            <a:extLst>
              <a:ext uri="{FF2B5EF4-FFF2-40B4-BE49-F238E27FC236}">
                <a16:creationId xmlns:a16="http://schemas.microsoft.com/office/drawing/2014/main" id="{2022AF1B-81F1-113D-9EA3-719531FE79E6}"/>
              </a:ext>
            </a:extLst>
          </p:cNvPr>
          <p:cNvPicPr>
            <a:picLocks noChangeAspect="1"/>
          </p:cNvPicPr>
          <p:nvPr/>
        </p:nvPicPr>
        <p:blipFill>
          <a:blip r:embed="rId6"/>
          <a:stretch>
            <a:fillRect/>
          </a:stretch>
        </p:blipFill>
        <p:spPr>
          <a:xfrm>
            <a:off x="101283" y="4392120"/>
            <a:ext cx="3007855" cy="2148840"/>
          </a:xfrm>
          <a:prstGeom prst="rect">
            <a:avLst/>
          </a:prstGeom>
        </p:spPr>
      </p:pic>
    </p:spTree>
    <p:extLst>
      <p:ext uri="{BB962C8B-B14F-4D97-AF65-F5344CB8AC3E}">
        <p14:creationId xmlns:p14="http://schemas.microsoft.com/office/powerpoint/2010/main" val="38474929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06BD5-0020-822E-913F-28617A15CDFA}"/>
            </a:ext>
          </a:extLst>
        </p:cNvPr>
        <p:cNvGrpSpPr/>
        <p:nvPr/>
      </p:nvGrpSpPr>
      <p:grpSpPr>
        <a:xfrm>
          <a:off x="0" y="0"/>
          <a:ext cx="0" cy="0"/>
          <a:chOff x="0" y="0"/>
          <a:chExt cx="0" cy="0"/>
        </a:xfrm>
      </p:grpSpPr>
      <p:pic>
        <p:nvPicPr>
          <p:cNvPr id="20" name="Picture 19" descr="A graph of a number of people&#10;&#10;AI-generated content may be incorrect.">
            <a:extLst>
              <a:ext uri="{FF2B5EF4-FFF2-40B4-BE49-F238E27FC236}">
                <a16:creationId xmlns:a16="http://schemas.microsoft.com/office/drawing/2014/main" id="{0B3AB9E6-15DF-B60D-A50E-6682D8AB7700}"/>
              </a:ext>
            </a:extLst>
          </p:cNvPr>
          <p:cNvPicPr>
            <a:picLocks noChangeAspect="1"/>
          </p:cNvPicPr>
          <p:nvPr/>
        </p:nvPicPr>
        <p:blipFill>
          <a:blip r:embed="rId3"/>
          <a:stretch>
            <a:fillRect/>
          </a:stretch>
        </p:blipFill>
        <p:spPr>
          <a:xfrm>
            <a:off x="5971768" y="4394930"/>
            <a:ext cx="3027619" cy="2148840"/>
          </a:xfrm>
          <a:prstGeom prst="rect">
            <a:avLst/>
          </a:prstGeom>
        </p:spPr>
      </p:pic>
      <p:pic>
        <p:nvPicPr>
          <p:cNvPr id="17" name="Picture 16" descr="A graph of a number of people&#10;&#10;AI-generated content may be incorrect.">
            <a:extLst>
              <a:ext uri="{FF2B5EF4-FFF2-40B4-BE49-F238E27FC236}">
                <a16:creationId xmlns:a16="http://schemas.microsoft.com/office/drawing/2014/main" id="{AE42506A-6934-B133-2820-31E2D6CB44CD}"/>
              </a:ext>
            </a:extLst>
          </p:cNvPr>
          <p:cNvPicPr>
            <a:picLocks noChangeAspect="1"/>
          </p:cNvPicPr>
          <p:nvPr/>
        </p:nvPicPr>
        <p:blipFill>
          <a:blip r:embed="rId4"/>
          <a:stretch>
            <a:fillRect/>
          </a:stretch>
        </p:blipFill>
        <p:spPr>
          <a:xfrm>
            <a:off x="5971768" y="2167436"/>
            <a:ext cx="2988032" cy="2148840"/>
          </a:xfrm>
          <a:prstGeom prst="rect">
            <a:avLst/>
          </a:prstGeom>
        </p:spPr>
      </p:pic>
      <p:sp>
        <p:nvSpPr>
          <p:cNvPr id="4" name="Title" hidden="1">
            <a:extLst>
              <a:ext uri="{FF2B5EF4-FFF2-40B4-BE49-F238E27FC236}">
                <a16:creationId xmlns:a16="http://schemas.microsoft.com/office/drawing/2014/main" id="{77165EF5-3AF0-F751-A615-BC866D2D9EA6}"/>
              </a:ext>
            </a:extLst>
          </p:cNvPr>
          <p:cNvSpPr>
            <a:spLocks noGrp="1"/>
          </p:cNvSpPr>
          <p:nvPr>
            <p:ph type="title"/>
          </p:nvPr>
        </p:nvSpPr>
        <p:spPr/>
        <p:txBody>
          <a:bodyPr/>
          <a:lstStyle/>
          <a:p>
            <a:r>
              <a:t>Individual Focus</a:t>
            </a:r>
          </a:p>
        </p:txBody>
      </p:sp>
      <p:graphicFrame>
        <p:nvGraphicFramePr>
          <p:cNvPr id="2" name="Table 1">
            <a:extLst>
              <a:ext uri="{FF2B5EF4-FFF2-40B4-BE49-F238E27FC236}">
                <a16:creationId xmlns:a16="http://schemas.microsoft.com/office/drawing/2014/main" id="{20B2F672-87C1-F297-66CC-3B50B05EDA8B}"/>
              </a:ext>
            </a:extLst>
          </p:cNvPr>
          <p:cNvGraphicFramePr>
            <a:graphicFrameLocks noGrp="1"/>
          </p:cNvGraphicFramePr>
          <p:nvPr>
            <p:extLst>
              <p:ext uri="{D42A27DB-BD31-4B8C-83A1-F6EECF244321}">
                <p14:modId xmlns:p14="http://schemas.microsoft.com/office/powerpoint/2010/main" val="3365317547"/>
              </p:ext>
            </p:extLst>
          </p:nvPr>
        </p:nvGraphicFramePr>
        <p:xfrm>
          <a:off x="180000" y="15032"/>
          <a:ext cx="8784000" cy="534653"/>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34653">
                <a:tc>
                  <a:txBody>
                    <a:bodyPr/>
                    <a:lstStyle/>
                    <a:p>
                      <a:pPr algn="l"/>
                      <a:r>
                        <a:rPr lang="en-US" sz="2400" b="1" dirty="0">
                          <a:solidFill>
                            <a:sysClr val="windowText" lastClr="000000"/>
                          </a:solidFill>
                          <a:latin typeface="Arial" panose="020B0604020202020204" pitchFamily="34" charset="0"/>
                          <a:cs typeface="Arial" panose="020B0604020202020204" pitchFamily="34" charset="0"/>
                        </a:rPr>
                        <a:t>World Cup Sprint Distance Trends</a:t>
                      </a:r>
                      <a:endParaRPr lang="en-CA" sz="2400" b="1" dirty="0">
                        <a:solidFill>
                          <a:sysClr val="windowText" lastClr="000000"/>
                        </a:solidFill>
                        <a:latin typeface="Arial" panose="020B0604020202020204" pitchFamily="34" charset="0"/>
                        <a:cs typeface="Arial" panose="020B0604020202020204" pitchFamily="34" charset="0"/>
                      </a:endParaRPr>
                    </a:p>
                  </a:txBody>
                  <a:tcPr marL="45720" marR="45720" marT="45267" marB="45267"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sp>
        <p:nvSpPr>
          <p:cNvPr id="13" name="TextBox 12">
            <a:extLst>
              <a:ext uri="{FF2B5EF4-FFF2-40B4-BE49-F238E27FC236}">
                <a16:creationId xmlns:a16="http://schemas.microsoft.com/office/drawing/2014/main" id="{1B5F6BC2-706E-3104-B4B8-B9877B0C2C8E}"/>
              </a:ext>
            </a:extLst>
          </p:cNvPr>
          <p:cNvSpPr txBox="1"/>
          <p:nvPr/>
        </p:nvSpPr>
        <p:spPr>
          <a:xfrm>
            <a:off x="180000" y="461048"/>
            <a:ext cx="8524898" cy="1314764"/>
          </a:xfrm>
          <a:prstGeom prst="rect">
            <a:avLst/>
          </a:prstGeom>
          <a:noFill/>
          <a:ln>
            <a:noFill/>
          </a:ln>
        </p:spPr>
        <p:txBody>
          <a:bodyPr wrap="square" rtlCol="0">
            <a:noAutofit/>
          </a:bodyPr>
          <a:lstStyle/>
          <a:p>
            <a:pPr marL="285750" indent="-285750">
              <a:buFont typeface="Wingdings" panose="05000000000000000000" pitchFamily="2" charset="2"/>
              <a:buChar char="Ø"/>
            </a:pPr>
            <a:r>
              <a:rPr lang="en-US" sz="1600" dirty="0">
                <a:solidFill>
                  <a:schemeClr val="accent4">
                    <a:lumMod val="50000"/>
                  </a:schemeClr>
                </a:solidFill>
                <a:latin typeface="Arial" panose="020B0604020202020204" pitchFamily="34" charset="0"/>
                <a:cs typeface="Arial" panose="020B0604020202020204" pitchFamily="34" charset="0"/>
              </a:rPr>
              <a:t>At the World Cup Level Sullivan has always been a top biker but by improving his swim fitness he now has more energy throughout the race and been able to achieve two Top 10’s in 2025 at Napier and San Pedro de la Paz. </a:t>
            </a:r>
          </a:p>
          <a:p>
            <a:pPr marL="285750" indent="-285750">
              <a:buFont typeface="Wingdings" panose="05000000000000000000" pitchFamily="2" charset="2"/>
              <a:buChar char="Ø"/>
            </a:pPr>
            <a:r>
              <a:rPr lang="en-US" sz="1600" dirty="0">
                <a:solidFill>
                  <a:schemeClr val="accent4">
                    <a:lumMod val="50000"/>
                  </a:schemeClr>
                </a:solidFill>
                <a:latin typeface="Arial" panose="020B0604020202020204" pitchFamily="34" charset="0"/>
                <a:cs typeface="Arial" panose="020B0604020202020204" pitchFamily="34" charset="0"/>
              </a:rPr>
              <a:t>By coming out of the water closer to front, Sullivan remains a key athlete to watch for in races that can quickly eliminate breakaways. </a:t>
            </a:r>
          </a:p>
          <a:p>
            <a:pPr marL="285750" indent="-285750">
              <a:buFont typeface="Wingdings" panose="05000000000000000000" pitchFamily="2" charset="2"/>
              <a:buChar char="Ø"/>
            </a:pPr>
            <a:endParaRPr lang="en-US" sz="1600" dirty="0">
              <a:solidFill>
                <a:schemeClr val="accent4">
                  <a:lumMod val="50000"/>
                </a:schemeClr>
              </a:solidFill>
              <a:latin typeface="Arial" panose="020B0604020202020204" pitchFamily="34" charset="0"/>
              <a:cs typeface="Arial" panose="020B0604020202020204" pitchFamily="34" charset="0"/>
            </a:endParaRPr>
          </a:p>
        </p:txBody>
      </p:sp>
      <p:sp>
        <p:nvSpPr>
          <p:cNvPr id="19" name="Slide Number Placeholder 3">
            <a:extLst>
              <a:ext uri="{FF2B5EF4-FFF2-40B4-BE49-F238E27FC236}">
                <a16:creationId xmlns:a16="http://schemas.microsoft.com/office/drawing/2014/main" id="{7E3AD0D7-D414-9EA5-51CF-49F1E796A8D4}"/>
              </a:ext>
            </a:extLst>
          </p:cNvPr>
          <p:cNvSpPr>
            <a:spLocks noGrp="1"/>
          </p:cNvSpPr>
          <p:nvPr>
            <p:ph type="sldNum" sz="quarter" idx="12"/>
          </p:nvPr>
        </p:nvSpPr>
        <p:spPr>
          <a:xfrm>
            <a:off x="6902400" y="6529531"/>
            <a:ext cx="2057400" cy="360000"/>
          </a:xfrm>
        </p:spPr>
        <p:txBody>
          <a:bodyPr lIns="46800" rIns="4680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4</a:t>
            </a:fld>
            <a:endParaRPr lang="en-CA" b="1" dirty="0">
              <a:solidFill>
                <a:schemeClr val="tx1"/>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A5744DAE-BA8F-56F1-0DDC-1220017FD3C0}"/>
              </a:ext>
            </a:extLst>
          </p:cNvPr>
          <p:cNvSpPr txBox="1"/>
          <p:nvPr/>
        </p:nvSpPr>
        <p:spPr>
          <a:xfrm>
            <a:off x="0" y="6627524"/>
            <a:ext cx="6370320" cy="215444"/>
          </a:xfrm>
          <a:prstGeom prst="rect">
            <a:avLst/>
          </a:prstGeom>
          <a:noFill/>
        </p:spPr>
        <p:txBody>
          <a:bodyPr wrap="square" rtlCol="0">
            <a:spAutoFit/>
          </a:bodyPr>
          <a:lstStyle/>
          <a:p>
            <a:r>
              <a:rPr lang="en-US" sz="800" i="1" dirty="0">
                <a:latin typeface="Arial" panose="020B0604020202020204" pitchFamily="34" charset="0"/>
                <a:cs typeface="Arial" panose="020B0604020202020204" pitchFamily="34" charset="0"/>
              </a:rPr>
              <a:t>Note: 2023-2025 Elite Men’s World Cup Racing Series</a:t>
            </a:r>
          </a:p>
        </p:txBody>
      </p:sp>
      <p:sp>
        <p:nvSpPr>
          <p:cNvPr id="32" name="Rectangle 31">
            <a:extLst>
              <a:ext uri="{FF2B5EF4-FFF2-40B4-BE49-F238E27FC236}">
                <a16:creationId xmlns:a16="http://schemas.microsoft.com/office/drawing/2014/main" id="{0AFFCB5B-B3CD-B8EF-33D3-5A047B19E391}"/>
              </a:ext>
            </a:extLst>
          </p:cNvPr>
          <p:cNvSpPr/>
          <p:nvPr/>
        </p:nvSpPr>
        <p:spPr>
          <a:xfrm>
            <a:off x="3536695" y="3449461"/>
            <a:ext cx="1907881" cy="3155925"/>
          </a:xfrm>
          <a:prstGeom prst="rect">
            <a:avLst/>
          </a:prstGeom>
          <a:solidFill>
            <a:schemeClr val="bg2"/>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1400" dirty="0">
                <a:solidFill>
                  <a:schemeClr val="tx1"/>
                </a:solidFill>
                <a:latin typeface="Arial" panose="020B0604020202020204" pitchFamily="34" charset="0"/>
                <a:cs typeface="Arial" panose="020B0604020202020204" pitchFamily="34" charset="0"/>
              </a:rPr>
              <a:t>In all four World Cup Races Sullivan has achieved the fastest bike split. </a:t>
            </a:r>
          </a:p>
          <a:p>
            <a:pPr marL="171450" indent="-171450">
              <a:buFont typeface="Arial" panose="020B0604020202020204" pitchFamily="34" charset="0"/>
              <a:buChar char="•"/>
            </a:pPr>
            <a:endParaRPr lang="en-US" sz="1400" b="1" dirty="0">
              <a:solidFill>
                <a:schemeClr val="tx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400" dirty="0">
                <a:solidFill>
                  <a:schemeClr val="tx1"/>
                </a:solidFill>
                <a:latin typeface="Arial" panose="020B0604020202020204" pitchFamily="34" charset="0"/>
                <a:cs typeface="Arial" panose="020B0604020202020204" pitchFamily="34" charset="0"/>
              </a:rPr>
              <a:t>In Napier and San Pedro de la Paz, Sullivan had the 11</a:t>
            </a:r>
            <a:r>
              <a:rPr lang="en-US" sz="1400" baseline="30000" dirty="0">
                <a:solidFill>
                  <a:schemeClr val="tx1"/>
                </a:solidFill>
                <a:latin typeface="Arial" panose="020B0604020202020204" pitchFamily="34" charset="0"/>
                <a:cs typeface="Arial" panose="020B0604020202020204" pitchFamily="34" charset="0"/>
              </a:rPr>
              <a:t>th</a:t>
            </a:r>
            <a:r>
              <a:rPr lang="en-US" sz="1400" dirty="0">
                <a:solidFill>
                  <a:schemeClr val="tx1"/>
                </a:solidFill>
                <a:latin typeface="Arial" panose="020B0604020202020204" pitchFamily="34" charset="0"/>
                <a:cs typeface="Arial" panose="020B0604020202020204" pitchFamily="34" charset="0"/>
              </a:rPr>
              <a:t> fastest runs </a:t>
            </a:r>
            <a:r>
              <a:rPr lang="en-US" sz="1400" dirty="0" err="1">
                <a:solidFill>
                  <a:schemeClr val="tx1"/>
                </a:solidFill>
                <a:latin typeface="Arial" panose="020B0604020202020204" pitchFamily="34" charset="0"/>
                <a:cs typeface="Arial" panose="020B0604020202020204" pitchFamily="34" charset="0"/>
              </a:rPr>
              <a:t>en</a:t>
            </a:r>
            <a:r>
              <a:rPr lang="en-US" sz="1400" dirty="0">
                <a:solidFill>
                  <a:schemeClr val="tx1"/>
                </a:solidFill>
                <a:latin typeface="Arial" panose="020B0604020202020204" pitchFamily="34" charset="0"/>
                <a:cs typeface="Arial" panose="020B0604020202020204" pitchFamily="34" charset="0"/>
              </a:rPr>
              <a:t> route to Top 10 finishes</a:t>
            </a:r>
          </a:p>
        </p:txBody>
      </p:sp>
      <p:sp>
        <p:nvSpPr>
          <p:cNvPr id="15" name="Arrow: Right 14">
            <a:extLst>
              <a:ext uri="{FF2B5EF4-FFF2-40B4-BE49-F238E27FC236}">
                <a16:creationId xmlns:a16="http://schemas.microsoft.com/office/drawing/2014/main" id="{8DFFE76A-0B7E-0354-1CF4-52D4108F60FD}"/>
              </a:ext>
            </a:extLst>
          </p:cNvPr>
          <p:cNvSpPr/>
          <p:nvPr/>
        </p:nvSpPr>
        <p:spPr>
          <a:xfrm>
            <a:off x="3463176" y="1859566"/>
            <a:ext cx="2110331" cy="1401347"/>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rial" panose="020B0604020202020204" pitchFamily="34" charset="0"/>
                <a:cs typeface="Arial" panose="020B0604020202020204" pitchFamily="34" charset="0"/>
              </a:rPr>
              <a:t>Move Up on the Bike and Run</a:t>
            </a:r>
          </a:p>
        </p:txBody>
      </p:sp>
      <p:graphicFrame>
        <p:nvGraphicFramePr>
          <p:cNvPr id="16" name="Table 15">
            <a:extLst>
              <a:ext uri="{FF2B5EF4-FFF2-40B4-BE49-F238E27FC236}">
                <a16:creationId xmlns:a16="http://schemas.microsoft.com/office/drawing/2014/main" id="{985B5848-1CA2-857A-7FA9-70EC785D9A2C}"/>
              </a:ext>
            </a:extLst>
          </p:cNvPr>
          <p:cNvGraphicFramePr>
            <a:graphicFrameLocks noGrp="1"/>
          </p:cNvGraphicFramePr>
          <p:nvPr/>
        </p:nvGraphicFramePr>
        <p:xfrm>
          <a:off x="91067" y="1899175"/>
          <a:ext cx="3037316" cy="288000"/>
        </p:xfrm>
        <a:graphic>
          <a:graphicData uri="http://schemas.openxmlformats.org/drawingml/2006/table">
            <a:tbl>
              <a:tblPr firstRow="1" bandRow="1">
                <a:tableStyleId>{5C22544A-7EE6-4342-B048-85BDC9FD1C3A}</a:tableStyleId>
              </a:tblPr>
              <a:tblGrid>
                <a:gridCol w="3037316">
                  <a:extLst>
                    <a:ext uri="{9D8B030D-6E8A-4147-A177-3AD203B41FA5}">
                      <a16:colId xmlns:a16="http://schemas.microsoft.com/office/drawing/2014/main" val="3396165715"/>
                    </a:ext>
                  </a:extLst>
                </a:gridCol>
              </a:tblGrid>
              <a:tr h="288000">
                <a:tc>
                  <a:txBody>
                    <a:bodyPr/>
                    <a:lstStyle/>
                    <a:p>
                      <a:pPr algn="ctr"/>
                      <a:r>
                        <a:rPr lang="en-US" sz="1200" b="1" dirty="0">
                          <a:solidFill>
                            <a:schemeClr val="bg1"/>
                          </a:solidFill>
                          <a:latin typeface="Arial" panose="020B0604020202020204" pitchFamily="34" charset="0"/>
                          <a:cs typeface="Arial" panose="020B0604020202020204" pitchFamily="34" charset="0"/>
                        </a:rPr>
                        <a:t>Maintain Swim Deficit with Less Energy</a:t>
                      </a:r>
                      <a:endParaRPr lang="en-CA" sz="1200" b="1" dirty="0">
                        <a:solidFill>
                          <a:schemeClr val="bg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graphicFrame>
        <p:nvGraphicFramePr>
          <p:cNvPr id="34" name="Table 33">
            <a:extLst>
              <a:ext uri="{FF2B5EF4-FFF2-40B4-BE49-F238E27FC236}">
                <a16:creationId xmlns:a16="http://schemas.microsoft.com/office/drawing/2014/main" id="{C51287EF-B10F-13A6-BFFB-948FE31D0692}"/>
              </a:ext>
            </a:extLst>
          </p:cNvPr>
          <p:cNvGraphicFramePr>
            <a:graphicFrameLocks noGrp="1"/>
          </p:cNvGraphicFramePr>
          <p:nvPr/>
        </p:nvGraphicFramePr>
        <p:xfrm>
          <a:off x="5922484" y="1871206"/>
          <a:ext cx="3037316" cy="288000"/>
        </p:xfrm>
        <a:graphic>
          <a:graphicData uri="http://schemas.openxmlformats.org/drawingml/2006/table">
            <a:tbl>
              <a:tblPr firstRow="1" bandRow="1">
                <a:tableStyleId>{5C22544A-7EE6-4342-B048-85BDC9FD1C3A}</a:tableStyleId>
              </a:tblPr>
              <a:tblGrid>
                <a:gridCol w="3037316">
                  <a:extLst>
                    <a:ext uri="{9D8B030D-6E8A-4147-A177-3AD203B41FA5}">
                      <a16:colId xmlns:a16="http://schemas.microsoft.com/office/drawing/2014/main" val="3396165715"/>
                    </a:ext>
                  </a:extLst>
                </a:gridCol>
              </a:tblGrid>
              <a:tr h="288000">
                <a:tc>
                  <a:txBody>
                    <a:bodyPr/>
                    <a:lstStyle/>
                    <a:p>
                      <a:pPr algn="ctr"/>
                      <a:r>
                        <a:rPr lang="en-US" sz="1200" b="1" dirty="0">
                          <a:solidFill>
                            <a:schemeClr val="bg1"/>
                          </a:solidFill>
                          <a:latin typeface="Arial" panose="020B0604020202020204" pitchFamily="34" charset="0"/>
                          <a:cs typeface="Arial" panose="020B0604020202020204" pitchFamily="34" charset="0"/>
                        </a:rPr>
                        <a:t>Move Up From Top 20 to Top 10</a:t>
                      </a:r>
                      <a:endParaRPr lang="en-CA" sz="1200" b="1" dirty="0">
                        <a:solidFill>
                          <a:schemeClr val="bg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
        <p:nvSpPr>
          <p:cNvPr id="35" name="Arrow: Right 34">
            <a:extLst>
              <a:ext uri="{FF2B5EF4-FFF2-40B4-BE49-F238E27FC236}">
                <a16:creationId xmlns:a16="http://schemas.microsoft.com/office/drawing/2014/main" id="{E69864FD-9EB2-297C-52BC-1F13C81E6B86}"/>
              </a:ext>
            </a:extLst>
          </p:cNvPr>
          <p:cNvSpPr/>
          <p:nvPr/>
        </p:nvSpPr>
        <p:spPr>
          <a:xfrm rot="3647043">
            <a:off x="7860905" y="2536561"/>
            <a:ext cx="581407" cy="319439"/>
          </a:xfrm>
          <a:prstGeom prst="rightArrow">
            <a:avLst>
              <a:gd name="adj1" fmla="val 50000"/>
              <a:gd name="adj2" fmla="val 51107"/>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endParaRPr>
          </a:p>
        </p:txBody>
      </p:sp>
      <p:sp>
        <p:nvSpPr>
          <p:cNvPr id="38" name="Arrow: Right 37">
            <a:extLst>
              <a:ext uri="{FF2B5EF4-FFF2-40B4-BE49-F238E27FC236}">
                <a16:creationId xmlns:a16="http://schemas.microsoft.com/office/drawing/2014/main" id="{86E9B104-DEC8-E109-22E9-162DA4007C71}"/>
              </a:ext>
            </a:extLst>
          </p:cNvPr>
          <p:cNvSpPr/>
          <p:nvPr/>
        </p:nvSpPr>
        <p:spPr>
          <a:xfrm rot="783212">
            <a:off x="6462374" y="5131877"/>
            <a:ext cx="1851964" cy="319439"/>
          </a:xfrm>
          <a:prstGeom prst="rightArrow">
            <a:avLst>
              <a:gd name="adj1" fmla="val 50000"/>
              <a:gd name="adj2" fmla="val 51107"/>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endParaRPr>
          </a:p>
        </p:txBody>
      </p:sp>
      <p:pic>
        <p:nvPicPr>
          <p:cNvPr id="6" name="Picture 5" descr="A graph of a number of people&#10;&#10;AI-generated content may be incorrect.">
            <a:extLst>
              <a:ext uri="{FF2B5EF4-FFF2-40B4-BE49-F238E27FC236}">
                <a16:creationId xmlns:a16="http://schemas.microsoft.com/office/drawing/2014/main" id="{99687DA7-72E4-58FD-1121-20D61BA57126}"/>
              </a:ext>
            </a:extLst>
          </p:cNvPr>
          <p:cNvPicPr>
            <a:picLocks noChangeAspect="1"/>
          </p:cNvPicPr>
          <p:nvPr/>
        </p:nvPicPr>
        <p:blipFill>
          <a:blip r:embed="rId5"/>
          <a:stretch>
            <a:fillRect/>
          </a:stretch>
        </p:blipFill>
        <p:spPr>
          <a:xfrm>
            <a:off x="90085" y="2199998"/>
            <a:ext cx="3030250" cy="2148840"/>
          </a:xfrm>
          <a:prstGeom prst="rect">
            <a:avLst/>
          </a:prstGeom>
        </p:spPr>
      </p:pic>
      <p:pic>
        <p:nvPicPr>
          <p:cNvPr id="9" name="Picture 8" descr="A graph of a number and a number of red rectangles&#10;&#10;AI-generated content may be incorrect.">
            <a:extLst>
              <a:ext uri="{FF2B5EF4-FFF2-40B4-BE49-F238E27FC236}">
                <a16:creationId xmlns:a16="http://schemas.microsoft.com/office/drawing/2014/main" id="{0C541511-2CE4-BDE9-F235-9FBE3B9D217D}"/>
              </a:ext>
            </a:extLst>
          </p:cNvPr>
          <p:cNvPicPr>
            <a:picLocks noChangeAspect="1"/>
          </p:cNvPicPr>
          <p:nvPr/>
        </p:nvPicPr>
        <p:blipFill>
          <a:blip r:embed="rId6"/>
          <a:stretch>
            <a:fillRect/>
          </a:stretch>
        </p:blipFill>
        <p:spPr>
          <a:xfrm>
            <a:off x="90085" y="4394930"/>
            <a:ext cx="3030250" cy="2148840"/>
          </a:xfrm>
          <a:prstGeom prst="rect">
            <a:avLst/>
          </a:prstGeom>
        </p:spPr>
      </p:pic>
    </p:spTree>
    <p:extLst>
      <p:ext uri="{BB962C8B-B14F-4D97-AF65-F5344CB8AC3E}">
        <p14:creationId xmlns:p14="http://schemas.microsoft.com/office/powerpoint/2010/main" val="127224038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12447</TotalTime>
  <Words>606</Words>
  <Application>Microsoft Office PowerPoint</Application>
  <PresentationFormat>Letter Paper (8.5x11 in)</PresentationFormat>
  <Paragraphs>152</Paragraphs>
  <Slides>4</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Calibri Light</vt:lpstr>
      <vt:lpstr>Wingdings</vt:lpstr>
      <vt:lpstr>Office Theme</vt:lpstr>
      <vt:lpstr>USAT Project Podium Sullivan Middaugh Update </vt:lpstr>
      <vt:lpstr>Individual Focus</vt:lpstr>
      <vt:lpstr>Individual Focus</vt:lpstr>
      <vt:lpstr>Individual Focus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Spencer Dobson</dc:creator>
  <cp:lastModifiedBy>John High</cp:lastModifiedBy>
  <cp:revision>555</cp:revision>
  <dcterms:created xsi:type="dcterms:W3CDTF">2019-09-10T02:44:44Z</dcterms:created>
  <dcterms:modified xsi:type="dcterms:W3CDTF">2025-12-03T01:32:36Z</dcterms:modified>
</cp:coreProperties>
</file>