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Podium — Results Summary (2025)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Wins, Podiums, and Continental Cup Comparison — static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Championships Calima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Sullivan Middaugh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Kelowna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Keller Norland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Reese Vannerson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La Habana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Braxton Legg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Blake Bullard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La Paz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Reese Vannerson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Sullivan Middaugh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Magog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Porter Middaugh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Braxton Legg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Miami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Reese Vannerson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Montreal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Mathis Beaulieu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Braxton Legg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Americas Triathlon Cup Salinas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Luke 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World Triathlon Cup Chengdu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Reese Vannerson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Podiums — 2025 World Triathlon Cup Samarkand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Athlete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Mathis Beaulieu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Elite 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Totals — Wins and Podiums by Athlete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athlete_name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podiums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Reese Vannerson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Braxton Legg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Mathis Beaulieu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Keller Norland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Porter Middaugh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Luke Anthony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Sullivan Middaugh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Blake Bullard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Blake Harris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